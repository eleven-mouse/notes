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heme/theme4.xml" ContentType="application/vnd.openxmlformats-officedocument.them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3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4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5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6.xml" ContentType="application/vnd.openxmlformats-officedocument.presentationml.notesSlide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7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notesSlides/notesSlide16.xml" ContentType="application/vnd.openxmlformats-officedocument.presentationml.notesSlide+xml"/>
  <Override PartName="/ppt/tags/tag188.xml" ContentType="application/vnd.openxmlformats-officedocument.presentationml.tags+xml"/>
  <Override PartName="/ppt/notesSlides/notesSlide17.xml" ContentType="application/vnd.openxmlformats-officedocument.presentationml.notesSlide+xml"/>
  <Override PartName="/ppt/tags/tag18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notesSlides/notesSlide20.xml" ContentType="application/vnd.openxmlformats-officedocument.presentationml.notesSlide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63" r:id="rId3"/>
  </p:sldMasterIdLst>
  <p:notesMasterIdLst>
    <p:notesMasterId r:id="rId2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80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8" r:id="rId26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29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62BBAA-DD37-4B96-811C-BAB50B4B9330}" v="42" dt="2026-05-14T09:20:23.3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78" autoAdjust="0"/>
    <p:restoredTop sz="94660"/>
  </p:normalViewPr>
  <p:slideViewPr>
    <p:cSldViewPr>
      <p:cViewPr varScale="1">
        <p:scale>
          <a:sx n="95" d="100"/>
          <a:sy n="95" d="100"/>
        </p:scale>
        <p:origin x="76" y="272"/>
      </p:cViewPr>
      <p:guideLst>
        <p:guide orient="horz" pos="2158"/>
        <p:guide pos="29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92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8DFCC-589B-4A60-9C12-59D686ADFEC6}" type="datetimeFigureOut">
              <a:rPr lang="zh-CN" altLang="en-US"/>
              <a:t>2026/5/14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CC3E0-7DDF-45E7-A937-AD50A2B51CF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如有异常请联系客服（微信：sootar_ 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https://www.XX.com/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https://www.XX.com/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https://www.XX.com/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https://www.XX.com/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5E8DB0-55DC-4221-A99C-988BCD133BF3}" type="slidenum">
              <a:rPr lang="en-US" altLang="zh-CN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https://www.XX.com/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  <a:p>
            <a:r>
              <a:t>1. 技术革新与智能化发展</a:t>
            </a:r>
          </a:p>
          <a:p>
            <a:r>
              <a:t>随着科技的进步，未来将有更多高效、环保的垃圾处理与资源化利用技术涌现，如智能分拣机器人、高级生物处理技术等，将极大提升处理效率和效果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  <a:p>
            <a:r>
              <a:t>2. "无废城市"愿景的实现路径</a:t>
            </a:r>
          </a:p>
          <a:p>
            <a:r>
              <a:t>"无废城市"建设是一个系统工程，需要政府、企业、社会三方面共同努力，通过持续的技术创新、政策优化和公众参与，逐步实现生活垃圾的"零排放"或"低排放"。这不仅是环境保护的需要，也是推动可持续发展的必然选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9575" y="754063"/>
            <a:ext cx="5854700" cy="3294062"/>
          </a:xfrm>
        </p:spPr>
      </p:sp>
      <p:sp>
        <p:nvSpPr>
          <p:cNvPr id="29698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kumimoji="0"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r>
              <a:rPr kumimoji="0"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、教育是特别需要被改变的行业；</a:t>
            </a:r>
            <a:r>
              <a:rPr kumimoji="0" lang="en-US" altLang="zh-CN"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r>
              <a:rPr kumimoji="0" lang="zh-CN" altLang="en-US">
                <a:latin typeface="Calibri" panose="020F0502020204030204" pitchFamily="34" charset="0"/>
                <a:ea typeface="宋体" panose="02010600030101010101" pitchFamily="2" charset="-122"/>
              </a:rPr>
              <a:t>、技术会改变一切，推动行业变革</a:t>
            </a:r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fld id="{969C71BF-DDF7-A84E-9DD8-D4250B50038E}" type="slidenum">
              <a:rPr kumimoji="0" lang="zh-CN" altLang="en-US" sz="1200"/>
              <a:t>20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 flipH="1"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7500"/>
          </a:bodyPr>
          <a:lstStyle/>
          <a:p>
            <a:r>
              <a:t> </a:t>
            </a:r>
          </a:p>
          <a:p>
            <a:r>
              <a:t>结论</a:t>
            </a:r>
          </a:p>
          <a:p>
            <a:r>
              <a:t>生活垃圾资源化利用与"无废城市"建设是新时代城市可持续发展的关键一环。它不仅关乎环境保护、资源节约，还直接影响到社会经济的健康发展。通过强化垃圾分类与回收体系、推进技术革新、实施政策支持与激励措施、加强区域合作与国际交流，并持续监测与评估，我们可以逐步迈向"无废城市"的愿景。这需要政府、企业和每一位公民的共同努力，形成合力，共同为我们的地球减负，为未来蓄力</a:t>
            </a:r>
          </a:p>
          <a:p>
            <a:r>
              <a:t>在此过程中，我们也要认识到，这不仅仅是一项任务，更是一场深刻的社会变革。它要求我们转变观念，从"丢弃"到"珍惜"，从"消费"到"可持续消费"，以实际行动践行绿色生活理念。让我们携手并进，为建设一个更加清洁、美丽、宜居的地球而努力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26" Type="http://schemas.openxmlformats.org/officeDocument/2006/relationships/tags" Target="../tags/tag46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5" Type="http://schemas.openxmlformats.org/officeDocument/2006/relationships/tags" Target="../tags/tag45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tags" Target="../tags/tag40.xml"/><Relationship Id="rId29" Type="http://schemas.openxmlformats.org/officeDocument/2006/relationships/slideMaster" Target="../slideMasters/slideMaster3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tags" Target="../tags/tag44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23" Type="http://schemas.openxmlformats.org/officeDocument/2006/relationships/tags" Target="../tags/tag43.xml"/><Relationship Id="rId28" Type="http://schemas.openxmlformats.org/officeDocument/2006/relationships/tags" Target="../tags/tag48.xml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tags" Target="../tags/tag42.xml"/><Relationship Id="rId27" Type="http://schemas.openxmlformats.org/officeDocument/2006/relationships/tags" Target="../tags/tag47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2" Type="http://schemas.openxmlformats.org/officeDocument/2006/relationships/tags" Target="../tags/tag60.xml"/><Relationship Id="rId16" Type="http://schemas.openxmlformats.org/officeDocument/2006/relationships/slideMaster" Target="../slideMasters/slideMaster3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10" Type="http://schemas.openxmlformats.org/officeDocument/2006/relationships/tags" Target="../tags/tag68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9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9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4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98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03.xml"/><Relationship Id="rId4" Type="http://schemas.openxmlformats.org/officeDocument/2006/relationships/tags" Target="../tags/tag10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tags" Target="../tags/tag116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tags" Target="../tags/tag115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5" Type="http://schemas.openxmlformats.org/officeDocument/2006/relationships/tags" Target="../tags/tag108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113.xml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tags" Target="../tags/tag1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Tm="2000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图形" descr="D:\51PPT模板网\51pptmoban.com\图片.jpg"/>
          <p:cNvGrpSpPr/>
          <p:nvPr userDrawn="1"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37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38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zh-CN" altLang="en-US"/>
              </a:p>
            </p:txBody>
          </p:sp>
          <p:sp>
            <p:nvSpPr>
              <p:cNvPr id="39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zh-CN" altLang="en-US"/>
              </a:p>
            </p:txBody>
          </p:sp>
          <p:sp>
            <p:nvSpPr>
              <p:cNvPr id="40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zh-CN" altLang="en-US"/>
              </a:p>
            </p:txBody>
          </p:sp>
        </p:grpSp>
        <p:grpSp>
          <p:nvGrpSpPr>
            <p:cNvPr id="49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50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zh-CN" altLang="en-US"/>
              </a:p>
            </p:txBody>
          </p:sp>
          <p:sp>
            <p:nvSpPr>
              <p:cNvPr id="51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zh-CN" altLang="en-US"/>
              </a:p>
            </p:txBody>
          </p:sp>
        </p:grpSp>
      </p:grpSp>
      <p:grpSp>
        <p:nvGrpSpPr>
          <p:cNvPr id="173" name="图形" descr="D:\51PPT模板网\51pptmoban.com\图片.jpg"/>
          <p:cNvGrpSpPr/>
          <p:nvPr userDrawn="1"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44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zh-CN" altLang="en-US"/>
            </a:p>
          </p:txBody>
        </p:sp>
        <p:sp>
          <p:nvSpPr>
            <p:cNvPr id="42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zh-CN" altLang="en-US"/>
            </a:p>
          </p:txBody>
        </p:sp>
        <p:sp>
          <p:nvSpPr>
            <p:cNvPr id="43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zh-CN" altLang="en-US"/>
            </a:p>
          </p:txBody>
        </p:sp>
        <p:grpSp>
          <p:nvGrpSpPr>
            <p:cNvPr id="46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47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zh-CN" altLang="en-US"/>
              </a:p>
            </p:txBody>
          </p:sp>
          <p:sp>
            <p:nvSpPr>
              <p:cNvPr id="48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advTm="2000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E8FD0B7A-F5DD-4F40-B4CB-3B2C354B893A}" type="datetimeFigureOut">
              <a:rPr lang="en-US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任意多边形: 形状 106"/>
          <p:cNvSpPr>
            <a:spLocks noChangeAspect="1"/>
          </p:cNvSpPr>
          <p:nvPr userDrawn="1">
            <p:custDataLst>
              <p:tags r:id="rId2"/>
            </p:custDataLst>
          </p:nvPr>
        </p:nvSpPr>
        <p:spPr>
          <a:xfrm rot="1584218">
            <a:off x="-44636" y="6636437"/>
            <a:ext cx="935820" cy="10210"/>
          </a:xfrm>
          <a:custGeom>
            <a:avLst/>
            <a:gdLst>
              <a:gd name="connsiteX0" fmla="*/ 0 w 935820"/>
              <a:gd name="connsiteY0" fmla="*/ 0 h 380931"/>
              <a:gd name="connsiteX1" fmla="*/ 935820 w 935820"/>
              <a:gd name="connsiteY1" fmla="*/ 0 h 380931"/>
              <a:gd name="connsiteX2" fmla="*/ 935820 w 935820"/>
              <a:gd name="connsiteY2" fmla="*/ 10210 h 380931"/>
              <a:gd name="connsiteX3" fmla="*/ 189126 w 935820"/>
              <a:gd name="connsiteY3" fmla="*/ 380931 h 380931"/>
              <a:gd name="connsiteX0-1" fmla="*/ 189126 w 935820"/>
              <a:gd name="connsiteY0-2" fmla="*/ 380931 h 472371"/>
              <a:gd name="connsiteX1-3" fmla="*/ 0 w 935820"/>
              <a:gd name="connsiteY1-4" fmla="*/ 0 h 472371"/>
              <a:gd name="connsiteX2-5" fmla="*/ 935820 w 935820"/>
              <a:gd name="connsiteY2-6" fmla="*/ 0 h 472371"/>
              <a:gd name="connsiteX3-7" fmla="*/ 935820 w 935820"/>
              <a:gd name="connsiteY3-8" fmla="*/ 10210 h 472371"/>
              <a:gd name="connsiteX4" fmla="*/ 280566 w 935820"/>
              <a:gd name="connsiteY4" fmla="*/ 472371 h 472371"/>
              <a:gd name="connsiteX0-9" fmla="*/ 189126 w 935820"/>
              <a:gd name="connsiteY0-10" fmla="*/ 380931 h 380931"/>
              <a:gd name="connsiteX1-11" fmla="*/ 0 w 935820"/>
              <a:gd name="connsiteY1-12" fmla="*/ 0 h 380931"/>
              <a:gd name="connsiteX2-13" fmla="*/ 935820 w 935820"/>
              <a:gd name="connsiteY2-14" fmla="*/ 0 h 380931"/>
              <a:gd name="connsiteX3-15" fmla="*/ 935820 w 935820"/>
              <a:gd name="connsiteY3-16" fmla="*/ 10210 h 380931"/>
              <a:gd name="connsiteX0-17" fmla="*/ 0 w 935820"/>
              <a:gd name="connsiteY0-18" fmla="*/ 0 h 10210"/>
              <a:gd name="connsiteX1-19" fmla="*/ 935820 w 935820"/>
              <a:gd name="connsiteY1-20" fmla="*/ 0 h 10210"/>
              <a:gd name="connsiteX2-21" fmla="*/ 935820 w 935820"/>
              <a:gd name="connsiteY2-22" fmla="*/ 10210 h 102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935820" h="10210">
                <a:moveTo>
                  <a:pt x="0" y="0"/>
                </a:moveTo>
                <a:lnTo>
                  <a:pt x="935820" y="0"/>
                </a:lnTo>
                <a:lnTo>
                  <a:pt x="935820" y="10210"/>
                </a:lnTo>
              </a:path>
            </a:pathLst>
          </a:custGeom>
          <a:noFill/>
          <a:ln>
            <a:solidFill>
              <a:srgbClr val="FFFFFF">
                <a:alpha val="2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3"/>
            </p:custDataLst>
          </p:nvPr>
        </p:nvSpPr>
        <p:spPr>
          <a:xfrm>
            <a:off x="925195" y="560070"/>
            <a:ext cx="7486015" cy="307467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6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</a:t>
            </a:r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925195" y="3702050"/>
            <a:ext cx="7485380" cy="972185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8"/>
            </p:custDataLst>
          </p:nvPr>
        </p:nvSpPr>
        <p:spPr>
          <a:xfrm>
            <a:off x="929288" y="4730772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  <p:sp>
        <p:nvSpPr>
          <p:cNvPr id="12" name="任意多边形: 形状 11"/>
          <p:cNvSpPr/>
          <p:nvPr userDrawn="1">
            <p:custDataLst>
              <p:tags r:id="rId9"/>
            </p:custDataLst>
          </p:nvPr>
        </p:nvSpPr>
        <p:spPr>
          <a:xfrm>
            <a:off x="12111059" y="129855"/>
            <a:ext cx="80941" cy="203213"/>
          </a:xfrm>
          <a:custGeom>
            <a:avLst/>
            <a:gdLst>
              <a:gd name="connsiteX0" fmla="*/ 80941 w 80941"/>
              <a:gd name="connsiteY0" fmla="*/ 0 h 203213"/>
              <a:gd name="connsiteX1" fmla="*/ 80940 w 80941"/>
              <a:gd name="connsiteY1" fmla="*/ 203213 h 203213"/>
              <a:gd name="connsiteX2" fmla="*/ 0 w 80941"/>
              <a:gd name="connsiteY2" fmla="*/ 163028 h 203213"/>
              <a:gd name="connsiteX3" fmla="*/ 80941 w 80941"/>
              <a:gd name="connsiteY3" fmla="*/ 0 h 203213"/>
              <a:gd name="connsiteX0-1" fmla="*/ 80941 w 87208"/>
              <a:gd name="connsiteY0-2" fmla="*/ 794 h 204007"/>
              <a:gd name="connsiteX1-3" fmla="*/ 81736 w 87208"/>
              <a:gd name="connsiteY1-4" fmla="*/ 105889 h 204007"/>
              <a:gd name="connsiteX2-5" fmla="*/ 80940 w 87208"/>
              <a:gd name="connsiteY2-6" fmla="*/ 204007 h 204007"/>
              <a:gd name="connsiteX3-7" fmla="*/ 0 w 87208"/>
              <a:gd name="connsiteY3-8" fmla="*/ 163822 h 204007"/>
              <a:gd name="connsiteX4" fmla="*/ 80941 w 87208"/>
              <a:gd name="connsiteY4" fmla="*/ 794 h 204007"/>
              <a:gd name="connsiteX0-9" fmla="*/ 81736 w 173176"/>
              <a:gd name="connsiteY0-10" fmla="*/ 105875 h 203993"/>
              <a:gd name="connsiteX1-11" fmla="*/ 80940 w 173176"/>
              <a:gd name="connsiteY1-12" fmla="*/ 203993 h 203993"/>
              <a:gd name="connsiteX2-13" fmla="*/ 0 w 173176"/>
              <a:gd name="connsiteY2-14" fmla="*/ 163808 h 203993"/>
              <a:gd name="connsiteX3-15" fmla="*/ 80941 w 173176"/>
              <a:gd name="connsiteY3-16" fmla="*/ 780 h 203993"/>
              <a:gd name="connsiteX4-17" fmla="*/ 173176 w 173176"/>
              <a:gd name="connsiteY4-18" fmla="*/ 197315 h 203993"/>
              <a:gd name="connsiteX0-19" fmla="*/ 81736 w 87208"/>
              <a:gd name="connsiteY0-20" fmla="*/ 105095 h 203213"/>
              <a:gd name="connsiteX1-21" fmla="*/ 80940 w 87208"/>
              <a:gd name="connsiteY1-22" fmla="*/ 203213 h 203213"/>
              <a:gd name="connsiteX2-23" fmla="*/ 0 w 87208"/>
              <a:gd name="connsiteY2-24" fmla="*/ 163028 h 203213"/>
              <a:gd name="connsiteX3-25" fmla="*/ 80941 w 87208"/>
              <a:gd name="connsiteY3-26" fmla="*/ 0 h 203213"/>
              <a:gd name="connsiteX0-27" fmla="*/ 80940 w 80941"/>
              <a:gd name="connsiteY0-28" fmla="*/ 203213 h 203213"/>
              <a:gd name="connsiteX1-29" fmla="*/ 0 w 80941"/>
              <a:gd name="connsiteY1-30" fmla="*/ 163028 h 203213"/>
              <a:gd name="connsiteX2-31" fmla="*/ 80941 w 80941"/>
              <a:gd name="connsiteY2-32" fmla="*/ 0 h 2032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80941" h="203213">
                <a:moveTo>
                  <a:pt x="80940" y="203213"/>
                </a:moveTo>
                <a:lnTo>
                  <a:pt x="0" y="163028"/>
                </a:lnTo>
                <a:lnTo>
                  <a:pt x="80941" y="0"/>
                </a:lnTo>
              </a:path>
            </a:pathLst>
          </a:custGeom>
          <a:noFill/>
          <a:ln w="19050">
            <a:solidFill>
              <a:srgbClr val="FFFFFF">
                <a:alpha val="9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10"/>
            </p:custDataLst>
          </p:nvPr>
        </p:nvSpPr>
        <p:spPr>
          <a:xfrm>
            <a:off x="11653040" y="0"/>
            <a:ext cx="538960" cy="718317"/>
          </a:xfrm>
          <a:custGeom>
            <a:avLst/>
            <a:gdLst>
              <a:gd name="connsiteX0" fmla="*/ 223781 w 538960"/>
              <a:gd name="connsiteY0" fmla="*/ 0 h 718317"/>
              <a:gd name="connsiteX1" fmla="*/ 538960 w 538960"/>
              <a:gd name="connsiteY1" fmla="*/ 718317 h 718317"/>
              <a:gd name="connsiteX2" fmla="*/ 0 w 538960"/>
              <a:gd name="connsiteY2" fmla="*/ 450732 h 718317"/>
              <a:gd name="connsiteX3" fmla="*/ 223781 w 538960"/>
              <a:gd name="connsiteY3" fmla="*/ 0 h 718317"/>
              <a:gd name="connsiteX0-1" fmla="*/ 223781 w 538960"/>
              <a:gd name="connsiteY0-2" fmla="*/ 0 h 718317"/>
              <a:gd name="connsiteX1-3" fmla="*/ 355606 w 538960"/>
              <a:gd name="connsiteY1-4" fmla="*/ 308750 h 718317"/>
              <a:gd name="connsiteX2-5" fmla="*/ 538960 w 538960"/>
              <a:gd name="connsiteY2-6" fmla="*/ 718317 h 718317"/>
              <a:gd name="connsiteX3-7" fmla="*/ 0 w 538960"/>
              <a:gd name="connsiteY3-8" fmla="*/ 450732 h 718317"/>
              <a:gd name="connsiteX4" fmla="*/ 223781 w 538960"/>
              <a:gd name="connsiteY4" fmla="*/ 0 h 718317"/>
              <a:gd name="connsiteX0-9" fmla="*/ 355606 w 538960"/>
              <a:gd name="connsiteY0-10" fmla="*/ 308750 h 718317"/>
              <a:gd name="connsiteX1-11" fmla="*/ 538960 w 538960"/>
              <a:gd name="connsiteY1-12" fmla="*/ 718317 h 718317"/>
              <a:gd name="connsiteX2-13" fmla="*/ 0 w 538960"/>
              <a:gd name="connsiteY2-14" fmla="*/ 450732 h 718317"/>
              <a:gd name="connsiteX3-15" fmla="*/ 223781 w 538960"/>
              <a:gd name="connsiteY3-16" fmla="*/ 0 h 718317"/>
              <a:gd name="connsiteX4-17" fmla="*/ 447046 w 538960"/>
              <a:gd name="connsiteY4-18" fmla="*/ 400190 h 718317"/>
              <a:gd name="connsiteX0-19" fmla="*/ 355606 w 538960"/>
              <a:gd name="connsiteY0-20" fmla="*/ 308750 h 718317"/>
              <a:gd name="connsiteX1-21" fmla="*/ 538960 w 538960"/>
              <a:gd name="connsiteY1-22" fmla="*/ 718317 h 718317"/>
              <a:gd name="connsiteX2-23" fmla="*/ 0 w 538960"/>
              <a:gd name="connsiteY2-24" fmla="*/ 450732 h 718317"/>
              <a:gd name="connsiteX3-25" fmla="*/ 223781 w 538960"/>
              <a:gd name="connsiteY3-26" fmla="*/ 0 h 718317"/>
              <a:gd name="connsiteX0-27" fmla="*/ 538960 w 538960"/>
              <a:gd name="connsiteY0-28" fmla="*/ 718317 h 718317"/>
              <a:gd name="connsiteX1-29" fmla="*/ 0 w 538960"/>
              <a:gd name="connsiteY1-30" fmla="*/ 450732 h 718317"/>
              <a:gd name="connsiteX2-31" fmla="*/ 223781 w 538960"/>
              <a:gd name="connsiteY2-32" fmla="*/ 0 h 71831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38960" h="718317">
                <a:moveTo>
                  <a:pt x="538960" y="718317"/>
                </a:moveTo>
                <a:lnTo>
                  <a:pt x="0" y="450732"/>
                </a:lnTo>
                <a:lnTo>
                  <a:pt x="223781" y="0"/>
                </a:lnTo>
              </a:path>
            </a:pathLst>
          </a:custGeom>
          <a:noFill/>
          <a:ln>
            <a:solidFill>
              <a:srgbClr val="FFFFFF">
                <a:alpha val="8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11"/>
            </p:custDataLst>
          </p:nvPr>
        </p:nvSpPr>
        <p:spPr>
          <a:xfrm>
            <a:off x="11146503" y="0"/>
            <a:ext cx="1045497" cy="1140660"/>
          </a:xfrm>
          <a:custGeom>
            <a:avLst/>
            <a:gdLst>
              <a:gd name="connsiteX0" fmla="*/ 308608 w 1045497"/>
              <a:gd name="connsiteY0" fmla="*/ 0 h 1140660"/>
              <a:gd name="connsiteX1" fmla="*/ 1045497 w 1045497"/>
              <a:gd name="connsiteY1" fmla="*/ 1140660 h 1140660"/>
              <a:gd name="connsiteX2" fmla="*/ 0 w 1045497"/>
              <a:gd name="connsiteY2" fmla="*/ 621588 h 1140660"/>
              <a:gd name="connsiteX3" fmla="*/ 308608 w 1045497"/>
              <a:gd name="connsiteY3" fmla="*/ 0 h 1140660"/>
              <a:gd name="connsiteX0-1" fmla="*/ 308608 w 1045497"/>
              <a:gd name="connsiteY0-2" fmla="*/ 0 h 1140660"/>
              <a:gd name="connsiteX1-3" fmla="*/ 585918 w 1045497"/>
              <a:gd name="connsiteY1-4" fmla="*/ 429402 h 1140660"/>
              <a:gd name="connsiteX2-5" fmla="*/ 1045497 w 1045497"/>
              <a:gd name="connsiteY2-6" fmla="*/ 1140660 h 1140660"/>
              <a:gd name="connsiteX3-7" fmla="*/ 0 w 1045497"/>
              <a:gd name="connsiteY3-8" fmla="*/ 621588 h 1140660"/>
              <a:gd name="connsiteX4" fmla="*/ 308608 w 1045497"/>
              <a:gd name="connsiteY4" fmla="*/ 0 h 1140660"/>
              <a:gd name="connsiteX0-9" fmla="*/ 585918 w 1045497"/>
              <a:gd name="connsiteY0-10" fmla="*/ 429402 h 1140660"/>
              <a:gd name="connsiteX1-11" fmla="*/ 1045497 w 1045497"/>
              <a:gd name="connsiteY1-12" fmla="*/ 1140660 h 1140660"/>
              <a:gd name="connsiteX2-13" fmla="*/ 0 w 1045497"/>
              <a:gd name="connsiteY2-14" fmla="*/ 621588 h 1140660"/>
              <a:gd name="connsiteX3-15" fmla="*/ 308608 w 1045497"/>
              <a:gd name="connsiteY3-16" fmla="*/ 0 h 1140660"/>
              <a:gd name="connsiteX4-17" fmla="*/ 677358 w 1045497"/>
              <a:gd name="connsiteY4-18" fmla="*/ 520842 h 1140660"/>
              <a:gd name="connsiteX0-19" fmla="*/ 585918 w 1045497"/>
              <a:gd name="connsiteY0-20" fmla="*/ 429402 h 1140660"/>
              <a:gd name="connsiteX1-21" fmla="*/ 1045497 w 1045497"/>
              <a:gd name="connsiteY1-22" fmla="*/ 1140660 h 1140660"/>
              <a:gd name="connsiteX2-23" fmla="*/ 0 w 1045497"/>
              <a:gd name="connsiteY2-24" fmla="*/ 621588 h 1140660"/>
              <a:gd name="connsiteX3-25" fmla="*/ 308608 w 1045497"/>
              <a:gd name="connsiteY3-26" fmla="*/ 0 h 1140660"/>
              <a:gd name="connsiteX0-27" fmla="*/ 1045497 w 1045497"/>
              <a:gd name="connsiteY0-28" fmla="*/ 1140660 h 1140660"/>
              <a:gd name="connsiteX1-29" fmla="*/ 0 w 1045497"/>
              <a:gd name="connsiteY1-30" fmla="*/ 621588 h 1140660"/>
              <a:gd name="connsiteX2-31" fmla="*/ 308608 w 1045497"/>
              <a:gd name="connsiteY2-32" fmla="*/ 0 h 11406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45497" h="1140660">
                <a:moveTo>
                  <a:pt x="1045497" y="1140660"/>
                </a:moveTo>
                <a:lnTo>
                  <a:pt x="0" y="621588"/>
                </a:lnTo>
                <a:lnTo>
                  <a:pt x="308608" y="0"/>
                </a:lnTo>
              </a:path>
            </a:pathLst>
          </a:custGeom>
          <a:noFill/>
          <a:ln>
            <a:solidFill>
              <a:srgbClr val="FFFFFF">
                <a:alpha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10663908" y="0"/>
            <a:ext cx="1528092" cy="1542638"/>
          </a:xfrm>
          <a:custGeom>
            <a:avLst/>
            <a:gdLst>
              <a:gd name="connsiteX0" fmla="*/ 389226 w 1528092"/>
              <a:gd name="connsiteY0" fmla="*/ 0 h 1542638"/>
              <a:gd name="connsiteX1" fmla="*/ 1528092 w 1528092"/>
              <a:gd name="connsiteY1" fmla="*/ 1542638 h 1542638"/>
              <a:gd name="connsiteX2" fmla="*/ 0 w 1528092"/>
              <a:gd name="connsiteY2" fmla="*/ 783965 h 1542638"/>
              <a:gd name="connsiteX3" fmla="*/ 389226 w 1528092"/>
              <a:gd name="connsiteY3" fmla="*/ 0 h 1542638"/>
              <a:gd name="connsiteX0-1" fmla="*/ 389226 w 1528092"/>
              <a:gd name="connsiteY0-2" fmla="*/ 0 h 1542638"/>
              <a:gd name="connsiteX1-3" fmla="*/ 779589 w 1528092"/>
              <a:gd name="connsiteY1-4" fmla="*/ 531002 h 1542638"/>
              <a:gd name="connsiteX2-5" fmla="*/ 1528092 w 1528092"/>
              <a:gd name="connsiteY2-6" fmla="*/ 1542638 h 1542638"/>
              <a:gd name="connsiteX3-7" fmla="*/ 0 w 1528092"/>
              <a:gd name="connsiteY3-8" fmla="*/ 783965 h 1542638"/>
              <a:gd name="connsiteX4" fmla="*/ 389226 w 1528092"/>
              <a:gd name="connsiteY4" fmla="*/ 0 h 1542638"/>
              <a:gd name="connsiteX0-9" fmla="*/ 779589 w 1528092"/>
              <a:gd name="connsiteY0-10" fmla="*/ 531002 h 1542638"/>
              <a:gd name="connsiteX1-11" fmla="*/ 1528092 w 1528092"/>
              <a:gd name="connsiteY1-12" fmla="*/ 1542638 h 1542638"/>
              <a:gd name="connsiteX2-13" fmla="*/ 0 w 1528092"/>
              <a:gd name="connsiteY2-14" fmla="*/ 783965 h 1542638"/>
              <a:gd name="connsiteX3-15" fmla="*/ 389226 w 1528092"/>
              <a:gd name="connsiteY3-16" fmla="*/ 0 h 1542638"/>
              <a:gd name="connsiteX4-17" fmla="*/ 871029 w 1528092"/>
              <a:gd name="connsiteY4-18" fmla="*/ 622442 h 1542638"/>
              <a:gd name="connsiteX0-19" fmla="*/ 779589 w 1528092"/>
              <a:gd name="connsiteY0-20" fmla="*/ 531002 h 1542638"/>
              <a:gd name="connsiteX1-21" fmla="*/ 1528092 w 1528092"/>
              <a:gd name="connsiteY1-22" fmla="*/ 1542638 h 1542638"/>
              <a:gd name="connsiteX2-23" fmla="*/ 0 w 1528092"/>
              <a:gd name="connsiteY2-24" fmla="*/ 783965 h 1542638"/>
              <a:gd name="connsiteX3-25" fmla="*/ 389226 w 1528092"/>
              <a:gd name="connsiteY3-26" fmla="*/ 0 h 1542638"/>
              <a:gd name="connsiteX0-27" fmla="*/ 1528092 w 1528092"/>
              <a:gd name="connsiteY0-28" fmla="*/ 1542638 h 1542638"/>
              <a:gd name="connsiteX1-29" fmla="*/ 0 w 1528092"/>
              <a:gd name="connsiteY1-30" fmla="*/ 783965 h 1542638"/>
              <a:gd name="connsiteX2-31" fmla="*/ 389226 w 1528092"/>
              <a:gd name="connsiteY2-32" fmla="*/ 0 h 15426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528092" h="1542638">
                <a:moveTo>
                  <a:pt x="1528092" y="1542638"/>
                </a:moveTo>
                <a:lnTo>
                  <a:pt x="0" y="783965"/>
                </a:lnTo>
                <a:lnTo>
                  <a:pt x="389226" y="0"/>
                </a:lnTo>
              </a:path>
            </a:pathLst>
          </a:custGeom>
          <a:noFill/>
          <a:ln>
            <a:solidFill>
              <a:srgbClr val="FFFFFF">
                <a:alpha val="7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/>
          <p:cNvSpPr/>
          <p:nvPr userDrawn="1">
            <p:custDataLst>
              <p:tags r:id="rId13"/>
            </p:custDataLst>
          </p:nvPr>
        </p:nvSpPr>
        <p:spPr>
          <a:xfrm>
            <a:off x="10156846" y="0"/>
            <a:ext cx="2035154" cy="1964782"/>
          </a:xfrm>
          <a:custGeom>
            <a:avLst/>
            <a:gdLst>
              <a:gd name="connsiteX0" fmla="*/ 473824 w 2035154"/>
              <a:gd name="connsiteY0" fmla="*/ 0 h 1964782"/>
              <a:gd name="connsiteX1" fmla="*/ 2035154 w 2035154"/>
              <a:gd name="connsiteY1" fmla="*/ 1964782 h 1964782"/>
              <a:gd name="connsiteX2" fmla="*/ 0 w 2035154"/>
              <a:gd name="connsiteY2" fmla="*/ 954362 h 1964782"/>
              <a:gd name="connsiteX3" fmla="*/ 473824 w 2035154"/>
              <a:gd name="connsiteY3" fmla="*/ 0 h 1964782"/>
              <a:gd name="connsiteX0-1" fmla="*/ 473824 w 2035154"/>
              <a:gd name="connsiteY0-2" fmla="*/ 0 h 1964782"/>
              <a:gd name="connsiteX1-3" fmla="*/ 1000900 w 2035154"/>
              <a:gd name="connsiteY1-4" fmla="*/ 667526 h 1964782"/>
              <a:gd name="connsiteX2-5" fmla="*/ 2035154 w 2035154"/>
              <a:gd name="connsiteY2-6" fmla="*/ 1964782 h 1964782"/>
              <a:gd name="connsiteX3-7" fmla="*/ 0 w 2035154"/>
              <a:gd name="connsiteY3-8" fmla="*/ 954362 h 1964782"/>
              <a:gd name="connsiteX4" fmla="*/ 473824 w 2035154"/>
              <a:gd name="connsiteY4" fmla="*/ 0 h 1964782"/>
              <a:gd name="connsiteX0-9" fmla="*/ 473824 w 2035154"/>
              <a:gd name="connsiteY0-10" fmla="*/ 0 h 1964782"/>
              <a:gd name="connsiteX1-11" fmla="*/ 2035154 w 2035154"/>
              <a:gd name="connsiteY1-12" fmla="*/ 1964782 h 1964782"/>
              <a:gd name="connsiteX2-13" fmla="*/ 0 w 2035154"/>
              <a:gd name="connsiteY2-14" fmla="*/ 954362 h 1964782"/>
              <a:gd name="connsiteX3-15" fmla="*/ 473824 w 2035154"/>
              <a:gd name="connsiteY3-16" fmla="*/ 0 h 1964782"/>
              <a:gd name="connsiteX0-17" fmla="*/ 473824 w 2035154"/>
              <a:gd name="connsiteY0-18" fmla="*/ 0 h 1964782"/>
              <a:gd name="connsiteX1-19" fmla="*/ 1045350 w 2035154"/>
              <a:gd name="connsiteY1-20" fmla="*/ 705626 h 1964782"/>
              <a:gd name="connsiteX2-21" fmla="*/ 2035154 w 2035154"/>
              <a:gd name="connsiteY2-22" fmla="*/ 1964782 h 1964782"/>
              <a:gd name="connsiteX3-23" fmla="*/ 0 w 2035154"/>
              <a:gd name="connsiteY3-24" fmla="*/ 954362 h 1964782"/>
              <a:gd name="connsiteX4-25" fmla="*/ 473824 w 2035154"/>
              <a:gd name="connsiteY4-26" fmla="*/ 0 h 1964782"/>
              <a:gd name="connsiteX0-27" fmla="*/ 1045350 w 2035154"/>
              <a:gd name="connsiteY0-28" fmla="*/ 705626 h 1964782"/>
              <a:gd name="connsiteX1-29" fmla="*/ 2035154 w 2035154"/>
              <a:gd name="connsiteY1-30" fmla="*/ 1964782 h 1964782"/>
              <a:gd name="connsiteX2-31" fmla="*/ 0 w 2035154"/>
              <a:gd name="connsiteY2-32" fmla="*/ 954362 h 1964782"/>
              <a:gd name="connsiteX3-33" fmla="*/ 473824 w 2035154"/>
              <a:gd name="connsiteY3-34" fmla="*/ 0 h 1964782"/>
              <a:gd name="connsiteX4-35" fmla="*/ 1136790 w 2035154"/>
              <a:gd name="connsiteY4-36" fmla="*/ 797066 h 1964782"/>
              <a:gd name="connsiteX0-37" fmla="*/ 1045350 w 2035154"/>
              <a:gd name="connsiteY0-38" fmla="*/ 705626 h 1964782"/>
              <a:gd name="connsiteX1-39" fmla="*/ 2035154 w 2035154"/>
              <a:gd name="connsiteY1-40" fmla="*/ 1964782 h 1964782"/>
              <a:gd name="connsiteX2-41" fmla="*/ 0 w 2035154"/>
              <a:gd name="connsiteY2-42" fmla="*/ 954362 h 1964782"/>
              <a:gd name="connsiteX3-43" fmla="*/ 473824 w 2035154"/>
              <a:gd name="connsiteY3-44" fmla="*/ 0 h 1964782"/>
              <a:gd name="connsiteX0-45" fmla="*/ 2035154 w 2035154"/>
              <a:gd name="connsiteY0-46" fmla="*/ 1964782 h 1964782"/>
              <a:gd name="connsiteX1-47" fmla="*/ 0 w 2035154"/>
              <a:gd name="connsiteY1-48" fmla="*/ 954362 h 1964782"/>
              <a:gd name="connsiteX2-49" fmla="*/ 473824 w 2035154"/>
              <a:gd name="connsiteY2-50" fmla="*/ 0 h 19647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35154" h="1964782">
                <a:moveTo>
                  <a:pt x="2035154" y="1964782"/>
                </a:moveTo>
                <a:lnTo>
                  <a:pt x="0" y="954362"/>
                </a:lnTo>
                <a:lnTo>
                  <a:pt x="473824" y="0"/>
                </a:lnTo>
              </a:path>
            </a:pathLst>
          </a:custGeom>
          <a:noFill/>
          <a:ln>
            <a:solidFill>
              <a:srgbClr val="FFFFFF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14"/>
            </p:custDataLst>
          </p:nvPr>
        </p:nvSpPr>
        <p:spPr>
          <a:xfrm>
            <a:off x="9626370" y="0"/>
            <a:ext cx="2565630" cy="2406856"/>
          </a:xfrm>
          <a:custGeom>
            <a:avLst/>
            <a:gdLst>
              <a:gd name="connsiteX0" fmla="*/ 562546 w 2565630"/>
              <a:gd name="connsiteY0" fmla="*/ 0 h 2406856"/>
              <a:gd name="connsiteX1" fmla="*/ 2565630 w 2565630"/>
              <a:gd name="connsiteY1" fmla="*/ 2406856 h 2406856"/>
              <a:gd name="connsiteX2" fmla="*/ 0 w 2565630"/>
              <a:gd name="connsiteY2" fmla="*/ 1133063 h 2406856"/>
              <a:gd name="connsiteX3" fmla="*/ 562546 w 2565630"/>
              <a:gd name="connsiteY3" fmla="*/ 0 h 2406856"/>
              <a:gd name="connsiteX0-1" fmla="*/ 562546 w 2565630"/>
              <a:gd name="connsiteY0-2" fmla="*/ 0 h 2406856"/>
              <a:gd name="connsiteX1-3" fmla="*/ 1124976 w 2565630"/>
              <a:gd name="connsiteY1-4" fmla="*/ 677052 h 2406856"/>
              <a:gd name="connsiteX2-5" fmla="*/ 2565630 w 2565630"/>
              <a:gd name="connsiteY2-6" fmla="*/ 2406856 h 2406856"/>
              <a:gd name="connsiteX3-7" fmla="*/ 0 w 2565630"/>
              <a:gd name="connsiteY3-8" fmla="*/ 1133063 h 2406856"/>
              <a:gd name="connsiteX4" fmla="*/ 562546 w 2565630"/>
              <a:gd name="connsiteY4" fmla="*/ 0 h 2406856"/>
              <a:gd name="connsiteX0-9" fmla="*/ 1124976 w 2565630"/>
              <a:gd name="connsiteY0-10" fmla="*/ 677052 h 2406856"/>
              <a:gd name="connsiteX1-11" fmla="*/ 2565630 w 2565630"/>
              <a:gd name="connsiteY1-12" fmla="*/ 2406856 h 2406856"/>
              <a:gd name="connsiteX2-13" fmla="*/ 0 w 2565630"/>
              <a:gd name="connsiteY2-14" fmla="*/ 1133063 h 2406856"/>
              <a:gd name="connsiteX3-15" fmla="*/ 562546 w 2565630"/>
              <a:gd name="connsiteY3-16" fmla="*/ 0 h 2406856"/>
              <a:gd name="connsiteX4-17" fmla="*/ 1216416 w 2565630"/>
              <a:gd name="connsiteY4-18" fmla="*/ 768492 h 2406856"/>
              <a:gd name="connsiteX0-19" fmla="*/ 1124976 w 2565630"/>
              <a:gd name="connsiteY0-20" fmla="*/ 677052 h 2406856"/>
              <a:gd name="connsiteX1-21" fmla="*/ 2565630 w 2565630"/>
              <a:gd name="connsiteY1-22" fmla="*/ 2406856 h 2406856"/>
              <a:gd name="connsiteX2-23" fmla="*/ 0 w 2565630"/>
              <a:gd name="connsiteY2-24" fmla="*/ 1133063 h 2406856"/>
              <a:gd name="connsiteX3-25" fmla="*/ 562546 w 2565630"/>
              <a:gd name="connsiteY3-26" fmla="*/ 0 h 2406856"/>
              <a:gd name="connsiteX0-27" fmla="*/ 2565630 w 2565630"/>
              <a:gd name="connsiteY0-28" fmla="*/ 2406856 h 2406856"/>
              <a:gd name="connsiteX1-29" fmla="*/ 0 w 2565630"/>
              <a:gd name="connsiteY1-30" fmla="*/ 1133063 h 2406856"/>
              <a:gd name="connsiteX2-31" fmla="*/ 562546 w 2565630"/>
              <a:gd name="connsiteY2-32" fmla="*/ 0 h 24068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565630" h="2406856">
                <a:moveTo>
                  <a:pt x="2565630" y="2406856"/>
                </a:moveTo>
                <a:lnTo>
                  <a:pt x="0" y="1133063"/>
                </a:lnTo>
                <a:lnTo>
                  <a:pt x="562546" y="0"/>
                </a:lnTo>
              </a:path>
            </a:pathLst>
          </a:custGeom>
          <a:noFill/>
          <a:ln>
            <a:solidFill>
              <a:srgbClr val="FFFFFF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15"/>
            </p:custDataLst>
          </p:nvPr>
        </p:nvSpPr>
        <p:spPr>
          <a:xfrm>
            <a:off x="9095368" y="0"/>
            <a:ext cx="3096632" cy="2849364"/>
          </a:xfrm>
          <a:custGeom>
            <a:avLst/>
            <a:gdLst>
              <a:gd name="connsiteX0" fmla="*/ 651356 w 3096632"/>
              <a:gd name="connsiteY0" fmla="*/ 0 h 2849364"/>
              <a:gd name="connsiteX1" fmla="*/ 3096632 w 3096632"/>
              <a:gd name="connsiteY1" fmla="*/ 2849364 h 2849364"/>
              <a:gd name="connsiteX2" fmla="*/ 0 w 3096632"/>
              <a:gd name="connsiteY2" fmla="*/ 1311938 h 2849364"/>
              <a:gd name="connsiteX3" fmla="*/ 651356 w 3096632"/>
              <a:gd name="connsiteY3" fmla="*/ 0 h 2849364"/>
              <a:gd name="connsiteX0-1" fmla="*/ 651356 w 3096632"/>
              <a:gd name="connsiteY0-2" fmla="*/ 0 h 2849364"/>
              <a:gd name="connsiteX1-3" fmla="*/ 1465478 w 3096632"/>
              <a:gd name="connsiteY1-4" fmla="*/ 953276 h 2849364"/>
              <a:gd name="connsiteX2-5" fmla="*/ 3096632 w 3096632"/>
              <a:gd name="connsiteY2-6" fmla="*/ 2849364 h 2849364"/>
              <a:gd name="connsiteX3-7" fmla="*/ 0 w 3096632"/>
              <a:gd name="connsiteY3-8" fmla="*/ 1311938 h 2849364"/>
              <a:gd name="connsiteX4" fmla="*/ 651356 w 3096632"/>
              <a:gd name="connsiteY4" fmla="*/ 0 h 2849364"/>
              <a:gd name="connsiteX0-9" fmla="*/ 1465478 w 3096632"/>
              <a:gd name="connsiteY0-10" fmla="*/ 953276 h 2849364"/>
              <a:gd name="connsiteX1-11" fmla="*/ 3096632 w 3096632"/>
              <a:gd name="connsiteY1-12" fmla="*/ 2849364 h 2849364"/>
              <a:gd name="connsiteX2-13" fmla="*/ 0 w 3096632"/>
              <a:gd name="connsiteY2-14" fmla="*/ 1311938 h 2849364"/>
              <a:gd name="connsiteX3-15" fmla="*/ 651356 w 3096632"/>
              <a:gd name="connsiteY3-16" fmla="*/ 0 h 2849364"/>
              <a:gd name="connsiteX4-17" fmla="*/ 1556918 w 3096632"/>
              <a:gd name="connsiteY4-18" fmla="*/ 1044716 h 2849364"/>
              <a:gd name="connsiteX0-19" fmla="*/ 1465478 w 3096632"/>
              <a:gd name="connsiteY0-20" fmla="*/ 953276 h 2849364"/>
              <a:gd name="connsiteX1-21" fmla="*/ 3096632 w 3096632"/>
              <a:gd name="connsiteY1-22" fmla="*/ 2849364 h 2849364"/>
              <a:gd name="connsiteX2-23" fmla="*/ 0 w 3096632"/>
              <a:gd name="connsiteY2-24" fmla="*/ 1311938 h 2849364"/>
              <a:gd name="connsiteX3-25" fmla="*/ 651356 w 3096632"/>
              <a:gd name="connsiteY3-26" fmla="*/ 0 h 2849364"/>
              <a:gd name="connsiteX0-27" fmla="*/ 3096632 w 3096632"/>
              <a:gd name="connsiteY0-28" fmla="*/ 2849364 h 2849364"/>
              <a:gd name="connsiteX1-29" fmla="*/ 0 w 3096632"/>
              <a:gd name="connsiteY1-30" fmla="*/ 1311938 h 2849364"/>
              <a:gd name="connsiteX2-31" fmla="*/ 651356 w 3096632"/>
              <a:gd name="connsiteY2-32" fmla="*/ 0 h 28493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096632" h="2849364">
                <a:moveTo>
                  <a:pt x="3096632" y="2849364"/>
                </a:moveTo>
                <a:lnTo>
                  <a:pt x="0" y="1311938"/>
                </a:lnTo>
                <a:lnTo>
                  <a:pt x="651356" y="0"/>
                </a:lnTo>
              </a:path>
            </a:pathLst>
          </a:custGeom>
          <a:noFill/>
          <a:ln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16"/>
            </p:custDataLst>
          </p:nvPr>
        </p:nvSpPr>
        <p:spPr>
          <a:xfrm>
            <a:off x="8509786" y="0"/>
            <a:ext cx="3682214" cy="3337126"/>
          </a:xfrm>
          <a:custGeom>
            <a:avLst/>
            <a:gdLst>
              <a:gd name="connsiteX0" fmla="*/ 749176 w 3682214"/>
              <a:gd name="connsiteY0" fmla="*/ 0 h 3337126"/>
              <a:gd name="connsiteX1" fmla="*/ 3682214 w 3682214"/>
              <a:gd name="connsiteY1" fmla="*/ 3337126 h 3337126"/>
              <a:gd name="connsiteX2" fmla="*/ 0 w 3682214"/>
              <a:gd name="connsiteY2" fmla="*/ 1508968 h 3337126"/>
              <a:gd name="connsiteX3" fmla="*/ 749176 w 3682214"/>
              <a:gd name="connsiteY3" fmla="*/ 0 h 3337126"/>
              <a:gd name="connsiteX0-1" fmla="*/ 749176 w 3682214"/>
              <a:gd name="connsiteY0-2" fmla="*/ 0 h 3337126"/>
              <a:gd name="connsiteX1-3" fmla="*/ 1539885 w 3682214"/>
              <a:gd name="connsiteY1-4" fmla="*/ 902475 h 3337126"/>
              <a:gd name="connsiteX2-5" fmla="*/ 3682214 w 3682214"/>
              <a:gd name="connsiteY2-6" fmla="*/ 3337126 h 3337126"/>
              <a:gd name="connsiteX3-7" fmla="*/ 0 w 3682214"/>
              <a:gd name="connsiteY3-8" fmla="*/ 1508968 h 3337126"/>
              <a:gd name="connsiteX4" fmla="*/ 749176 w 3682214"/>
              <a:gd name="connsiteY4" fmla="*/ 0 h 3337126"/>
              <a:gd name="connsiteX0-9" fmla="*/ 1539885 w 3682214"/>
              <a:gd name="connsiteY0-10" fmla="*/ 902475 h 3337126"/>
              <a:gd name="connsiteX1-11" fmla="*/ 3682214 w 3682214"/>
              <a:gd name="connsiteY1-12" fmla="*/ 3337126 h 3337126"/>
              <a:gd name="connsiteX2-13" fmla="*/ 0 w 3682214"/>
              <a:gd name="connsiteY2-14" fmla="*/ 1508968 h 3337126"/>
              <a:gd name="connsiteX3-15" fmla="*/ 749176 w 3682214"/>
              <a:gd name="connsiteY3-16" fmla="*/ 0 h 3337126"/>
              <a:gd name="connsiteX4-17" fmla="*/ 1631325 w 3682214"/>
              <a:gd name="connsiteY4-18" fmla="*/ 993915 h 3337126"/>
              <a:gd name="connsiteX0-19" fmla="*/ 1539885 w 3682214"/>
              <a:gd name="connsiteY0-20" fmla="*/ 902475 h 3337126"/>
              <a:gd name="connsiteX1-21" fmla="*/ 3682214 w 3682214"/>
              <a:gd name="connsiteY1-22" fmla="*/ 3337126 h 3337126"/>
              <a:gd name="connsiteX2-23" fmla="*/ 0 w 3682214"/>
              <a:gd name="connsiteY2-24" fmla="*/ 1508968 h 3337126"/>
              <a:gd name="connsiteX3-25" fmla="*/ 749176 w 3682214"/>
              <a:gd name="connsiteY3-26" fmla="*/ 0 h 3337126"/>
              <a:gd name="connsiteX0-27" fmla="*/ 3682214 w 3682214"/>
              <a:gd name="connsiteY0-28" fmla="*/ 3337126 h 3337126"/>
              <a:gd name="connsiteX1-29" fmla="*/ 0 w 3682214"/>
              <a:gd name="connsiteY1-30" fmla="*/ 1508968 h 3337126"/>
              <a:gd name="connsiteX2-31" fmla="*/ 749176 w 3682214"/>
              <a:gd name="connsiteY2-32" fmla="*/ 0 h 33371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682214" h="3337126">
                <a:moveTo>
                  <a:pt x="3682214" y="3337126"/>
                </a:moveTo>
                <a:lnTo>
                  <a:pt x="0" y="1508968"/>
                </a:lnTo>
                <a:lnTo>
                  <a:pt x="749176" y="0"/>
                </a:lnTo>
              </a:path>
            </a:pathLst>
          </a:custGeom>
          <a:noFill/>
          <a:ln>
            <a:solidFill>
              <a:srgbClr val="FFFFFF">
                <a:alpha val="5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7" name="任意多边形: 形状 36"/>
          <p:cNvSpPr/>
          <p:nvPr userDrawn="1">
            <p:custDataLst>
              <p:tags r:id="rId17"/>
            </p:custDataLst>
          </p:nvPr>
        </p:nvSpPr>
        <p:spPr>
          <a:xfrm>
            <a:off x="7922500" y="0"/>
            <a:ext cx="4269500" cy="3826305"/>
          </a:xfrm>
          <a:custGeom>
            <a:avLst/>
            <a:gdLst>
              <a:gd name="connsiteX0" fmla="*/ 847284 w 4269500"/>
              <a:gd name="connsiteY0" fmla="*/ 0 h 3826305"/>
              <a:gd name="connsiteX1" fmla="*/ 4269500 w 4269500"/>
              <a:gd name="connsiteY1" fmla="*/ 3826305 h 3826305"/>
              <a:gd name="connsiteX2" fmla="*/ 0 w 4269500"/>
              <a:gd name="connsiteY2" fmla="*/ 1706568 h 3826305"/>
              <a:gd name="connsiteX3" fmla="*/ 847284 w 4269500"/>
              <a:gd name="connsiteY3" fmla="*/ 0 h 3826305"/>
              <a:gd name="connsiteX0-1" fmla="*/ 847284 w 4269500"/>
              <a:gd name="connsiteY0-2" fmla="*/ 0 h 3826305"/>
              <a:gd name="connsiteX1-3" fmla="*/ 1565195 w 4269500"/>
              <a:gd name="connsiteY1-4" fmla="*/ 797700 h 3826305"/>
              <a:gd name="connsiteX2-5" fmla="*/ 4269500 w 4269500"/>
              <a:gd name="connsiteY2-6" fmla="*/ 3826305 h 3826305"/>
              <a:gd name="connsiteX3-7" fmla="*/ 0 w 4269500"/>
              <a:gd name="connsiteY3-8" fmla="*/ 1706568 h 3826305"/>
              <a:gd name="connsiteX4" fmla="*/ 847284 w 4269500"/>
              <a:gd name="connsiteY4" fmla="*/ 0 h 3826305"/>
              <a:gd name="connsiteX0-9" fmla="*/ 1565195 w 4269500"/>
              <a:gd name="connsiteY0-10" fmla="*/ 797700 h 3826305"/>
              <a:gd name="connsiteX1-11" fmla="*/ 4269500 w 4269500"/>
              <a:gd name="connsiteY1-12" fmla="*/ 3826305 h 3826305"/>
              <a:gd name="connsiteX2-13" fmla="*/ 0 w 4269500"/>
              <a:gd name="connsiteY2-14" fmla="*/ 1706568 h 3826305"/>
              <a:gd name="connsiteX3-15" fmla="*/ 847284 w 4269500"/>
              <a:gd name="connsiteY3-16" fmla="*/ 0 h 3826305"/>
              <a:gd name="connsiteX4-17" fmla="*/ 1656635 w 4269500"/>
              <a:gd name="connsiteY4-18" fmla="*/ 889140 h 3826305"/>
              <a:gd name="connsiteX0-19" fmla="*/ 1565195 w 4269500"/>
              <a:gd name="connsiteY0-20" fmla="*/ 797700 h 3826305"/>
              <a:gd name="connsiteX1-21" fmla="*/ 4269500 w 4269500"/>
              <a:gd name="connsiteY1-22" fmla="*/ 3826305 h 3826305"/>
              <a:gd name="connsiteX2-23" fmla="*/ 0 w 4269500"/>
              <a:gd name="connsiteY2-24" fmla="*/ 1706568 h 3826305"/>
              <a:gd name="connsiteX3-25" fmla="*/ 847284 w 4269500"/>
              <a:gd name="connsiteY3-26" fmla="*/ 0 h 3826305"/>
              <a:gd name="connsiteX0-27" fmla="*/ 4269500 w 4269500"/>
              <a:gd name="connsiteY0-28" fmla="*/ 3826305 h 3826305"/>
              <a:gd name="connsiteX1-29" fmla="*/ 0 w 4269500"/>
              <a:gd name="connsiteY1-30" fmla="*/ 1706568 h 3826305"/>
              <a:gd name="connsiteX2-31" fmla="*/ 847284 w 4269500"/>
              <a:gd name="connsiteY2-32" fmla="*/ 0 h 38263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269500" h="3826305">
                <a:moveTo>
                  <a:pt x="4269500" y="3826305"/>
                </a:moveTo>
                <a:lnTo>
                  <a:pt x="0" y="1706568"/>
                </a:lnTo>
                <a:lnTo>
                  <a:pt x="847284" y="0"/>
                </a:lnTo>
              </a:path>
            </a:pathLst>
          </a:custGeom>
          <a:noFill/>
          <a:ln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0" name="任意多边形: 形状 39"/>
          <p:cNvSpPr/>
          <p:nvPr userDrawn="1">
            <p:custDataLst>
              <p:tags r:id="rId18"/>
            </p:custDataLst>
          </p:nvPr>
        </p:nvSpPr>
        <p:spPr>
          <a:xfrm>
            <a:off x="7309788" y="0"/>
            <a:ext cx="4882212" cy="4336239"/>
          </a:xfrm>
          <a:custGeom>
            <a:avLst/>
            <a:gdLst>
              <a:gd name="connsiteX0" fmla="*/ 949425 w 4882212"/>
              <a:gd name="connsiteY0" fmla="*/ 0 h 4336239"/>
              <a:gd name="connsiteX1" fmla="*/ 4882212 w 4882212"/>
              <a:gd name="connsiteY1" fmla="*/ 4336239 h 4336239"/>
              <a:gd name="connsiteX2" fmla="*/ 0 w 4882212"/>
              <a:gd name="connsiteY2" fmla="*/ 1912302 h 4336239"/>
              <a:gd name="connsiteX3" fmla="*/ 949425 w 4882212"/>
              <a:gd name="connsiteY3" fmla="*/ 0 h 4336239"/>
              <a:gd name="connsiteX0-1" fmla="*/ 949425 w 4882212"/>
              <a:gd name="connsiteY0-2" fmla="*/ 0 h 4336239"/>
              <a:gd name="connsiteX1-3" fmla="*/ 2028683 w 4882212"/>
              <a:gd name="connsiteY1-4" fmla="*/ 1194577 h 4336239"/>
              <a:gd name="connsiteX2-5" fmla="*/ 4882212 w 4882212"/>
              <a:gd name="connsiteY2-6" fmla="*/ 4336239 h 4336239"/>
              <a:gd name="connsiteX3-7" fmla="*/ 0 w 4882212"/>
              <a:gd name="connsiteY3-8" fmla="*/ 1912302 h 4336239"/>
              <a:gd name="connsiteX4" fmla="*/ 949425 w 4882212"/>
              <a:gd name="connsiteY4" fmla="*/ 0 h 4336239"/>
              <a:gd name="connsiteX0-9" fmla="*/ 2028683 w 4882212"/>
              <a:gd name="connsiteY0-10" fmla="*/ 1194577 h 4336239"/>
              <a:gd name="connsiteX1-11" fmla="*/ 4882212 w 4882212"/>
              <a:gd name="connsiteY1-12" fmla="*/ 4336239 h 4336239"/>
              <a:gd name="connsiteX2-13" fmla="*/ 0 w 4882212"/>
              <a:gd name="connsiteY2-14" fmla="*/ 1912302 h 4336239"/>
              <a:gd name="connsiteX3-15" fmla="*/ 949425 w 4882212"/>
              <a:gd name="connsiteY3-16" fmla="*/ 0 h 4336239"/>
              <a:gd name="connsiteX4-17" fmla="*/ 2120123 w 4882212"/>
              <a:gd name="connsiteY4-18" fmla="*/ 1286017 h 4336239"/>
              <a:gd name="connsiteX0-19" fmla="*/ 2028683 w 4882212"/>
              <a:gd name="connsiteY0-20" fmla="*/ 1194577 h 4336239"/>
              <a:gd name="connsiteX1-21" fmla="*/ 4882212 w 4882212"/>
              <a:gd name="connsiteY1-22" fmla="*/ 4336239 h 4336239"/>
              <a:gd name="connsiteX2-23" fmla="*/ 0 w 4882212"/>
              <a:gd name="connsiteY2-24" fmla="*/ 1912302 h 4336239"/>
              <a:gd name="connsiteX3-25" fmla="*/ 949425 w 4882212"/>
              <a:gd name="connsiteY3-26" fmla="*/ 0 h 4336239"/>
              <a:gd name="connsiteX0-27" fmla="*/ 4882212 w 4882212"/>
              <a:gd name="connsiteY0-28" fmla="*/ 4336239 h 4336239"/>
              <a:gd name="connsiteX1-29" fmla="*/ 0 w 4882212"/>
              <a:gd name="connsiteY1-30" fmla="*/ 1912302 h 4336239"/>
              <a:gd name="connsiteX2-31" fmla="*/ 949425 w 4882212"/>
              <a:gd name="connsiteY2-32" fmla="*/ 0 h 43362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882212" h="4336239">
                <a:moveTo>
                  <a:pt x="4882212" y="4336239"/>
                </a:moveTo>
                <a:lnTo>
                  <a:pt x="0" y="1912302"/>
                </a:lnTo>
                <a:lnTo>
                  <a:pt x="949425" y="0"/>
                </a:lnTo>
              </a:path>
            </a:pathLst>
          </a:custGeom>
          <a:noFill/>
          <a:ln>
            <a:solidFill>
              <a:srgbClr val="FFFFFF">
                <a:alpha val="4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3" name="任意多边形: 形状 42"/>
          <p:cNvSpPr/>
          <p:nvPr userDrawn="1">
            <p:custDataLst>
              <p:tags r:id="rId19"/>
            </p:custDataLst>
          </p:nvPr>
        </p:nvSpPr>
        <p:spPr>
          <a:xfrm>
            <a:off x="6696861" y="0"/>
            <a:ext cx="5495139" cy="4847202"/>
          </a:xfrm>
          <a:custGeom>
            <a:avLst/>
            <a:gdLst>
              <a:gd name="connsiteX0" fmla="*/ 1052026 w 5495139"/>
              <a:gd name="connsiteY0" fmla="*/ 0 h 4847202"/>
              <a:gd name="connsiteX1" fmla="*/ 5495139 w 5495139"/>
              <a:gd name="connsiteY1" fmla="*/ 4847202 h 4847202"/>
              <a:gd name="connsiteX2" fmla="*/ 0 w 5495139"/>
              <a:gd name="connsiteY2" fmla="*/ 2118956 h 4847202"/>
              <a:gd name="connsiteX3" fmla="*/ 1052026 w 5495139"/>
              <a:gd name="connsiteY3" fmla="*/ 0 h 4847202"/>
              <a:gd name="connsiteX0-1" fmla="*/ 1052026 w 5495139"/>
              <a:gd name="connsiteY0-2" fmla="*/ 0 h 4847202"/>
              <a:gd name="connsiteX1-3" fmla="*/ 2266959 w 5495139"/>
              <a:gd name="connsiteY1-4" fmla="*/ 1321577 h 4847202"/>
              <a:gd name="connsiteX2-5" fmla="*/ 5495139 w 5495139"/>
              <a:gd name="connsiteY2-6" fmla="*/ 4847202 h 4847202"/>
              <a:gd name="connsiteX3-7" fmla="*/ 0 w 5495139"/>
              <a:gd name="connsiteY3-8" fmla="*/ 2118956 h 4847202"/>
              <a:gd name="connsiteX4" fmla="*/ 1052026 w 5495139"/>
              <a:gd name="connsiteY4" fmla="*/ 0 h 4847202"/>
              <a:gd name="connsiteX0-9" fmla="*/ 2266959 w 5495139"/>
              <a:gd name="connsiteY0-10" fmla="*/ 1321577 h 4847202"/>
              <a:gd name="connsiteX1-11" fmla="*/ 5495139 w 5495139"/>
              <a:gd name="connsiteY1-12" fmla="*/ 4847202 h 4847202"/>
              <a:gd name="connsiteX2-13" fmla="*/ 0 w 5495139"/>
              <a:gd name="connsiteY2-14" fmla="*/ 2118956 h 4847202"/>
              <a:gd name="connsiteX3-15" fmla="*/ 1052026 w 5495139"/>
              <a:gd name="connsiteY3-16" fmla="*/ 0 h 4847202"/>
              <a:gd name="connsiteX4-17" fmla="*/ 2358399 w 5495139"/>
              <a:gd name="connsiteY4-18" fmla="*/ 1413017 h 4847202"/>
              <a:gd name="connsiteX0-19" fmla="*/ 2266959 w 5495139"/>
              <a:gd name="connsiteY0-20" fmla="*/ 1321577 h 4847202"/>
              <a:gd name="connsiteX1-21" fmla="*/ 5495139 w 5495139"/>
              <a:gd name="connsiteY1-22" fmla="*/ 4847202 h 4847202"/>
              <a:gd name="connsiteX2-23" fmla="*/ 0 w 5495139"/>
              <a:gd name="connsiteY2-24" fmla="*/ 2118956 h 4847202"/>
              <a:gd name="connsiteX3-25" fmla="*/ 1052026 w 5495139"/>
              <a:gd name="connsiteY3-26" fmla="*/ 0 h 4847202"/>
              <a:gd name="connsiteX0-27" fmla="*/ 5495139 w 5495139"/>
              <a:gd name="connsiteY0-28" fmla="*/ 4847202 h 4847202"/>
              <a:gd name="connsiteX1-29" fmla="*/ 0 w 5495139"/>
              <a:gd name="connsiteY1-30" fmla="*/ 2118956 h 4847202"/>
              <a:gd name="connsiteX2-31" fmla="*/ 1052026 w 5495139"/>
              <a:gd name="connsiteY2-32" fmla="*/ 0 h 48472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495139" h="4847202">
                <a:moveTo>
                  <a:pt x="5495139" y="4847202"/>
                </a:moveTo>
                <a:lnTo>
                  <a:pt x="0" y="2118956"/>
                </a:lnTo>
                <a:lnTo>
                  <a:pt x="1052026" y="0"/>
                </a:lnTo>
              </a:path>
            </a:pathLst>
          </a:custGeom>
          <a:noFill/>
          <a:ln>
            <a:solidFill>
              <a:srgbClr val="FFFFFF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54" name="任意多边形: 形状 53"/>
          <p:cNvSpPr/>
          <p:nvPr userDrawn="1">
            <p:custDataLst>
              <p:tags r:id="rId20"/>
            </p:custDataLst>
          </p:nvPr>
        </p:nvSpPr>
        <p:spPr>
          <a:xfrm>
            <a:off x="0" y="4337544"/>
            <a:ext cx="3354056" cy="2520456"/>
          </a:xfrm>
          <a:custGeom>
            <a:avLst/>
            <a:gdLst>
              <a:gd name="connsiteX0" fmla="*/ 0 w 3354056"/>
              <a:gd name="connsiteY0" fmla="*/ 0 h 2520456"/>
              <a:gd name="connsiteX1" fmla="*/ 3354056 w 3354056"/>
              <a:gd name="connsiteY1" fmla="*/ 1665233 h 2520456"/>
              <a:gd name="connsiteX2" fmla="*/ 2929452 w 3354056"/>
              <a:gd name="connsiteY2" fmla="*/ 2520456 h 2520456"/>
              <a:gd name="connsiteX3" fmla="*/ 0 w 3354056"/>
              <a:gd name="connsiteY3" fmla="*/ 0 h 2520456"/>
              <a:gd name="connsiteX0-1" fmla="*/ 0 w 3354056"/>
              <a:gd name="connsiteY0-2" fmla="*/ 0 h 2520456"/>
              <a:gd name="connsiteX1-3" fmla="*/ 3354056 w 3354056"/>
              <a:gd name="connsiteY1-4" fmla="*/ 1665233 h 2520456"/>
              <a:gd name="connsiteX2-5" fmla="*/ 2929452 w 3354056"/>
              <a:gd name="connsiteY2-6" fmla="*/ 2520456 h 2520456"/>
              <a:gd name="connsiteX3-7" fmla="*/ 1889377 w 3354056"/>
              <a:gd name="connsiteY3-8" fmla="*/ 1625104 h 2520456"/>
              <a:gd name="connsiteX4" fmla="*/ 0 w 3354056"/>
              <a:gd name="connsiteY4" fmla="*/ 0 h 2520456"/>
              <a:gd name="connsiteX0-9" fmla="*/ 1889377 w 3354056"/>
              <a:gd name="connsiteY0-10" fmla="*/ 1625104 h 2520456"/>
              <a:gd name="connsiteX1-11" fmla="*/ 0 w 3354056"/>
              <a:gd name="connsiteY1-12" fmla="*/ 0 h 2520456"/>
              <a:gd name="connsiteX2-13" fmla="*/ 3354056 w 3354056"/>
              <a:gd name="connsiteY2-14" fmla="*/ 1665233 h 2520456"/>
              <a:gd name="connsiteX3-15" fmla="*/ 2929452 w 3354056"/>
              <a:gd name="connsiteY3-16" fmla="*/ 2520456 h 2520456"/>
              <a:gd name="connsiteX4-17" fmla="*/ 1980817 w 3354056"/>
              <a:gd name="connsiteY4-18" fmla="*/ 1716544 h 2520456"/>
              <a:gd name="connsiteX0-19" fmla="*/ 0 w 3354056"/>
              <a:gd name="connsiteY0-20" fmla="*/ 0 h 2520456"/>
              <a:gd name="connsiteX1-21" fmla="*/ 3354056 w 3354056"/>
              <a:gd name="connsiteY1-22" fmla="*/ 1665233 h 2520456"/>
              <a:gd name="connsiteX2-23" fmla="*/ 2929452 w 3354056"/>
              <a:gd name="connsiteY2-24" fmla="*/ 2520456 h 2520456"/>
              <a:gd name="connsiteX3-25" fmla="*/ 1980817 w 3354056"/>
              <a:gd name="connsiteY3-26" fmla="*/ 1716544 h 2520456"/>
              <a:gd name="connsiteX0-27" fmla="*/ 0 w 3354056"/>
              <a:gd name="connsiteY0-28" fmla="*/ 0 h 2520456"/>
              <a:gd name="connsiteX1-29" fmla="*/ 3354056 w 3354056"/>
              <a:gd name="connsiteY1-30" fmla="*/ 1665233 h 2520456"/>
              <a:gd name="connsiteX2-31" fmla="*/ 2929452 w 3354056"/>
              <a:gd name="connsiteY2-32" fmla="*/ 2520456 h 25204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354056" h="2520456">
                <a:moveTo>
                  <a:pt x="0" y="0"/>
                </a:moveTo>
                <a:lnTo>
                  <a:pt x="3354056" y="1665233"/>
                </a:lnTo>
                <a:lnTo>
                  <a:pt x="2929452" y="2520456"/>
                </a:lnTo>
              </a:path>
            </a:pathLst>
          </a:custGeom>
          <a:noFill/>
          <a:ln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58" name="任意多边形: 形状 57"/>
          <p:cNvSpPr/>
          <p:nvPr userDrawn="1">
            <p:custDataLst>
              <p:tags r:id="rId21"/>
            </p:custDataLst>
          </p:nvPr>
        </p:nvSpPr>
        <p:spPr>
          <a:xfrm>
            <a:off x="0" y="4869262"/>
            <a:ext cx="2715702" cy="1988738"/>
          </a:xfrm>
          <a:custGeom>
            <a:avLst/>
            <a:gdLst>
              <a:gd name="connsiteX0" fmla="*/ 0 w 2715702"/>
              <a:gd name="connsiteY0" fmla="*/ 0 h 1988738"/>
              <a:gd name="connsiteX1" fmla="*/ 2715702 w 2715702"/>
              <a:gd name="connsiteY1" fmla="*/ 1348300 h 1988738"/>
              <a:gd name="connsiteX2" fmla="*/ 2397736 w 2715702"/>
              <a:gd name="connsiteY2" fmla="*/ 1988738 h 1988738"/>
              <a:gd name="connsiteX3" fmla="*/ 0 w 2715702"/>
              <a:gd name="connsiteY3" fmla="*/ 0 h 1988738"/>
              <a:gd name="connsiteX0-1" fmla="*/ 0 w 2715702"/>
              <a:gd name="connsiteY0-2" fmla="*/ 0 h 1988738"/>
              <a:gd name="connsiteX1-3" fmla="*/ 2715702 w 2715702"/>
              <a:gd name="connsiteY1-4" fmla="*/ 1348300 h 1988738"/>
              <a:gd name="connsiteX2-5" fmla="*/ 2397736 w 2715702"/>
              <a:gd name="connsiteY2-6" fmla="*/ 1988738 h 1988738"/>
              <a:gd name="connsiteX3-7" fmla="*/ 1479802 w 2715702"/>
              <a:gd name="connsiteY3-8" fmla="*/ 1219593 h 1988738"/>
              <a:gd name="connsiteX4" fmla="*/ 0 w 2715702"/>
              <a:gd name="connsiteY4" fmla="*/ 0 h 1988738"/>
              <a:gd name="connsiteX0-9" fmla="*/ 1479802 w 2715702"/>
              <a:gd name="connsiteY0-10" fmla="*/ 1219593 h 1988738"/>
              <a:gd name="connsiteX1-11" fmla="*/ 0 w 2715702"/>
              <a:gd name="connsiteY1-12" fmla="*/ 0 h 1988738"/>
              <a:gd name="connsiteX2-13" fmla="*/ 2715702 w 2715702"/>
              <a:gd name="connsiteY2-14" fmla="*/ 1348300 h 1988738"/>
              <a:gd name="connsiteX3-15" fmla="*/ 2397736 w 2715702"/>
              <a:gd name="connsiteY3-16" fmla="*/ 1988738 h 1988738"/>
              <a:gd name="connsiteX4-17" fmla="*/ 1571242 w 2715702"/>
              <a:gd name="connsiteY4-18" fmla="*/ 1311033 h 1988738"/>
              <a:gd name="connsiteX0-19" fmla="*/ 0 w 2715702"/>
              <a:gd name="connsiteY0-20" fmla="*/ 0 h 1988738"/>
              <a:gd name="connsiteX1-21" fmla="*/ 2715702 w 2715702"/>
              <a:gd name="connsiteY1-22" fmla="*/ 1348300 h 1988738"/>
              <a:gd name="connsiteX2-23" fmla="*/ 2397736 w 2715702"/>
              <a:gd name="connsiteY2-24" fmla="*/ 1988738 h 1988738"/>
              <a:gd name="connsiteX3-25" fmla="*/ 1571242 w 2715702"/>
              <a:gd name="connsiteY3-26" fmla="*/ 1311033 h 1988738"/>
              <a:gd name="connsiteX0-27" fmla="*/ 0 w 2715702"/>
              <a:gd name="connsiteY0-28" fmla="*/ 0 h 1988738"/>
              <a:gd name="connsiteX1-29" fmla="*/ 2715702 w 2715702"/>
              <a:gd name="connsiteY1-30" fmla="*/ 1348300 h 1988738"/>
              <a:gd name="connsiteX2-31" fmla="*/ 2397736 w 2715702"/>
              <a:gd name="connsiteY2-32" fmla="*/ 1988738 h 19887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715702" h="1988738">
                <a:moveTo>
                  <a:pt x="0" y="0"/>
                </a:moveTo>
                <a:lnTo>
                  <a:pt x="2715702" y="1348300"/>
                </a:lnTo>
                <a:lnTo>
                  <a:pt x="2397736" y="1988738"/>
                </a:lnTo>
              </a:path>
            </a:pathLst>
          </a:custGeom>
          <a:noFill/>
          <a:ln>
            <a:solidFill>
              <a:srgbClr val="FFFFFF">
                <a:alpha val="16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3" name="任意多边形: 形状 62"/>
          <p:cNvSpPr/>
          <p:nvPr userDrawn="1">
            <p:custDataLst>
              <p:tags r:id="rId22"/>
            </p:custDataLst>
          </p:nvPr>
        </p:nvSpPr>
        <p:spPr>
          <a:xfrm>
            <a:off x="0" y="5411612"/>
            <a:ext cx="2064581" cy="1446388"/>
          </a:xfrm>
          <a:custGeom>
            <a:avLst/>
            <a:gdLst>
              <a:gd name="connsiteX0" fmla="*/ 0 w 2064581"/>
              <a:gd name="connsiteY0" fmla="*/ 0 h 1446388"/>
              <a:gd name="connsiteX1" fmla="*/ 2064581 w 2064581"/>
              <a:gd name="connsiteY1" fmla="*/ 1025030 h 1446388"/>
              <a:gd name="connsiteX2" fmla="*/ 1855384 w 2064581"/>
              <a:gd name="connsiteY2" fmla="*/ 1446388 h 1446388"/>
              <a:gd name="connsiteX3" fmla="*/ 0 w 2064581"/>
              <a:gd name="connsiteY3" fmla="*/ 0 h 1446388"/>
              <a:gd name="connsiteX0-1" fmla="*/ 0 w 2064581"/>
              <a:gd name="connsiteY0-2" fmla="*/ 0 h 1446388"/>
              <a:gd name="connsiteX1-3" fmla="*/ 2064581 w 2064581"/>
              <a:gd name="connsiteY1-4" fmla="*/ 1025030 h 1446388"/>
              <a:gd name="connsiteX2-5" fmla="*/ 1855384 w 2064581"/>
              <a:gd name="connsiteY2-6" fmla="*/ 1446388 h 1446388"/>
              <a:gd name="connsiteX3-7" fmla="*/ 1084515 w 2064581"/>
              <a:gd name="connsiteY3-8" fmla="*/ 843932 h 1446388"/>
              <a:gd name="connsiteX4" fmla="*/ 0 w 2064581"/>
              <a:gd name="connsiteY4" fmla="*/ 0 h 1446388"/>
              <a:gd name="connsiteX0-9" fmla="*/ 1084515 w 2064581"/>
              <a:gd name="connsiteY0-10" fmla="*/ 843932 h 1446388"/>
              <a:gd name="connsiteX1-11" fmla="*/ 0 w 2064581"/>
              <a:gd name="connsiteY1-12" fmla="*/ 0 h 1446388"/>
              <a:gd name="connsiteX2-13" fmla="*/ 2064581 w 2064581"/>
              <a:gd name="connsiteY2-14" fmla="*/ 1025030 h 1446388"/>
              <a:gd name="connsiteX3-15" fmla="*/ 1855384 w 2064581"/>
              <a:gd name="connsiteY3-16" fmla="*/ 1446388 h 1446388"/>
              <a:gd name="connsiteX4-17" fmla="*/ 1175955 w 2064581"/>
              <a:gd name="connsiteY4-18" fmla="*/ 935372 h 1446388"/>
              <a:gd name="connsiteX0-19" fmla="*/ 0 w 2064581"/>
              <a:gd name="connsiteY0-20" fmla="*/ 0 h 1446388"/>
              <a:gd name="connsiteX1-21" fmla="*/ 2064581 w 2064581"/>
              <a:gd name="connsiteY1-22" fmla="*/ 1025030 h 1446388"/>
              <a:gd name="connsiteX2-23" fmla="*/ 1855384 w 2064581"/>
              <a:gd name="connsiteY2-24" fmla="*/ 1446388 h 1446388"/>
              <a:gd name="connsiteX3-25" fmla="*/ 1175955 w 2064581"/>
              <a:gd name="connsiteY3-26" fmla="*/ 935372 h 1446388"/>
              <a:gd name="connsiteX0-27" fmla="*/ 0 w 2064581"/>
              <a:gd name="connsiteY0-28" fmla="*/ 0 h 1446388"/>
              <a:gd name="connsiteX1-29" fmla="*/ 2064581 w 2064581"/>
              <a:gd name="connsiteY1-30" fmla="*/ 1025030 h 1446388"/>
              <a:gd name="connsiteX2-31" fmla="*/ 1855384 w 2064581"/>
              <a:gd name="connsiteY2-32" fmla="*/ 1446388 h 14463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64581" h="1446388">
                <a:moveTo>
                  <a:pt x="0" y="0"/>
                </a:moveTo>
                <a:lnTo>
                  <a:pt x="2064581" y="1025030"/>
                </a:lnTo>
                <a:lnTo>
                  <a:pt x="1855384" y="1446388"/>
                </a:lnTo>
              </a:path>
            </a:pathLst>
          </a:custGeom>
          <a:noFill/>
          <a:ln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7" name="任意多边形: 形状 66"/>
          <p:cNvSpPr/>
          <p:nvPr userDrawn="1">
            <p:custDataLst>
              <p:tags r:id="rId23"/>
            </p:custDataLst>
          </p:nvPr>
        </p:nvSpPr>
        <p:spPr>
          <a:xfrm>
            <a:off x="0" y="5922061"/>
            <a:ext cx="1451761" cy="935939"/>
          </a:xfrm>
          <a:custGeom>
            <a:avLst/>
            <a:gdLst>
              <a:gd name="connsiteX0" fmla="*/ 0 w 1451761"/>
              <a:gd name="connsiteY0" fmla="*/ 0 h 935939"/>
              <a:gd name="connsiteX1" fmla="*/ 1451761 w 1451761"/>
              <a:gd name="connsiteY1" fmla="*/ 720776 h 935939"/>
              <a:gd name="connsiteX2" fmla="*/ 1344936 w 1451761"/>
              <a:gd name="connsiteY2" fmla="*/ 935939 h 935939"/>
              <a:gd name="connsiteX3" fmla="*/ 0 w 1451761"/>
              <a:gd name="connsiteY3" fmla="*/ 0 h 935939"/>
              <a:gd name="connsiteX0-1" fmla="*/ 0 w 1451761"/>
              <a:gd name="connsiteY0-2" fmla="*/ 0 h 935939"/>
              <a:gd name="connsiteX1-3" fmla="*/ 1451761 w 1451761"/>
              <a:gd name="connsiteY1-4" fmla="*/ 720776 h 935939"/>
              <a:gd name="connsiteX2-5" fmla="*/ 1344936 w 1451761"/>
              <a:gd name="connsiteY2-6" fmla="*/ 935939 h 935939"/>
              <a:gd name="connsiteX3-7" fmla="*/ 658271 w 1451761"/>
              <a:gd name="connsiteY3-8" fmla="*/ 459691 h 935939"/>
              <a:gd name="connsiteX4" fmla="*/ 0 w 1451761"/>
              <a:gd name="connsiteY4" fmla="*/ 0 h 935939"/>
              <a:gd name="connsiteX0-9" fmla="*/ 658271 w 1451761"/>
              <a:gd name="connsiteY0-10" fmla="*/ 459691 h 935939"/>
              <a:gd name="connsiteX1-11" fmla="*/ 0 w 1451761"/>
              <a:gd name="connsiteY1-12" fmla="*/ 0 h 935939"/>
              <a:gd name="connsiteX2-13" fmla="*/ 1451761 w 1451761"/>
              <a:gd name="connsiteY2-14" fmla="*/ 720776 h 935939"/>
              <a:gd name="connsiteX3-15" fmla="*/ 1344936 w 1451761"/>
              <a:gd name="connsiteY3-16" fmla="*/ 935939 h 935939"/>
              <a:gd name="connsiteX4-17" fmla="*/ 749711 w 1451761"/>
              <a:gd name="connsiteY4-18" fmla="*/ 551131 h 935939"/>
              <a:gd name="connsiteX0-19" fmla="*/ 0 w 1451761"/>
              <a:gd name="connsiteY0-20" fmla="*/ 0 h 935939"/>
              <a:gd name="connsiteX1-21" fmla="*/ 1451761 w 1451761"/>
              <a:gd name="connsiteY1-22" fmla="*/ 720776 h 935939"/>
              <a:gd name="connsiteX2-23" fmla="*/ 1344936 w 1451761"/>
              <a:gd name="connsiteY2-24" fmla="*/ 935939 h 935939"/>
              <a:gd name="connsiteX3-25" fmla="*/ 749711 w 1451761"/>
              <a:gd name="connsiteY3-26" fmla="*/ 551131 h 935939"/>
              <a:gd name="connsiteX0-27" fmla="*/ 0 w 1451761"/>
              <a:gd name="connsiteY0-28" fmla="*/ 0 h 935939"/>
              <a:gd name="connsiteX1-29" fmla="*/ 1451761 w 1451761"/>
              <a:gd name="connsiteY1-30" fmla="*/ 720776 h 935939"/>
              <a:gd name="connsiteX2-31" fmla="*/ 1344936 w 1451761"/>
              <a:gd name="connsiteY2-32" fmla="*/ 935939 h 9359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451761" h="935939">
                <a:moveTo>
                  <a:pt x="0" y="0"/>
                </a:moveTo>
                <a:lnTo>
                  <a:pt x="1451761" y="720776"/>
                </a:lnTo>
                <a:lnTo>
                  <a:pt x="1344936" y="935939"/>
                </a:lnTo>
              </a:path>
            </a:pathLst>
          </a:custGeom>
          <a:noFill/>
          <a:ln>
            <a:solidFill>
              <a:srgbClr val="FFFFFF">
                <a:alpha val="2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5" name="任意多边形: 形状 74"/>
          <p:cNvSpPr/>
          <p:nvPr userDrawn="1">
            <p:custDataLst>
              <p:tags r:id="rId24"/>
            </p:custDataLst>
          </p:nvPr>
        </p:nvSpPr>
        <p:spPr>
          <a:xfrm>
            <a:off x="0" y="3798813"/>
            <a:ext cx="4000070" cy="3059187"/>
          </a:xfrm>
          <a:custGeom>
            <a:avLst/>
            <a:gdLst>
              <a:gd name="connsiteX0" fmla="*/ 0 w 4000070"/>
              <a:gd name="connsiteY0" fmla="*/ 0 h 3059187"/>
              <a:gd name="connsiteX1" fmla="*/ 4000070 w 4000070"/>
              <a:gd name="connsiteY1" fmla="*/ 1985968 h 3059187"/>
              <a:gd name="connsiteX2" fmla="*/ 3467234 w 4000070"/>
              <a:gd name="connsiteY2" fmla="*/ 3059187 h 3059187"/>
              <a:gd name="connsiteX3" fmla="*/ 0 w 4000070"/>
              <a:gd name="connsiteY3" fmla="*/ 0 h 3059187"/>
              <a:gd name="connsiteX0-1" fmla="*/ 0 w 4000070"/>
              <a:gd name="connsiteY0-2" fmla="*/ 0 h 3059187"/>
              <a:gd name="connsiteX1-3" fmla="*/ 4000070 w 4000070"/>
              <a:gd name="connsiteY1-4" fmla="*/ 1985968 h 3059187"/>
              <a:gd name="connsiteX2-5" fmla="*/ 3467234 w 4000070"/>
              <a:gd name="connsiteY2-6" fmla="*/ 3059187 h 3059187"/>
              <a:gd name="connsiteX3-7" fmla="*/ 1515521 w 4000070"/>
              <a:gd name="connsiteY3-8" fmla="*/ 1335163 h 3059187"/>
              <a:gd name="connsiteX4" fmla="*/ 0 w 4000070"/>
              <a:gd name="connsiteY4" fmla="*/ 0 h 3059187"/>
              <a:gd name="connsiteX0-9" fmla="*/ 1515521 w 4000070"/>
              <a:gd name="connsiteY0-10" fmla="*/ 1335163 h 3059187"/>
              <a:gd name="connsiteX1-11" fmla="*/ 0 w 4000070"/>
              <a:gd name="connsiteY1-12" fmla="*/ 0 h 3059187"/>
              <a:gd name="connsiteX2-13" fmla="*/ 4000070 w 4000070"/>
              <a:gd name="connsiteY2-14" fmla="*/ 1985968 h 3059187"/>
              <a:gd name="connsiteX3-15" fmla="*/ 3467234 w 4000070"/>
              <a:gd name="connsiteY3-16" fmla="*/ 3059187 h 3059187"/>
              <a:gd name="connsiteX4-17" fmla="*/ 1606961 w 4000070"/>
              <a:gd name="connsiteY4-18" fmla="*/ 1426603 h 3059187"/>
              <a:gd name="connsiteX0-19" fmla="*/ 0 w 4000070"/>
              <a:gd name="connsiteY0-20" fmla="*/ 0 h 3059187"/>
              <a:gd name="connsiteX1-21" fmla="*/ 4000070 w 4000070"/>
              <a:gd name="connsiteY1-22" fmla="*/ 1985968 h 3059187"/>
              <a:gd name="connsiteX2-23" fmla="*/ 3467234 w 4000070"/>
              <a:gd name="connsiteY2-24" fmla="*/ 3059187 h 3059187"/>
              <a:gd name="connsiteX3-25" fmla="*/ 1606961 w 4000070"/>
              <a:gd name="connsiteY3-26" fmla="*/ 1426603 h 3059187"/>
              <a:gd name="connsiteX0-27" fmla="*/ 0 w 4000070"/>
              <a:gd name="connsiteY0-28" fmla="*/ 0 h 3059187"/>
              <a:gd name="connsiteX1-29" fmla="*/ 4000070 w 4000070"/>
              <a:gd name="connsiteY1-30" fmla="*/ 1985968 h 3059187"/>
              <a:gd name="connsiteX2-31" fmla="*/ 3467234 w 4000070"/>
              <a:gd name="connsiteY2-32" fmla="*/ 3059187 h 30591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000070" h="3059187">
                <a:moveTo>
                  <a:pt x="0" y="0"/>
                </a:moveTo>
                <a:lnTo>
                  <a:pt x="4000070" y="1985968"/>
                </a:lnTo>
                <a:lnTo>
                  <a:pt x="3467234" y="3059187"/>
                </a:lnTo>
              </a:path>
            </a:pathLst>
          </a:custGeom>
          <a:noFill/>
          <a:ln>
            <a:solidFill>
              <a:srgbClr val="FFFFFF">
                <a:alpha val="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9" name="任意多边形: 形状 48"/>
          <p:cNvSpPr/>
          <p:nvPr userDrawn="1">
            <p:custDataLst>
              <p:tags r:id="rId25"/>
            </p:custDataLst>
          </p:nvPr>
        </p:nvSpPr>
        <p:spPr>
          <a:xfrm>
            <a:off x="4154376" y="2"/>
            <a:ext cx="7819637" cy="6854189"/>
          </a:xfrm>
          <a:custGeom>
            <a:avLst/>
            <a:gdLst>
              <a:gd name="connsiteX0" fmla="*/ 8038464 w 8038464"/>
              <a:gd name="connsiteY0" fmla="*/ 0 h 6854190"/>
              <a:gd name="connsiteX1" fmla="*/ 8038464 w 8038464"/>
              <a:gd name="connsiteY1" fmla="*/ 6854190 h 6854190"/>
              <a:gd name="connsiteX2" fmla="*/ 7819637 w 8038464"/>
              <a:gd name="connsiteY2" fmla="*/ 6854190 h 6854190"/>
              <a:gd name="connsiteX3" fmla="*/ 0 w 8038464"/>
              <a:gd name="connsiteY3" fmla="*/ 2971870 h 6854190"/>
              <a:gd name="connsiteX4" fmla="*/ 1475483 w 8038464"/>
              <a:gd name="connsiteY4" fmla="*/ 1 h 6854190"/>
              <a:gd name="connsiteX0-1" fmla="*/ 8038464 w 8129904"/>
              <a:gd name="connsiteY0-2" fmla="*/ 6854190 h 6945630"/>
              <a:gd name="connsiteX1-3" fmla="*/ 7819637 w 8129904"/>
              <a:gd name="connsiteY1-4" fmla="*/ 6854190 h 6945630"/>
              <a:gd name="connsiteX2-5" fmla="*/ 0 w 8129904"/>
              <a:gd name="connsiteY2-6" fmla="*/ 2971870 h 6945630"/>
              <a:gd name="connsiteX3-7" fmla="*/ 1475483 w 8129904"/>
              <a:gd name="connsiteY3-8" fmla="*/ 1 h 6945630"/>
              <a:gd name="connsiteX4-9" fmla="*/ 8038464 w 8129904"/>
              <a:gd name="connsiteY4-10" fmla="*/ 0 h 6945630"/>
              <a:gd name="connsiteX5" fmla="*/ 8129904 w 8129904"/>
              <a:gd name="connsiteY5" fmla="*/ 6945630 h 6945630"/>
              <a:gd name="connsiteX0-11" fmla="*/ 8038464 w 8038464"/>
              <a:gd name="connsiteY0-12" fmla="*/ 6854190 h 6854190"/>
              <a:gd name="connsiteX1-13" fmla="*/ 7819637 w 8038464"/>
              <a:gd name="connsiteY1-14" fmla="*/ 6854190 h 6854190"/>
              <a:gd name="connsiteX2-15" fmla="*/ 0 w 8038464"/>
              <a:gd name="connsiteY2-16" fmla="*/ 2971870 h 6854190"/>
              <a:gd name="connsiteX3-17" fmla="*/ 1475483 w 8038464"/>
              <a:gd name="connsiteY3-18" fmla="*/ 1 h 6854190"/>
              <a:gd name="connsiteX4-19" fmla="*/ 8038464 w 8038464"/>
              <a:gd name="connsiteY4-20" fmla="*/ 0 h 6854190"/>
              <a:gd name="connsiteX0-21" fmla="*/ 7819637 w 8038464"/>
              <a:gd name="connsiteY0-22" fmla="*/ 6854190 h 6854190"/>
              <a:gd name="connsiteX1-23" fmla="*/ 0 w 8038464"/>
              <a:gd name="connsiteY1-24" fmla="*/ 2971870 h 6854190"/>
              <a:gd name="connsiteX2-25" fmla="*/ 1475483 w 8038464"/>
              <a:gd name="connsiteY2-26" fmla="*/ 1 h 6854190"/>
              <a:gd name="connsiteX3-27" fmla="*/ 8038464 w 8038464"/>
              <a:gd name="connsiteY3-28" fmla="*/ 0 h 6854190"/>
              <a:gd name="connsiteX0-29" fmla="*/ 7819637 w 7819637"/>
              <a:gd name="connsiteY0-30" fmla="*/ 6854189 h 6854189"/>
              <a:gd name="connsiteX1-31" fmla="*/ 0 w 7819637"/>
              <a:gd name="connsiteY1-32" fmla="*/ 2971869 h 6854189"/>
              <a:gd name="connsiteX2-33" fmla="*/ 1475483 w 7819637"/>
              <a:gd name="connsiteY2-34" fmla="*/ 0 h 68541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819637" h="6854189">
                <a:moveTo>
                  <a:pt x="7819637" y="6854189"/>
                </a:moveTo>
                <a:lnTo>
                  <a:pt x="0" y="2971869"/>
                </a:lnTo>
                <a:lnTo>
                  <a:pt x="1475483" y="0"/>
                </a:lnTo>
              </a:path>
            </a:pathLst>
          </a:custGeom>
          <a:noFill/>
          <a:ln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26"/>
            </p:custDataLst>
          </p:nvPr>
        </p:nvSpPr>
        <p:spPr>
          <a:xfrm>
            <a:off x="4799550" y="1"/>
            <a:ext cx="7392450" cy="6425371"/>
          </a:xfrm>
          <a:custGeom>
            <a:avLst/>
            <a:gdLst>
              <a:gd name="connsiteX0" fmla="*/ 1367883 w 7392450"/>
              <a:gd name="connsiteY0" fmla="*/ 0 h 6425371"/>
              <a:gd name="connsiteX1" fmla="*/ 7392449 w 7392450"/>
              <a:gd name="connsiteY1" fmla="*/ 1 h 6425371"/>
              <a:gd name="connsiteX2" fmla="*/ 7392450 w 7392450"/>
              <a:gd name="connsiteY2" fmla="*/ 6425371 h 6425371"/>
              <a:gd name="connsiteX3" fmla="*/ 0 w 7392450"/>
              <a:gd name="connsiteY3" fmla="*/ 2755142 h 6425371"/>
              <a:gd name="connsiteX4" fmla="*/ 1367883 w 7392450"/>
              <a:gd name="connsiteY4" fmla="*/ 0 h 6425371"/>
              <a:gd name="connsiteX0-1" fmla="*/ 7392449 w 7483889"/>
              <a:gd name="connsiteY0-2" fmla="*/ 1 h 6425371"/>
              <a:gd name="connsiteX1-3" fmla="*/ 7392450 w 7483889"/>
              <a:gd name="connsiteY1-4" fmla="*/ 6425371 h 6425371"/>
              <a:gd name="connsiteX2-5" fmla="*/ 0 w 7483889"/>
              <a:gd name="connsiteY2-6" fmla="*/ 2755142 h 6425371"/>
              <a:gd name="connsiteX3-7" fmla="*/ 1367883 w 7483889"/>
              <a:gd name="connsiteY3-8" fmla="*/ 0 h 6425371"/>
              <a:gd name="connsiteX4-9" fmla="*/ 7483889 w 7483889"/>
              <a:gd name="connsiteY4-10" fmla="*/ 91441 h 6425371"/>
              <a:gd name="connsiteX0-11" fmla="*/ 7392449 w 7392450"/>
              <a:gd name="connsiteY0-12" fmla="*/ 1 h 6425371"/>
              <a:gd name="connsiteX1-13" fmla="*/ 7392450 w 7392450"/>
              <a:gd name="connsiteY1-14" fmla="*/ 6425371 h 6425371"/>
              <a:gd name="connsiteX2-15" fmla="*/ 0 w 7392450"/>
              <a:gd name="connsiteY2-16" fmla="*/ 2755142 h 6425371"/>
              <a:gd name="connsiteX3-17" fmla="*/ 1367883 w 7392450"/>
              <a:gd name="connsiteY3-18" fmla="*/ 0 h 6425371"/>
              <a:gd name="connsiteX0-19" fmla="*/ 7392450 w 7392450"/>
              <a:gd name="connsiteY0-20" fmla="*/ 6425371 h 6425371"/>
              <a:gd name="connsiteX1-21" fmla="*/ 0 w 7392450"/>
              <a:gd name="connsiteY1-22" fmla="*/ 2755142 h 6425371"/>
              <a:gd name="connsiteX2-23" fmla="*/ 1367883 w 7392450"/>
              <a:gd name="connsiteY2-24" fmla="*/ 0 h 64253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7392450" h="6425371">
                <a:moveTo>
                  <a:pt x="7392450" y="6425371"/>
                </a:moveTo>
                <a:lnTo>
                  <a:pt x="0" y="2755142"/>
                </a:lnTo>
                <a:lnTo>
                  <a:pt x="1367883" y="0"/>
                </a:lnTo>
              </a:path>
            </a:pathLst>
          </a:custGeom>
          <a:noFill/>
          <a:ln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8" name="任意多边形: 形状 37"/>
          <p:cNvSpPr/>
          <p:nvPr userDrawn="1">
            <p:custDataLst>
              <p:tags r:id="rId27"/>
            </p:custDataLst>
          </p:nvPr>
        </p:nvSpPr>
        <p:spPr>
          <a:xfrm>
            <a:off x="5437905" y="2"/>
            <a:ext cx="6754095" cy="5893654"/>
          </a:xfrm>
          <a:custGeom>
            <a:avLst/>
            <a:gdLst>
              <a:gd name="connsiteX0" fmla="*/ 1261244 w 6754095"/>
              <a:gd name="connsiteY0" fmla="*/ 0 h 5893654"/>
              <a:gd name="connsiteX1" fmla="*/ 6754094 w 6754095"/>
              <a:gd name="connsiteY1" fmla="*/ 0 h 5893654"/>
              <a:gd name="connsiteX2" fmla="*/ 6754095 w 6754095"/>
              <a:gd name="connsiteY2" fmla="*/ 5893654 h 5893654"/>
              <a:gd name="connsiteX3" fmla="*/ 0 w 6754095"/>
              <a:gd name="connsiteY3" fmla="*/ 2540358 h 5893654"/>
              <a:gd name="connsiteX4" fmla="*/ 1261244 w 6754095"/>
              <a:gd name="connsiteY4" fmla="*/ 0 h 5893654"/>
              <a:gd name="connsiteX0-1" fmla="*/ 6754094 w 6845534"/>
              <a:gd name="connsiteY0-2" fmla="*/ 0 h 5893654"/>
              <a:gd name="connsiteX1-3" fmla="*/ 6754095 w 6845534"/>
              <a:gd name="connsiteY1-4" fmla="*/ 5893654 h 5893654"/>
              <a:gd name="connsiteX2-5" fmla="*/ 0 w 6845534"/>
              <a:gd name="connsiteY2-6" fmla="*/ 2540358 h 5893654"/>
              <a:gd name="connsiteX3-7" fmla="*/ 1261244 w 6845534"/>
              <a:gd name="connsiteY3-8" fmla="*/ 0 h 5893654"/>
              <a:gd name="connsiteX4-9" fmla="*/ 6845534 w 6845534"/>
              <a:gd name="connsiteY4-10" fmla="*/ 91440 h 5893654"/>
              <a:gd name="connsiteX0-11" fmla="*/ 6754094 w 6754095"/>
              <a:gd name="connsiteY0-12" fmla="*/ 0 h 5893654"/>
              <a:gd name="connsiteX1-13" fmla="*/ 6754095 w 6754095"/>
              <a:gd name="connsiteY1-14" fmla="*/ 5893654 h 5893654"/>
              <a:gd name="connsiteX2-15" fmla="*/ 0 w 6754095"/>
              <a:gd name="connsiteY2-16" fmla="*/ 2540358 h 5893654"/>
              <a:gd name="connsiteX3-17" fmla="*/ 1261244 w 6754095"/>
              <a:gd name="connsiteY3-18" fmla="*/ 0 h 5893654"/>
              <a:gd name="connsiteX0-19" fmla="*/ 6754095 w 6754095"/>
              <a:gd name="connsiteY0-20" fmla="*/ 5893654 h 5893654"/>
              <a:gd name="connsiteX1-21" fmla="*/ 0 w 6754095"/>
              <a:gd name="connsiteY1-22" fmla="*/ 2540358 h 5893654"/>
              <a:gd name="connsiteX2-23" fmla="*/ 1261244 w 6754095"/>
              <a:gd name="connsiteY2-24" fmla="*/ 0 h 589365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6754095" h="5893654">
                <a:moveTo>
                  <a:pt x="6754095" y="5893654"/>
                </a:moveTo>
                <a:lnTo>
                  <a:pt x="0" y="2540358"/>
                </a:lnTo>
                <a:lnTo>
                  <a:pt x="1261244" y="0"/>
                </a:lnTo>
              </a:path>
            </a:pathLst>
          </a:custGeom>
          <a:noFill/>
          <a:ln>
            <a:solidFill>
              <a:srgbClr val="FFFFFF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6" name="任意多边形: 形状 45"/>
          <p:cNvSpPr/>
          <p:nvPr userDrawn="1">
            <p:custDataLst>
              <p:tags r:id="rId28"/>
            </p:custDataLst>
          </p:nvPr>
        </p:nvSpPr>
        <p:spPr>
          <a:xfrm>
            <a:off x="6089025" y="1"/>
            <a:ext cx="6102975" cy="5351303"/>
          </a:xfrm>
          <a:custGeom>
            <a:avLst/>
            <a:gdLst>
              <a:gd name="connsiteX0" fmla="*/ 6102974 w 6102975"/>
              <a:gd name="connsiteY0" fmla="*/ 0 h 5351304"/>
              <a:gd name="connsiteX1" fmla="*/ 6102975 w 6102975"/>
              <a:gd name="connsiteY1" fmla="*/ 5351304 h 5351304"/>
              <a:gd name="connsiteX2" fmla="*/ 0 w 6102975"/>
              <a:gd name="connsiteY2" fmla="*/ 2321278 h 5351304"/>
              <a:gd name="connsiteX3" fmla="*/ 1152475 w 6102975"/>
              <a:gd name="connsiteY3" fmla="*/ 1 h 5351304"/>
              <a:gd name="connsiteX4" fmla="*/ 6102974 w 6102975"/>
              <a:gd name="connsiteY4" fmla="*/ 0 h 5351304"/>
              <a:gd name="connsiteX0-1" fmla="*/ 6102974 w 6194414"/>
              <a:gd name="connsiteY0-2" fmla="*/ 0 h 5351304"/>
              <a:gd name="connsiteX1-3" fmla="*/ 6102975 w 6194414"/>
              <a:gd name="connsiteY1-4" fmla="*/ 5351304 h 5351304"/>
              <a:gd name="connsiteX2-5" fmla="*/ 0 w 6194414"/>
              <a:gd name="connsiteY2-6" fmla="*/ 2321278 h 5351304"/>
              <a:gd name="connsiteX3-7" fmla="*/ 1152475 w 6194414"/>
              <a:gd name="connsiteY3-8" fmla="*/ 1 h 5351304"/>
              <a:gd name="connsiteX4-9" fmla="*/ 6194414 w 6194414"/>
              <a:gd name="connsiteY4-10" fmla="*/ 91440 h 5351304"/>
              <a:gd name="connsiteX0-11" fmla="*/ 6102974 w 6102975"/>
              <a:gd name="connsiteY0-12" fmla="*/ 0 h 5351304"/>
              <a:gd name="connsiteX1-13" fmla="*/ 6102975 w 6102975"/>
              <a:gd name="connsiteY1-14" fmla="*/ 5351304 h 5351304"/>
              <a:gd name="connsiteX2-15" fmla="*/ 0 w 6102975"/>
              <a:gd name="connsiteY2-16" fmla="*/ 2321278 h 5351304"/>
              <a:gd name="connsiteX3-17" fmla="*/ 1152475 w 6102975"/>
              <a:gd name="connsiteY3-18" fmla="*/ 1 h 5351304"/>
              <a:gd name="connsiteX0-19" fmla="*/ 6102975 w 6102975"/>
              <a:gd name="connsiteY0-20" fmla="*/ 5351303 h 5351303"/>
              <a:gd name="connsiteX1-21" fmla="*/ 0 w 6102975"/>
              <a:gd name="connsiteY1-22" fmla="*/ 2321277 h 5351303"/>
              <a:gd name="connsiteX2-23" fmla="*/ 1152475 w 6102975"/>
              <a:gd name="connsiteY2-24" fmla="*/ 0 h 53513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6102975" h="5351303">
                <a:moveTo>
                  <a:pt x="6102975" y="5351303"/>
                </a:moveTo>
                <a:lnTo>
                  <a:pt x="0" y="2321277"/>
                </a:lnTo>
                <a:lnTo>
                  <a:pt x="1152475" y="0"/>
                </a:lnTo>
              </a:path>
            </a:pathLst>
          </a:custGeom>
          <a:noFill/>
          <a:ln>
            <a:solidFill>
              <a:srgbClr val="FFFFFF">
                <a:alpha val="3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138420" y="989965"/>
            <a:ext cx="1952625" cy="1081405"/>
          </a:xfrm>
        </p:spPr>
        <p:txBody>
          <a:bodyPr wrap="square" anchor="b">
            <a:normAutofit/>
          </a:bodyPr>
          <a:lstStyle>
            <a:lvl1pPr algn="dist">
              <a:defRPr sz="6000" u="none" strike="noStrike" kern="1200" cap="none" spc="0" normalizeH="0" baseline="0">
                <a:solidFill>
                  <a:srgbClr val="FFFFFF"/>
                </a:solidFill>
                <a:uFillTx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4633007" y="3552962"/>
            <a:ext cx="6361859" cy="1152000"/>
          </a:xfrm>
        </p:spPr>
        <p:txBody>
          <a:bodyPr wrap="square" anchor="t">
            <a:normAutofit/>
          </a:bodyPr>
          <a:lstStyle>
            <a:lvl1pPr algn="r">
              <a:defRPr sz="54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编辑母版标题</a:t>
            </a:r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>
          <a:xfrm>
            <a:off x="6422866" y="1954175"/>
            <a:ext cx="4572000" cy="1224000"/>
          </a:xfrm>
        </p:spPr>
        <p:txBody>
          <a:bodyPr wrap="none" anchor="b">
            <a:normAutofit/>
          </a:bodyPr>
          <a:lstStyle>
            <a:lvl1pPr marL="0" indent="0" algn="r">
              <a:buNone/>
              <a:defRPr sz="5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7"/>
            </p:custDataLst>
          </p:nvPr>
        </p:nvSpPr>
        <p:spPr>
          <a:xfrm>
            <a:off x="2146935" y="635"/>
            <a:ext cx="3477260" cy="6857365"/>
          </a:xfrm>
          <a:custGeom>
            <a:avLst/>
            <a:gdLst>
              <a:gd name="connsiteX0" fmla="*/ 93342 w 3477228"/>
              <a:gd name="connsiteY0" fmla="*/ 0 h 6860480"/>
              <a:gd name="connsiteX1" fmla="*/ 3477228 w 3477228"/>
              <a:gd name="connsiteY1" fmla="*/ 3431902 h 6860480"/>
              <a:gd name="connsiteX2" fmla="*/ 0 w 3477228"/>
              <a:gd name="connsiteY2" fmla="*/ 6860480 h 6860480"/>
              <a:gd name="connsiteX3" fmla="*/ 93342 w 3477228"/>
              <a:gd name="connsiteY3" fmla="*/ 0 h 6860480"/>
              <a:gd name="connsiteX0-1" fmla="*/ 93342 w 3477228"/>
              <a:gd name="connsiteY0-2" fmla="*/ 0 h 6860480"/>
              <a:gd name="connsiteX1-3" fmla="*/ 3477228 w 3477228"/>
              <a:gd name="connsiteY1-4" fmla="*/ 3431902 h 6860480"/>
              <a:gd name="connsiteX2-5" fmla="*/ 0 w 3477228"/>
              <a:gd name="connsiteY2-6" fmla="*/ 6860480 h 6860480"/>
              <a:gd name="connsiteX3-7" fmla="*/ 42331 w 3477228"/>
              <a:gd name="connsiteY3-8" fmla="*/ 3405930 h 6860480"/>
              <a:gd name="connsiteX4" fmla="*/ 93342 w 3477228"/>
              <a:gd name="connsiteY4" fmla="*/ 0 h 6860480"/>
              <a:gd name="connsiteX0-9" fmla="*/ 42331 w 3477228"/>
              <a:gd name="connsiteY0-10" fmla="*/ 3405930 h 6860480"/>
              <a:gd name="connsiteX1-11" fmla="*/ 93342 w 3477228"/>
              <a:gd name="connsiteY1-12" fmla="*/ 0 h 6860480"/>
              <a:gd name="connsiteX2-13" fmla="*/ 3477228 w 3477228"/>
              <a:gd name="connsiteY2-14" fmla="*/ 3431902 h 6860480"/>
              <a:gd name="connsiteX3-15" fmla="*/ 0 w 3477228"/>
              <a:gd name="connsiteY3-16" fmla="*/ 6860480 h 6860480"/>
              <a:gd name="connsiteX4-17" fmla="*/ 133771 w 3477228"/>
              <a:gd name="connsiteY4-18" fmla="*/ 3497370 h 6860480"/>
              <a:gd name="connsiteX0-19" fmla="*/ 42331 w 3477228"/>
              <a:gd name="connsiteY0-20" fmla="*/ 3405930 h 6860480"/>
              <a:gd name="connsiteX1-21" fmla="*/ 93342 w 3477228"/>
              <a:gd name="connsiteY1-22" fmla="*/ 0 h 6860480"/>
              <a:gd name="connsiteX2-23" fmla="*/ 3477228 w 3477228"/>
              <a:gd name="connsiteY2-24" fmla="*/ 3431902 h 6860480"/>
              <a:gd name="connsiteX3-25" fmla="*/ 0 w 3477228"/>
              <a:gd name="connsiteY3-26" fmla="*/ 6860480 h 6860480"/>
              <a:gd name="connsiteX0-27" fmla="*/ 93342 w 3477228"/>
              <a:gd name="connsiteY0-28" fmla="*/ 0 h 6860480"/>
              <a:gd name="connsiteX1-29" fmla="*/ 3477228 w 3477228"/>
              <a:gd name="connsiteY1-30" fmla="*/ 3431902 h 6860480"/>
              <a:gd name="connsiteX2-31" fmla="*/ 0 w 3477228"/>
              <a:gd name="connsiteY2-32" fmla="*/ 6860480 h 68604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477228" h="6860480">
                <a:moveTo>
                  <a:pt x="93342" y="0"/>
                </a:moveTo>
                <a:lnTo>
                  <a:pt x="3477228" y="3431902"/>
                </a:lnTo>
                <a:lnTo>
                  <a:pt x="0" y="6860480"/>
                </a:lnTo>
              </a:path>
            </a:pathLst>
          </a:custGeom>
          <a:noFill/>
          <a:ln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mongolianVert"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8"/>
            </p:custDataLst>
          </p:nvPr>
        </p:nvSpPr>
        <p:spPr>
          <a:xfrm>
            <a:off x="1461135" y="635"/>
            <a:ext cx="3481705" cy="6857365"/>
          </a:xfrm>
          <a:custGeom>
            <a:avLst/>
            <a:gdLst>
              <a:gd name="connsiteX0" fmla="*/ 101746 w 3481489"/>
              <a:gd name="connsiteY0" fmla="*/ 0 h 6860479"/>
              <a:gd name="connsiteX1" fmla="*/ 3481489 w 3481489"/>
              <a:gd name="connsiteY1" fmla="*/ 3427700 h 6860479"/>
              <a:gd name="connsiteX2" fmla="*/ 0 w 3481489"/>
              <a:gd name="connsiteY2" fmla="*/ 6860479 h 6860479"/>
              <a:gd name="connsiteX3" fmla="*/ 101746 w 3481489"/>
              <a:gd name="connsiteY3" fmla="*/ 0 h 6860479"/>
              <a:gd name="connsiteX0-1" fmla="*/ 101746 w 3481489"/>
              <a:gd name="connsiteY0-2" fmla="*/ 0 h 6860479"/>
              <a:gd name="connsiteX1-3" fmla="*/ 3481489 w 3481489"/>
              <a:gd name="connsiteY1-4" fmla="*/ 3427700 h 6860479"/>
              <a:gd name="connsiteX2-5" fmla="*/ 0 w 3481489"/>
              <a:gd name="connsiteY2-6" fmla="*/ 6860479 h 6860479"/>
              <a:gd name="connsiteX3-7" fmla="*/ 57263 w 3481489"/>
              <a:gd name="connsiteY3-8" fmla="*/ 3523376 h 6860479"/>
              <a:gd name="connsiteX4" fmla="*/ 101746 w 3481489"/>
              <a:gd name="connsiteY4" fmla="*/ 0 h 6860479"/>
              <a:gd name="connsiteX0-9" fmla="*/ 57263 w 3481489"/>
              <a:gd name="connsiteY0-10" fmla="*/ 3523376 h 6860479"/>
              <a:gd name="connsiteX1-11" fmla="*/ 101746 w 3481489"/>
              <a:gd name="connsiteY1-12" fmla="*/ 0 h 6860479"/>
              <a:gd name="connsiteX2-13" fmla="*/ 3481489 w 3481489"/>
              <a:gd name="connsiteY2-14" fmla="*/ 3427700 h 6860479"/>
              <a:gd name="connsiteX3-15" fmla="*/ 0 w 3481489"/>
              <a:gd name="connsiteY3-16" fmla="*/ 6860479 h 6860479"/>
              <a:gd name="connsiteX4-17" fmla="*/ 148703 w 3481489"/>
              <a:gd name="connsiteY4-18" fmla="*/ 3614816 h 6860479"/>
              <a:gd name="connsiteX0-19" fmla="*/ 57263 w 3481489"/>
              <a:gd name="connsiteY0-20" fmla="*/ 3523376 h 6860479"/>
              <a:gd name="connsiteX1-21" fmla="*/ 101746 w 3481489"/>
              <a:gd name="connsiteY1-22" fmla="*/ 0 h 6860479"/>
              <a:gd name="connsiteX2-23" fmla="*/ 3481489 w 3481489"/>
              <a:gd name="connsiteY2-24" fmla="*/ 3427700 h 6860479"/>
              <a:gd name="connsiteX3-25" fmla="*/ 0 w 3481489"/>
              <a:gd name="connsiteY3-26" fmla="*/ 6860479 h 6860479"/>
              <a:gd name="connsiteX0-27" fmla="*/ 101746 w 3481489"/>
              <a:gd name="connsiteY0-28" fmla="*/ 0 h 6860479"/>
              <a:gd name="connsiteX1-29" fmla="*/ 3481489 w 3481489"/>
              <a:gd name="connsiteY1-30" fmla="*/ 3427700 h 6860479"/>
              <a:gd name="connsiteX2-31" fmla="*/ 0 w 3481489"/>
              <a:gd name="connsiteY2-32" fmla="*/ 6860479 h 686047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481489" h="6860479">
                <a:moveTo>
                  <a:pt x="101746" y="0"/>
                </a:moveTo>
                <a:lnTo>
                  <a:pt x="3481489" y="3427700"/>
                </a:lnTo>
                <a:lnTo>
                  <a:pt x="0" y="6860479"/>
                </a:lnTo>
              </a:path>
            </a:pathLst>
          </a:custGeom>
          <a:noFill/>
          <a:ln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mongolianVert"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9"/>
            </p:custDataLst>
          </p:nvPr>
        </p:nvSpPr>
        <p:spPr>
          <a:xfrm>
            <a:off x="782955" y="635"/>
            <a:ext cx="3486150" cy="6857365"/>
          </a:xfrm>
          <a:custGeom>
            <a:avLst/>
            <a:gdLst>
              <a:gd name="connsiteX0" fmla="*/ 111235 w 3486300"/>
              <a:gd name="connsiteY0" fmla="*/ 0 h 6860481"/>
              <a:gd name="connsiteX1" fmla="*/ 3486300 w 3486300"/>
              <a:gd name="connsiteY1" fmla="*/ 3422956 h 6860481"/>
              <a:gd name="connsiteX2" fmla="*/ 0 w 3486300"/>
              <a:gd name="connsiteY2" fmla="*/ 6860481 h 6860481"/>
              <a:gd name="connsiteX3" fmla="*/ 111235 w 3486300"/>
              <a:gd name="connsiteY3" fmla="*/ 0 h 6860481"/>
              <a:gd name="connsiteX0-1" fmla="*/ 111235 w 3486300"/>
              <a:gd name="connsiteY0-2" fmla="*/ 0 h 6860481"/>
              <a:gd name="connsiteX1-3" fmla="*/ 3486300 w 3486300"/>
              <a:gd name="connsiteY1-4" fmla="*/ 3422956 h 6860481"/>
              <a:gd name="connsiteX2-5" fmla="*/ 0 w 3486300"/>
              <a:gd name="connsiteY2-6" fmla="*/ 6860481 h 6860481"/>
              <a:gd name="connsiteX3-7" fmla="*/ 56069 w 3486300"/>
              <a:gd name="connsiteY3-8" fmla="*/ 3397541 h 6860481"/>
              <a:gd name="connsiteX4" fmla="*/ 111235 w 3486300"/>
              <a:gd name="connsiteY4" fmla="*/ 0 h 6860481"/>
              <a:gd name="connsiteX0-9" fmla="*/ 56069 w 3486300"/>
              <a:gd name="connsiteY0-10" fmla="*/ 3397541 h 6860481"/>
              <a:gd name="connsiteX1-11" fmla="*/ 111235 w 3486300"/>
              <a:gd name="connsiteY1-12" fmla="*/ 0 h 6860481"/>
              <a:gd name="connsiteX2-13" fmla="*/ 3486300 w 3486300"/>
              <a:gd name="connsiteY2-14" fmla="*/ 3422956 h 6860481"/>
              <a:gd name="connsiteX3-15" fmla="*/ 0 w 3486300"/>
              <a:gd name="connsiteY3-16" fmla="*/ 6860481 h 6860481"/>
              <a:gd name="connsiteX4-17" fmla="*/ 147509 w 3486300"/>
              <a:gd name="connsiteY4-18" fmla="*/ 3488981 h 6860481"/>
              <a:gd name="connsiteX0-19" fmla="*/ 56069 w 3486300"/>
              <a:gd name="connsiteY0-20" fmla="*/ 3397541 h 6860481"/>
              <a:gd name="connsiteX1-21" fmla="*/ 111235 w 3486300"/>
              <a:gd name="connsiteY1-22" fmla="*/ 0 h 6860481"/>
              <a:gd name="connsiteX2-23" fmla="*/ 3486300 w 3486300"/>
              <a:gd name="connsiteY2-24" fmla="*/ 3422956 h 6860481"/>
              <a:gd name="connsiteX3-25" fmla="*/ 0 w 3486300"/>
              <a:gd name="connsiteY3-26" fmla="*/ 6860481 h 6860481"/>
              <a:gd name="connsiteX0-27" fmla="*/ 111235 w 3486300"/>
              <a:gd name="connsiteY0-28" fmla="*/ 0 h 6860481"/>
              <a:gd name="connsiteX1-29" fmla="*/ 3486300 w 3486300"/>
              <a:gd name="connsiteY1-30" fmla="*/ 3422956 h 6860481"/>
              <a:gd name="connsiteX2-31" fmla="*/ 0 w 3486300"/>
              <a:gd name="connsiteY2-32" fmla="*/ 6860481 h 68604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486300" h="6860481">
                <a:moveTo>
                  <a:pt x="111235" y="0"/>
                </a:moveTo>
                <a:lnTo>
                  <a:pt x="3486300" y="3422956"/>
                </a:lnTo>
                <a:lnTo>
                  <a:pt x="0" y="6860481"/>
                </a:lnTo>
              </a:path>
            </a:pathLst>
          </a:custGeom>
          <a:noFill/>
          <a:ln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mongolianVert"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10"/>
            </p:custDataLst>
          </p:nvPr>
        </p:nvSpPr>
        <p:spPr>
          <a:xfrm>
            <a:off x="90805" y="635"/>
            <a:ext cx="3491230" cy="6857365"/>
          </a:xfrm>
          <a:custGeom>
            <a:avLst/>
            <a:gdLst>
              <a:gd name="connsiteX0" fmla="*/ 120916 w 3491208"/>
              <a:gd name="connsiteY0" fmla="*/ 0 h 6860479"/>
              <a:gd name="connsiteX1" fmla="*/ 3491208 w 3491208"/>
              <a:gd name="connsiteY1" fmla="*/ 3418117 h 6860479"/>
              <a:gd name="connsiteX2" fmla="*/ 0 w 3491208"/>
              <a:gd name="connsiteY2" fmla="*/ 6860479 h 6860479"/>
              <a:gd name="connsiteX3" fmla="*/ 120916 w 3491208"/>
              <a:gd name="connsiteY3" fmla="*/ 0 h 6860479"/>
              <a:gd name="connsiteX0-1" fmla="*/ 120916 w 3491208"/>
              <a:gd name="connsiteY0-2" fmla="*/ 0 h 6860479"/>
              <a:gd name="connsiteX1-3" fmla="*/ 3491208 w 3491208"/>
              <a:gd name="connsiteY1-4" fmla="*/ 3418117 h 6860479"/>
              <a:gd name="connsiteX2-5" fmla="*/ 0 w 3491208"/>
              <a:gd name="connsiteY2-6" fmla="*/ 6860479 h 6860479"/>
              <a:gd name="connsiteX3-7" fmla="*/ 60052 w 3491208"/>
              <a:gd name="connsiteY3-8" fmla="*/ 3363984 h 6860479"/>
              <a:gd name="connsiteX4" fmla="*/ 120916 w 3491208"/>
              <a:gd name="connsiteY4" fmla="*/ 0 h 6860479"/>
              <a:gd name="connsiteX0-9" fmla="*/ 60052 w 3491208"/>
              <a:gd name="connsiteY0-10" fmla="*/ 3363984 h 6860479"/>
              <a:gd name="connsiteX1-11" fmla="*/ 120916 w 3491208"/>
              <a:gd name="connsiteY1-12" fmla="*/ 0 h 6860479"/>
              <a:gd name="connsiteX2-13" fmla="*/ 3491208 w 3491208"/>
              <a:gd name="connsiteY2-14" fmla="*/ 3418117 h 6860479"/>
              <a:gd name="connsiteX3-15" fmla="*/ 0 w 3491208"/>
              <a:gd name="connsiteY3-16" fmla="*/ 6860479 h 6860479"/>
              <a:gd name="connsiteX4-17" fmla="*/ 151492 w 3491208"/>
              <a:gd name="connsiteY4-18" fmla="*/ 3455424 h 6860479"/>
              <a:gd name="connsiteX0-19" fmla="*/ 60052 w 3491208"/>
              <a:gd name="connsiteY0-20" fmla="*/ 3363984 h 6860479"/>
              <a:gd name="connsiteX1-21" fmla="*/ 120916 w 3491208"/>
              <a:gd name="connsiteY1-22" fmla="*/ 0 h 6860479"/>
              <a:gd name="connsiteX2-23" fmla="*/ 3491208 w 3491208"/>
              <a:gd name="connsiteY2-24" fmla="*/ 3418117 h 6860479"/>
              <a:gd name="connsiteX3-25" fmla="*/ 0 w 3491208"/>
              <a:gd name="connsiteY3-26" fmla="*/ 6860479 h 6860479"/>
              <a:gd name="connsiteX0-27" fmla="*/ 120916 w 3491208"/>
              <a:gd name="connsiteY0-28" fmla="*/ 0 h 6860479"/>
              <a:gd name="connsiteX1-29" fmla="*/ 3491208 w 3491208"/>
              <a:gd name="connsiteY1-30" fmla="*/ 3418117 h 6860479"/>
              <a:gd name="connsiteX2-31" fmla="*/ 0 w 3491208"/>
              <a:gd name="connsiteY2-32" fmla="*/ 6860479 h 686047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491208" h="6860479">
                <a:moveTo>
                  <a:pt x="120916" y="0"/>
                </a:moveTo>
                <a:lnTo>
                  <a:pt x="3491208" y="3418117"/>
                </a:lnTo>
                <a:lnTo>
                  <a:pt x="0" y="6860479"/>
                </a:lnTo>
              </a:path>
            </a:pathLst>
          </a:custGeom>
          <a:noFill/>
          <a:ln>
            <a:solidFill>
              <a:srgbClr val="FFFFFF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mongolianVert"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1"/>
            </p:custDataLst>
          </p:nvPr>
        </p:nvSpPr>
        <p:spPr>
          <a:xfrm>
            <a:off x="0" y="434156"/>
            <a:ext cx="2937722" cy="5876027"/>
          </a:xfrm>
          <a:custGeom>
            <a:avLst/>
            <a:gdLst>
              <a:gd name="connsiteX0" fmla="*/ 0 w 2937722"/>
              <a:gd name="connsiteY0" fmla="*/ 0 h 5876027"/>
              <a:gd name="connsiteX1" fmla="*/ 2937722 w 2937722"/>
              <a:gd name="connsiteY1" fmla="*/ 2979407 h 5876027"/>
              <a:gd name="connsiteX2" fmla="*/ 0 w 2937722"/>
              <a:gd name="connsiteY2" fmla="*/ 5876027 h 5876027"/>
              <a:gd name="connsiteX3" fmla="*/ 0 w 2937722"/>
              <a:gd name="connsiteY3" fmla="*/ 0 h 5876027"/>
              <a:gd name="connsiteX0-1" fmla="*/ 14652 w 2952374"/>
              <a:gd name="connsiteY0-2" fmla="*/ 0 h 5876027"/>
              <a:gd name="connsiteX1-3" fmla="*/ 2952374 w 2952374"/>
              <a:gd name="connsiteY1-4" fmla="*/ 2979407 h 5876027"/>
              <a:gd name="connsiteX2-5" fmla="*/ 14652 w 2952374"/>
              <a:gd name="connsiteY2-6" fmla="*/ 5876027 h 5876027"/>
              <a:gd name="connsiteX3-7" fmla="*/ 0 w 2952374"/>
              <a:gd name="connsiteY3-8" fmla="*/ 2887884 h 5876027"/>
              <a:gd name="connsiteX4" fmla="*/ 14652 w 2952374"/>
              <a:gd name="connsiteY4" fmla="*/ 0 h 5876027"/>
              <a:gd name="connsiteX0-9" fmla="*/ 0 w 2952374"/>
              <a:gd name="connsiteY0-10" fmla="*/ 2887884 h 5876027"/>
              <a:gd name="connsiteX1-11" fmla="*/ 14652 w 2952374"/>
              <a:gd name="connsiteY1-12" fmla="*/ 0 h 5876027"/>
              <a:gd name="connsiteX2-13" fmla="*/ 2952374 w 2952374"/>
              <a:gd name="connsiteY2-14" fmla="*/ 2979407 h 5876027"/>
              <a:gd name="connsiteX3-15" fmla="*/ 14652 w 2952374"/>
              <a:gd name="connsiteY3-16" fmla="*/ 5876027 h 5876027"/>
              <a:gd name="connsiteX4-17" fmla="*/ 91440 w 2952374"/>
              <a:gd name="connsiteY4-18" fmla="*/ 2979324 h 5876027"/>
              <a:gd name="connsiteX0-19" fmla="*/ 0 w 2952374"/>
              <a:gd name="connsiteY0-20" fmla="*/ 2887884 h 5876027"/>
              <a:gd name="connsiteX1-21" fmla="*/ 14652 w 2952374"/>
              <a:gd name="connsiteY1-22" fmla="*/ 0 h 5876027"/>
              <a:gd name="connsiteX2-23" fmla="*/ 2952374 w 2952374"/>
              <a:gd name="connsiteY2-24" fmla="*/ 2979407 h 5876027"/>
              <a:gd name="connsiteX3-25" fmla="*/ 14652 w 2952374"/>
              <a:gd name="connsiteY3-26" fmla="*/ 5876027 h 5876027"/>
              <a:gd name="connsiteX0-27" fmla="*/ 0 w 2937722"/>
              <a:gd name="connsiteY0-28" fmla="*/ 0 h 5876027"/>
              <a:gd name="connsiteX1-29" fmla="*/ 2937722 w 2937722"/>
              <a:gd name="connsiteY1-30" fmla="*/ 2979407 h 5876027"/>
              <a:gd name="connsiteX2-31" fmla="*/ 0 w 2937722"/>
              <a:gd name="connsiteY2-32" fmla="*/ 5876027 h 587602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937722" h="5876027">
                <a:moveTo>
                  <a:pt x="0" y="0"/>
                </a:moveTo>
                <a:lnTo>
                  <a:pt x="2937722" y="2979407"/>
                </a:lnTo>
                <a:lnTo>
                  <a:pt x="0" y="5876027"/>
                </a:lnTo>
              </a:path>
            </a:pathLst>
          </a:custGeom>
          <a:noFill/>
          <a:ln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mongolianVert"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4" name="任意多边形: 形状 23"/>
          <p:cNvSpPr/>
          <p:nvPr userDrawn="1">
            <p:custDataLst>
              <p:tags r:id="rId12"/>
            </p:custDataLst>
          </p:nvPr>
        </p:nvSpPr>
        <p:spPr>
          <a:xfrm>
            <a:off x="0" y="1085585"/>
            <a:ext cx="2290514" cy="4581483"/>
          </a:xfrm>
          <a:custGeom>
            <a:avLst/>
            <a:gdLst>
              <a:gd name="connsiteX0" fmla="*/ 0 w 2290514"/>
              <a:gd name="connsiteY0" fmla="*/ 0 h 4581483"/>
              <a:gd name="connsiteX1" fmla="*/ 2290514 w 2290514"/>
              <a:gd name="connsiteY1" fmla="*/ 2323015 h 4581483"/>
              <a:gd name="connsiteX2" fmla="*/ 1 w 2290514"/>
              <a:gd name="connsiteY2" fmla="*/ 4581483 h 4581483"/>
              <a:gd name="connsiteX3" fmla="*/ 0 w 2290514"/>
              <a:gd name="connsiteY3" fmla="*/ 0 h 4581483"/>
              <a:gd name="connsiteX0-1" fmla="*/ 168960 w 2459474"/>
              <a:gd name="connsiteY0-2" fmla="*/ 0 h 4581515"/>
              <a:gd name="connsiteX1-3" fmla="*/ 2459474 w 2459474"/>
              <a:gd name="connsiteY1-4" fmla="*/ 2323015 h 4581515"/>
              <a:gd name="connsiteX2-5" fmla="*/ 168961 w 2459474"/>
              <a:gd name="connsiteY2-6" fmla="*/ 4581483 h 4581515"/>
              <a:gd name="connsiteX3-7" fmla="*/ 171086 w 2459474"/>
              <a:gd name="connsiteY3-8" fmla="*/ 2370679 h 4581515"/>
              <a:gd name="connsiteX4" fmla="*/ 168960 w 2459474"/>
              <a:gd name="connsiteY4" fmla="*/ 0 h 4581515"/>
              <a:gd name="connsiteX0-9" fmla="*/ 171086 w 2459474"/>
              <a:gd name="connsiteY0-10" fmla="*/ 2370679 h 4581515"/>
              <a:gd name="connsiteX1-11" fmla="*/ 168960 w 2459474"/>
              <a:gd name="connsiteY1-12" fmla="*/ 0 h 4581515"/>
              <a:gd name="connsiteX2-13" fmla="*/ 2459474 w 2459474"/>
              <a:gd name="connsiteY2-14" fmla="*/ 2323015 h 4581515"/>
              <a:gd name="connsiteX3-15" fmla="*/ 168961 w 2459474"/>
              <a:gd name="connsiteY3-16" fmla="*/ 4581483 h 4581515"/>
              <a:gd name="connsiteX4-17" fmla="*/ 262526 w 2459474"/>
              <a:gd name="connsiteY4-18" fmla="*/ 2462119 h 4581515"/>
              <a:gd name="connsiteX0-19" fmla="*/ 171086 w 2459474"/>
              <a:gd name="connsiteY0-20" fmla="*/ 2370679 h 4581483"/>
              <a:gd name="connsiteX1-21" fmla="*/ 168960 w 2459474"/>
              <a:gd name="connsiteY1-22" fmla="*/ 0 h 4581483"/>
              <a:gd name="connsiteX2-23" fmla="*/ 2459474 w 2459474"/>
              <a:gd name="connsiteY2-24" fmla="*/ 2323015 h 4581483"/>
              <a:gd name="connsiteX3-25" fmla="*/ 168961 w 2459474"/>
              <a:gd name="connsiteY3-26" fmla="*/ 4581483 h 4581483"/>
              <a:gd name="connsiteX0-27" fmla="*/ 0 w 2290514"/>
              <a:gd name="connsiteY0-28" fmla="*/ 0 h 4581483"/>
              <a:gd name="connsiteX1-29" fmla="*/ 2290514 w 2290514"/>
              <a:gd name="connsiteY1-30" fmla="*/ 2323015 h 4581483"/>
              <a:gd name="connsiteX2-31" fmla="*/ 1 w 2290514"/>
              <a:gd name="connsiteY2-32" fmla="*/ 4581483 h 45814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90514" h="4581483">
                <a:moveTo>
                  <a:pt x="0" y="0"/>
                </a:moveTo>
                <a:lnTo>
                  <a:pt x="2290514" y="2323015"/>
                </a:lnTo>
                <a:lnTo>
                  <a:pt x="1" y="4581483"/>
                </a:lnTo>
              </a:path>
            </a:pathLst>
          </a:custGeom>
          <a:noFill/>
          <a:ln>
            <a:solidFill>
              <a:srgbClr val="FFFFFF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mongolianVert"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/>
          <p:cNvSpPr/>
          <p:nvPr userDrawn="1">
            <p:custDataLst>
              <p:tags r:id="rId13"/>
            </p:custDataLst>
          </p:nvPr>
        </p:nvSpPr>
        <p:spPr>
          <a:xfrm>
            <a:off x="0" y="1736519"/>
            <a:ext cx="1644598" cy="3289520"/>
          </a:xfrm>
          <a:custGeom>
            <a:avLst/>
            <a:gdLst>
              <a:gd name="connsiteX0" fmla="*/ 0 w 1644598"/>
              <a:gd name="connsiteY0" fmla="*/ 0 h 3289520"/>
              <a:gd name="connsiteX1" fmla="*/ 1644598 w 1644598"/>
              <a:gd name="connsiteY1" fmla="*/ 1667933 h 3289520"/>
              <a:gd name="connsiteX2" fmla="*/ 1 w 1644598"/>
              <a:gd name="connsiteY2" fmla="*/ 3289520 h 3289520"/>
              <a:gd name="connsiteX3" fmla="*/ 0 w 1644598"/>
              <a:gd name="connsiteY3" fmla="*/ 0 h 3289520"/>
              <a:gd name="connsiteX0-1" fmla="*/ 121115 w 1765713"/>
              <a:gd name="connsiteY0-2" fmla="*/ 45 h 3289565"/>
              <a:gd name="connsiteX1-3" fmla="*/ 1765713 w 1765713"/>
              <a:gd name="connsiteY1-4" fmla="*/ 1667978 h 3289565"/>
              <a:gd name="connsiteX2-5" fmla="*/ 121116 w 1765713"/>
              <a:gd name="connsiteY2-6" fmla="*/ 3289565 h 3289565"/>
              <a:gd name="connsiteX3-7" fmla="*/ 123240 w 1765713"/>
              <a:gd name="connsiteY3-8" fmla="*/ 1619122 h 3289565"/>
              <a:gd name="connsiteX4" fmla="*/ 121115 w 1765713"/>
              <a:gd name="connsiteY4" fmla="*/ 45 h 3289565"/>
              <a:gd name="connsiteX0-9" fmla="*/ 123240 w 1765713"/>
              <a:gd name="connsiteY0-10" fmla="*/ 1619122 h 3289565"/>
              <a:gd name="connsiteX1-11" fmla="*/ 121115 w 1765713"/>
              <a:gd name="connsiteY1-12" fmla="*/ 45 h 3289565"/>
              <a:gd name="connsiteX2-13" fmla="*/ 1765713 w 1765713"/>
              <a:gd name="connsiteY2-14" fmla="*/ 1667978 h 3289565"/>
              <a:gd name="connsiteX3-15" fmla="*/ 121116 w 1765713"/>
              <a:gd name="connsiteY3-16" fmla="*/ 3289565 h 3289565"/>
              <a:gd name="connsiteX4-17" fmla="*/ 214680 w 1765713"/>
              <a:gd name="connsiteY4-18" fmla="*/ 1710562 h 3289565"/>
              <a:gd name="connsiteX0-19" fmla="*/ 123240 w 1765713"/>
              <a:gd name="connsiteY0-20" fmla="*/ 1619122 h 3289565"/>
              <a:gd name="connsiteX1-21" fmla="*/ 121115 w 1765713"/>
              <a:gd name="connsiteY1-22" fmla="*/ 45 h 3289565"/>
              <a:gd name="connsiteX2-23" fmla="*/ 1765713 w 1765713"/>
              <a:gd name="connsiteY2-24" fmla="*/ 1667978 h 3289565"/>
              <a:gd name="connsiteX3-25" fmla="*/ 121116 w 1765713"/>
              <a:gd name="connsiteY3-26" fmla="*/ 3289565 h 3289565"/>
              <a:gd name="connsiteX0-27" fmla="*/ 0 w 1644598"/>
              <a:gd name="connsiteY0-28" fmla="*/ 0 h 3289520"/>
              <a:gd name="connsiteX1-29" fmla="*/ 1644598 w 1644598"/>
              <a:gd name="connsiteY1-30" fmla="*/ 1667933 h 3289520"/>
              <a:gd name="connsiteX2-31" fmla="*/ 1 w 1644598"/>
              <a:gd name="connsiteY2-32" fmla="*/ 3289520 h 32895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644598" h="3289520">
                <a:moveTo>
                  <a:pt x="0" y="0"/>
                </a:moveTo>
                <a:lnTo>
                  <a:pt x="1644598" y="1667933"/>
                </a:lnTo>
                <a:lnTo>
                  <a:pt x="1" y="3289520"/>
                </a:lnTo>
              </a:path>
            </a:pathLst>
          </a:custGeom>
          <a:noFill/>
          <a:ln>
            <a:solidFill>
              <a:srgbClr val="FFFFFF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mongolianVert"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14"/>
            </p:custDataLst>
          </p:nvPr>
        </p:nvSpPr>
        <p:spPr>
          <a:xfrm>
            <a:off x="0" y="2360570"/>
            <a:ext cx="1024975" cy="2050152"/>
          </a:xfrm>
          <a:custGeom>
            <a:avLst/>
            <a:gdLst>
              <a:gd name="connsiteX0" fmla="*/ 0 w 1024975"/>
              <a:gd name="connsiteY0" fmla="*/ 0 h 2050152"/>
              <a:gd name="connsiteX1" fmla="*/ 1024975 w 1024975"/>
              <a:gd name="connsiteY1" fmla="*/ 1039518 h 2050152"/>
              <a:gd name="connsiteX2" fmla="*/ 1 w 1024975"/>
              <a:gd name="connsiteY2" fmla="*/ 2050152 h 2050152"/>
              <a:gd name="connsiteX3" fmla="*/ 0 w 1024975"/>
              <a:gd name="connsiteY3" fmla="*/ 0 h 2050152"/>
              <a:gd name="connsiteX0-1" fmla="*/ 78046 w 1103021"/>
              <a:gd name="connsiteY0-2" fmla="*/ 23 h 2050175"/>
              <a:gd name="connsiteX1-3" fmla="*/ 1103021 w 1103021"/>
              <a:gd name="connsiteY1-4" fmla="*/ 1039541 h 2050175"/>
              <a:gd name="connsiteX2-5" fmla="*/ 78047 w 1103021"/>
              <a:gd name="connsiteY2-6" fmla="*/ 2050175 h 2050175"/>
              <a:gd name="connsiteX3-7" fmla="*/ 71781 w 1103021"/>
              <a:gd name="connsiteY3-8" fmla="*/ 1011827 h 2050175"/>
              <a:gd name="connsiteX4" fmla="*/ 78046 w 1103021"/>
              <a:gd name="connsiteY4" fmla="*/ 23 h 2050175"/>
              <a:gd name="connsiteX0-9" fmla="*/ 71781 w 1103021"/>
              <a:gd name="connsiteY0-10" fmla="*/ 1011827 h 2050175"/>
              <a:gd name="connsiteX1-11" fmla="*/ 78046 w 1103021"/>
              <a:gd name="connsiteY1-12" fmla="*/ 23 h 2050175"/>
              <a:gd name="connsiteX2-13" fmla="*/ 1103021 w 1103021"/>
              <a:gd name="connsiteY2-14" fmla="*/ 1039541 h 2050175"/>
              <a:gd name="connsiteX3-15" fmla="*/ 78047 w 1103021"/>
              <a:gd name="connsiteY3-16" fmla="*/ 2050175 h 2050175"/>
              <a:gd name="connsiteX4-17" fmla="*/ 163221 w 1103021"/>
              <a:gd name="connsiteY4-18" fmla="*/ 1103267 h 2050175"/>
              <a:gd name="connsiteX0-19" fmla="*/ 71781 w 1103021"/>
              <a:gd name="connsiteY0-20" fmla="*/ 1011827 h 2050175"/>
              <a:gd name="connsiteX1-21" fmla="*/ 78046 w 1103021"/>
              <a:gd name="connsiteY1-22" fmla="*/ 23 h 2050175"/>
              <a:gd name="connsiteX2-23" fmla="*/ 1103021 w 1103021"/>
              <a:gd name="connsiteY2-24" fmla="*/ 1039541 h 2050175"/>
              <a:gd name="connsiteX3-25" fmla="*/ 78047 w 1103021"/>
              <a:gd name="connsiteY3-26" fmla="*/ 2050175 h 2050175"/>
              <a:gd name="connsiteX0-27" fmla="*/ 0 w 1024975"/>
              <a:gd name="connsiteY0-28" fmla="*/ 0 h 2050152"/>
              <a:gd name="connsiteX1-29" fmla="*/ 1024975 w 1024975"/>
              <a:gd name="connsiteY1-30" fmla="*/ 1039518 h 2050152"/>
              <a:gd name="connsiteX2-31" fmla="*/ 1 w 1024975"/>
              <a:gd name="connsiteY2-32" fmla="*/ 2050152 h 205015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24975" h="2050152">
                <a:moveTo>
                  <a:pt x="0" y="0"/>
                </a:moveTo>
                <a:lnTo>
                  <a:pt x="1024975" y="1039518"/>
                </a:lnTo>
                <a:lnTo>
                  <a:pt x="1" y="2050152"/>
                </a:lnTo>
              </a:path>
            </a:pathLst>
          </a:custGeom>
          <a:noFill/>
          <a:ln>
            <a:solidFill>
              <a:srgbClr val="FFFFFF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mongolianVert"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15"/>
            </p:custDataLst>
          </p:nvPr>
        </p:nvSpPr>
        <p:spPr>
          <a:xfrm>
            <a:off x="0" y="2982810"/>
            <a:ext cx="407148" cy="814376"/>
          </a:xfrm>
          <a:custGeom>
            <a:avLst/>
            <a:gdLst>
              <a:gd name="connsiteX0" fmla="*/ 0 w 407148"/>
              <a:gd name="connsiteY0" fmla="*/ 0 h 814376"/>
              <a:gd name="connsiteX1" fmla="*/ 407148 w 407148"/>
              <a:gd name="connsiteY1" fmla="*/ 412925 h 814376"/>
              <a:gd name="connsiteX2" fmla="*/ 0 w 407148"/>
              <a:gd name="connsiteY2" fmla="*/ 814376 h 814376"/>
              <a:gd name="connsiteX3" fmla="*/ 0 w 407148"/>
              <a:gd name="connsiteY3" fmla="*/ 0 h 814376"/>
              <a:gd name="connsiteX0-1" fmla="*/ 0 w 407148"/>
              <a:gd name="connsiteY0-2" fmla="*/ 0 h 814376"/>
              <a:gd name="connsiteX1-3" fmla="*/ 407148 w 407148"/>
              <a:gd name="connsiteY1-4" fmla="*/ 412925 h 814376"/>
              <a:gd name="connsiteX2-5" fmla="*/ 0 w 407148"/>
              <a:gd name="connsiteY2-6" fmla="*/ 814376 h 814376"/>
              <a:gd name="connsiteX3-7" fmla="*/ 2125 w 407148"/>
              <a:gd name="connsiteY3-8" fmla="*/ 406342 h 814376"/>
              <a:gd name="connsiteX4" fmla="*/ 0 w 407148"/>
              <a:gd name="connsiteY4" fmla="*/ 0 h 814376"/>
              <a:gd name="connsiteX0-9" fmla="*/ 2125 w 407148"/>
              <a:gd name="connsiteY0-10" fmla="*/ 406342 h 814376"/>
              <a:gd name="connsiteX1-11" fmla="*/ 0 w 407148"/>
              <a:gd name="connsiteY1-12" fmla="*/ 0 h 814376"/>
              <a:gd name="connsiteX2-13" fmla="*/ 407148 w 407148"/>
              <a:gd name="connsiteY2-14" fmla="*/ 412925 h 814376"/>
              <a:gd name="connsiteX3-15" fmla="*/ 0 w 407148"/>
              <a:gd name="connsiteY3-16" fmla="*/ 814376 h 814376"/>
              <a:gd name="connsiteX4-17" fmla="*/ 93565 w 407148"/>
              <a:gd name="connsiteY4-18" fmla="*/ 497782 h 814376"/>
              <a:gd name="connsiteX0-19" fmla="*/ 2125 w 407148"/>
              <a:gd name="connsiteY0-20" fmla="*/ 406342 h 814376"/>
              <a:gd name="connsiteX1-21" fmla="*/ 0 w 407148"/>
              <a:gd name="connsiteY1-22" fmla="*/ 0 h 814376"/>
              <a:gd name="connsiteX2-23" fmla="*/ 407148 w 407148"/>
              <a:gd name="connsiteY2-24" fmla="*/ 412925 h 814376"/>
              <a:gd name="connsiteX3-25" fmla="*/ 0 w 407148"/>
              <a:gd name="connsiteY3-26" fmla="*/ 814376 h 814376"/>
              <a:gd name="connsiteX0-27" fmla="*/ 0 w 407148"/>
              <a:gd name="connsiteY0-28" fmla="*/ 0 h 814376"/>
              <a:gd name="connsiteX1-29" fmla="*/ 407148 w 407148"/>
              <a:gd name="connsiteY1-30" fmla="*/ 412925 h 814376"/>
              <a:gd name="connsiteX2-31" fmla="*/ 0 w 407148"/>
              <a:gd name="connsiteY2-32" fmla="*/ 814376 h 8143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07148" h="814376">
                <a:moveTo>
                  <a:pt x="0" y="0"/>
                </a:moveTo>
                <a:lnTo>
                  <a:pt x="407148" y="412925"/>
                </a:lnTo>
                <a:lnTo>
                  <a:pt x="0" y="814376"/>
                </a:lnTo>
              </a:path>
            </a:pathLst>
          </a:custGeom>
          <a:noFill/>
          <a:ln>
            <a:solidFill>
              <a:srgbClr val="FFFFFF">
                <a:alpha val="7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mongolianVert"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2026/5/14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38200" y="1626972"/>
            <a:ext cx="10515000" cy="18000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6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658404" y="3730293"/>
            <a:ext cx="288000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  <p:sp>
        <p:nvSpPr>
          <p:cNvPr id="8" name="任意多边形: 形状 7"/>
          <p:cNvSpPr/>
          <p:nvPr userDrawn="1">
            <p:custDataLst>
              <p:tags r:id="rId7"/>
            </p:custDataLst>
          </p:nvPr>
        </p:nvSpPr>
        <p:spPr>
          <a:xfrm>
            <a:off x="5741235" y="225"/>
            <a:ext cx="808552" cy="404189"/>
          </a:xfrm>
          <a:custGeom>
            <a:avLst/>
            <a:gdLst>
              <a:gd name="connsiteX0" fmla="*/ 808552 w 808552"/>
              <a:gd name="connsiteY0" fmla="*/ 0 h 404189"/>
              <a:gd name="connsiteX1" fmla="*/ 412691 w 808552"/>
              <a:gd name="connsiteY1" fmla="*/ 404189 h 404189"/>
              <a:gd name="connsiteX2" fmla="*/ 0 w 808552"/>
              <a:gd name="connsiteY2" fmla="*/ 1 h 404189"/>
              <a:gd name="connsiteX3" fmla="*/ 808552 w 808552"/>
              <a:gd name="connsiteY3" fmla="*/ 0 h 404189"/>
              <a:gd name="connsiteX0-1" fmla="*/ 808552 w 808552"/>
              <a:gd name="connsiteY0-2" fmla="*/ 225 h 404414"/>
              <a:gd name="connsiteX1-3" fmla="*/ 412691 w 808552"/>
              <a:gd name="connsiteY1-4" fmla="*/ 404414 h 404414"/>
              <a:gd name="connsiteX2-5" fmla="*/ 0 w 808552"/>
              <a:gd name="connsiteY2-6" fmla="*/ 226 h 404414"/>
              <a:gd name="connsiteX3-7" fmla="*/ 373815 w 808552"/>
              <a:gd name="connsiteY3-8" fmla="*/ 0 h 404414"/>
              <a:gd name="connsiteX4" fmla="*/ 808552 w 808552"/>
              <a:gd name="connsiteY4" fmla="*/ 225 h 404414"/>
              <a:gd name="connsiteX0-9" fmla="*/ 373815 w 808552"/>
              <a:gd name="connsiteY0-10" fmla="*/ 0 h 404414"/>
              <a:gd name="connsiteX1-11" fmla="*/ 808552 w 808552"/>
              <a:gd name="connsiteY1-12" fmla="*/ 225 h 404414"/>
              <a:gd name="connsiteX2-13" fmla="*/ 412691 w 808552"/>
              <a:gd name="connsiteY2-14" fmla="*/ 404414 h 404414"/>
              <a:gd name="connsiteX3-15" fmla="*/ 0 w 808552"/>
              <a:gd name="connsiteY3-16" fmla="*/ 226 h 404414"/>
              <a:gd name="connsiteX4-17" fmla="*/ 465255 w 808552"/>
              <a:gd name="connsiteY4-18" fmla="*/ 91440 h 404414"/>
              <a:gd name="connsiteX0-19" fmla="*/ 373815 w 808552"/>
              <a:gd name="connsiteY0-20" fmla="*/ 0 h 404414"/>
              <a:gd name="connsiteX1-21" fmla="*/ 808552 w 808552"/>
              <a:gd name="connsiteY1-22" fmla="*/ 225 h 404414"/>
              <a:gd name="connsiteX2-23" fmla="*/ 412691 w 808552"/>
              <a:gd name="connsiteY2-24" fmla="*/ 404414 h 404414"/>
              <a:gd name="connsiteX3-25" fmla="*/ 0 w 808552"/>
              <a:gd name="connsiteY3-26" fmla="*/ 226 h 404414"/>
              <a:gd name="connsiteX0-27" fmla="*/ 808552 w 808552"/>
              <a:gd name="connsiteY0-28" fmla="*/ 0 h 404189"/>
              <a:gd name="connsiteX1-29" fmla="*/ 412691 w 808552"/>
              <a:gd name="connsiteY1-30" fmla="*/ 404189 h 404189"/>
              <a:gd name="connsiteX2-31" fmla="*/ 0 w 808552"/>
              <a:gd name="connsiteY2-32" fmla="*/ 1 h 4041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808552" h="404189">
                <a:moveTo>
                  <a:pt x="808552" y="0"/>
                </a:moveTo>
                <a:lnTo>
                  <a:pt x="412691" y="404189"/>
                </a:lnTo>
                <a:lnTo>
                  <a:pt x="0" y="1"/>
                </a:lnTo>
              </a:path>
            </a:pathLst>
          </a:custGeom>
          <a:noFill/>
          <a:ln>
            <a:solidFill>
              <a:srgbClr val="FFFFFF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8"/>
            </p:custDataLst>
          </p:nvPr>
        </p:nvSpPr>
        <p:spPr>
          <a:xfrm>
            <a:off x="5175577" y="225"/>
            <a:ext cx="1929470" cy="964527"/>
          </a:xfrm>
          <a:custGeom>
            <a:avLst/>
            <a:gdLst>
              <a:gd name="connsiteX0" fmla="*/ 1929470 w 1929470"/>
              <a:gd name="connsiteY0" fmla="*/ 0 h 964527"/>
              <a:gd name="connsiteX1" fmla="*/ 984817 w 1929470"/>
              <a:gd name="connsiteY1" fmla="*/ 964527 h 964527"/>
              <a:gd name="connsiteX2" fmla="*/ 0 w 1929470"/>
              <a:gd name="connsiteY2" fmla="*/ 1 h 964527"/>
              <a:gd name="connsiteX3" fmla="*/ 1929470 w 1929470"/>
              <a:gd name="connsiteY3" fmla="*/ 0 h 964527"/>
              <a:gd name="connsiteX0-1" fmla="*/ 1929470 w 1929470"/>
              <a:gd name="connsiteY0-2" fmla="*/ 19275 h 983802"/>
              <a:gd name="connsiteX1-3" fmla="*/ 984817 w 1929470"/>
              <a:gd name="connsiteY1-4" fmla="*/ 983802 h 983802"/>
              <a:gd name="connsiteX2-5" fmla="*/ 0 w 1929470"/>
              <a:gd name="connsiteY2-6" fmla="*/ 19276 h 983802"/>
              <a:gd name="connsiteX3-7" fmla="*/ 968048 w 1929470"/>
              <a:gd name="connsiteY3-8" fmla="*/ 0 h 983802"/>
              <a:gd name="connsiteX4" fmla="*/ 1929470 w 1929470"/>
              <a:gd name="connsiteY4" fmla="*/ 19275 h 983802"/>
              <a:gd name="connsiteX0-9" fmla="*/ 968048 w 1929470"/>
              <a:gd name="connsiteY0-10" fmla="*/ 0 h 983802"/>
              <a:gd name="connsiteX1-11" fmla="*/ 1929470 w 1929470"/>
              <a:gd name="connsiteY1-12" fmla="*/ 19275 h 983802"/>
              <a:gd name="connsiteX2-13" fmla="*/ 984817 w 1929470"/>
              <a:gd name="connsiteY2-14" fmla="*/ 983802 h 983802"/>
              <a:gd name="connsiteX3-15" fmla="*/ 0 w 1929470"/>
              <a:gd name="connsiteY3-16" fmla="*/ 19276 h 983802"/>
              <a:gd name="connsiteX4-17" fmla="*/ 1059488 w 1929470"/>
              <a:gd name="connsiteY4-18" fmla="*/ 91440 h 983802"/>
              <a:gd name="connsiteX0-19" fmla="*/ 968048 w 1929470"/>
              <a:gd name="connsiteY0-20" fmla="*/ 0 h 983802"/>
              <a:gd name="connsiteX1-21" fmla="*/ 1929470 w 1929470"/>
              <a:gd name="connsiteY1-22" fmla="*/ 19275 h 983802"/>
              <a:gd name="connsiteX2-23" fmla="*/ 984817 w 1929470"/>
              <a:gd name="connsiteY2-24" fmla="*/ 983802 h 983802"/>
              <a:gd name="connsiteX3-25" fmla="*/ 0 w 1929470"/>
              <a:gd name="connsiteY3-26" fmla="*/ 19276 h 983802"/>
              <a:gd name="connsiteX0-27" fmla="*/ 1929470 w 1929470"/>
              <a:gd name="connsiteY0-28" fmla="*/ 0 h 964527"/>
              <a:gd name="connsiteX1-29" fmla="*/ 984817 w 1929470"/>
              <a:gd name="connsiteY1-30" fmla="*/ 964527 h 964527"/>
              <a:gd name="connsiteX2-31" fmla="*/ 0 w 1929470"/>
              <a:gd name="connsiteY2-32" fmla="*/ 1 h 96452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29470" h="964527">
                <a:moveTo>
                  <a:pt x="1929470" y="0"/>
                </a:moveTo>
                <a:lnTo>
                  <a:pt x="984817" y="964527"/>
                </a:lnTo>
                <a:lnTo>
                  <a:pt x="0" y="1"/>
                </a:lnTo>
              </a:path>
            </a:pathLst>
          </a:custGeom>
          <a:noFill/>
          <a:ln>
            <a:solidFill>
              <a:srgbClr val="FFFFFF">
                <a:alpha val="5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9"/>
            </p:custDataLst>
          </p:nvPr>
        </p:nvSpPr>
        <p:spPr>
          <a:xfrm>
            <a:off x="4609097" y="226"/>
            <a:ext cx="3050125" cy="1524732"/>
          </a:xfrm>
          <a:custGeom>
            <a:avLst/>
            <a:gdLst>
              <a:gd name="connsiteX0" fmla="*/ 3050125 w 3050125"/>
              <a:gd name="connsiteY0" fmla="*/ 0 h 1524732"/>
              <a:gd name="connsiteX1" fmla="*/ 1556808 w 3050125"/>
              <a:gd name="connsiteY1" fmla="*/ 1524732 h 1524732"/>
              <a:gd name="connsiteX2" fmla="*/ 0 w 3050125"/>
              <a:gd name="connsiteY2" fmla="*/ 1 h 1524732"/>
              <a:gd name="connsiteX3" fmla="*/ 3050125 w 3050125"/>
              <a:gd name="connsiteY3" fmla="*/ 0 h 1524732"/>
              <a:gd name="connsiteX0-1" fmla="*/ 3050125 w 3050125"/>
              <a:gd name="connsiteY0-2" fmla="*/ 9751 h 1534483"/>
              <a:gd name="connsiteX1-3" fmla="*/ 1556808 w 3050125"/>
              <a:gd name="connsiteY1-4" fmla="*/ 1534483 h 1534483"/>
              <a:gd name="connsiteX2-5" fmla="*/ 0 w 3050125"/>
              <a:gd name="connsiteY2-6" fmla="*/ 9752 h 1534483"/>
              <a:gd name="connsiteX3-7" fmla="*/ 1515478 w 3050125"/>
              <a:gd name="connsiteY3-8" fmla="*/ 0 h 1534483"/>
              <a:gd name="connsiteX4" fmla="*/ 3050125 w 3050125"/>
              <a:gd name="connsiteY4" fmla="*/ 9751 h 1534483"/>
              <a:gd name="connsiteX0-9" fmla="*/ 1515478 w 3050125"/>
              <a:gd name="connsiteY0-10" fmla="*/ 0 h 1534483"/>
              <a:gd name="connsiteX1-11" fmla="*/ 3050125 w 3050125"/>
              <a:gd name="connsiteY1-12" fmla="*/ 9751 h 1534483"/>
              <a:gd name="connsiteX2-13" fmla="*/ 1556808 w 3050125"/>
              <a:gd name="connsiteY2-14" fmla="*/ 1534483 h 1534483"/>
              <a:gd name="connsiteX3-15" fmla="*/ 0 w 3050125"/>
              <a:gd name="connsiteY3-16" fmla="*/ 9752 h 1534483"/>
              <a:gd name="connsiteX4-17" fmla="*/ 1606918 w 3050125"/>
              <a:gd name="connsiteY4-18" fmla="*/ 91440 h 1534483"/>
              <a:gd name="connsiteX0-19" fmla="*/ 1515478 w 3050125"/>
              <a:gd name="connsiteY0-20" fmla="*/ 0 h 1534483"/>
              <a:gd name="connsiteX1-21" fmla="*/ 3050125 w 3050125"/>
              <a:gd name="connsiteY1-22" fmla="*/ 9751 h 1534483"/>
              <a:gd name="connsiteX2-23" fmla="*/ 1556808 w 3050125"/>
              <a:gd name="connsiteY2-24" fmla="*/ 1534483 h 1534483"/>
              <a:gd name="connsiteX3-25" fmla="*/ 0 w 3050125"/>
              <a:gd name="connsiteY3-26" fmla="*/ 9752 h 1534483"/>
              <a:gd name="connsiteX0-27" fmla="*/ 3050125 w 3050125"/>
              <a:gd name="connsiteY0-28" fmla="*/ 0 h 1524732"/>
              <a:gd name="connsiteX1-29" fmla="*/ 1556808 w 3050125"/>
              <a:gd name="connsiteY1-30" fmla="*/ 1524732 h 1524732"/>
              <a:gd name="connsiteX2-31" fmla="*/ 0 w 3050125"/>
              <a:gd name="connsiteY2-32" fmla="*/ 1 h 15247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050125" h="1524732">
                <a:moveTo>
                  <a:pt x="3050125" y="0"/>
                </a:moveTo>
                <a:lnTo>
                  <a:pt x="1556808" y="1524732"/>
                </a:lnTo>
                <a:lnTo>
                  <a:pt x="0" y="1"/>
                </a:lnTo>
              </a:path>
            </a:pathLst>
          </a:custGeom>
          <a:noFill/>
          <a:ln>
            <a:solidFill>
              <a:srgbClr val="FFFFFF">
                <a:alpha val="3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3984723" y="225"/>
            <a:ext cx="4286008" cy="2142541"/>
          </a:xfrm>
          <a:custGeom>
            <a:avLst/>
            <a:gdLst>
              <a:gd name="connsiteX0" fmla="*/ 0 w 4286008"/>
              <a:gd name="connsiteY0" fmla="*/ 0 h 2142541"/>
              <a:gd name="connsiteX1" fmla="*/ 4286008 w 4286008"/>
              <a:gd name="connsiteY1" fmla="*/ 1 h 2142541"/>
              <a:gd name="connsiteX2" fmla="*/ 2187612 w 4286008"/>
              <a:gd name="connsiteY2" fmla="*/ 2142541 h 2142541"/>
              <a:gd name="connsiteX3" fmla="*/ 0 w 4286008"/>
              <a:gd name="connsiteY3" fmla="*/ 0 h 2142541"/>
              <a:gd name="connsiteX0-1" fmla="*/ 0 w 4286008"/>
              <a:gd name="connsiteY0-2" fmla="*/ 9750 h 2152291"/>
              <a:gd name="connsiteX1-3" fmla="*/ 2158902 w 4286008"/>
              <a:gd name="connsiteY1-4" fmla="*/ 0 h 2152291"/>
              <a:gd name="connsiteX2-5" fmla="*/ 4286008 w 4286008"/>
              <a:gd name="connsiteY2-6" fmla="*/ 9751 h 2152291"/>
              <a:gd name="connsiteX3-7" fmla="*/ 2187612 w 4286008"/>
              <a:gd name="connsiteY3-8" fmla="*/ 2152291 h 2152291"/>
              <a:gd name="connsiteX4" fmla="*/ 0 w 4286008"/>
              <a:gd name="connsiteY4" fmla="*/ 9750 h 2152291"/>
              <a:gd name="connsiteX0-9" fmla="*/ 2158902 w 4286008"/>
              <a:gd name="connsiteY0-10" fmla="*/ 0 h 2152291"/>
              <a:gd name="connsiteX1-11" fmla="*/ 4286008 w 4286008"/>
              <a:gd name="connsiteY1-12" fmla="*/ 9751 h 2152291"/>
              <a:gd name="connsiteX2-13" fmla="*/ 2187612 w 4286008"/>
              <a:gd name="connsiteY2-14" fmla="*/ 2152291 h 2152291"/>
              <a:gd name="connsiteX3-15" fmla="*/ 0 w 4286008"/>
              <a:gd name="connsiteY3-16" fmla="*/ 9750 h 2152291"/>
              <a:gd name="connsiteX4-17" fmla="*/ 2250342 w 4286008"/>
              <a:gd name="connsiteY4-18" fmla="*/ 91440 h 2152291"/>
              <a:gd name="connsiteX0-19" fmla="*/ 2158902 w 4286008"/>
              <a:gd name="connsiteY0-20" fmla="*/ 0 h 2152291"/>
              <a:gd name="connsiteX1-21" fmla="*/ 4286008 w 4286008"/>
              <a:gd name="connsiteY1-22" fmla="*/ 9751 h 2152291"/>
              <a:gd name="connsiteX2-23" fmla="*/ 2187612 w 4286008"/>
              <a:gd name="connsiteY2-24" fmla="*/ 2152291 h 2152291"/>
              <a:gd name="connsiteX3-25" fmla="*/ 0 w 4286008"/>
              <a:gd name="connsiteY3-26" fmla="*/ 9750 h 2152291"/>
              <a:gd name="connsiteX0-27" fmla="*/ 4286008 w 4286008"/>
              <a:gd name="connsiteY0-28" fmla="*/ 1 h 2142541"/>
              <a:gd name="connsiteX1-29" fmla="*/ 2187612 w 4286008"/>
              <a:gd name="connsiteY1-30" fmla="*/ 2142541 h 2142541"/>
              <a:gd name="connsiteX2-31" fmla="*/ 0 w 4286008"/>
              <a:gd name="connsiteY2-32" fmla="*/ 0 h 21425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286008" h="2142541">
                <a:moveTo>
                  <a:pt x="4286008" y="1"/>
                </a:moveTo>
                <a:lnTo>
                  <a:pt x="2187612" y="2142541"/>
                </a:lnTo>
                <a:lnTo>
                  <a:pt x="0" y="0"/>
                </a:lnTo>
              </a:path>
            </a:pathLst>
          </a:custGeom>
          <a:noFill/>
          <a:ln>
            <a:solidFill>
              <a:srgbClr val="FFFFFF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11"/>
            </p:custDataLst>
          </p:nvPr>
        </p:nvSpPr>
        <p:spPr>
          <a:xfrm>
            <a:off x="3358535" y="225"/>
            <a:ext cx="5525485" cy="2762144"/>
          </a:xfrm>
          <a:custGeom>
            <a:avLst/>
            <a:gdLst>
              <a:gd name="connsiteX0" fmla="*/ 0 w 5525485"/>
              <a:gd name="connsiteY0" fmla="*/ 0 h 2762144"/>
              <a:gd name="connsiteX1" fmla="*/ 5525485 w 5525485"/>
              <a:gd name="connsiteY1" fmla="*/ 0 h 2762144"/>
              <a:gd name="connsiteX2" fmla="*/ 2820251 w 5525485"/>
              <a:gd name="connsiteY2" fmla="*/ 2762144 h 2762144"/>
              <a:gd name="connsiteX3" fmla="*/ 0 w 5525485"/>
              <a:gd name="connsiteY3" fmla="*/ 0 h 2762144"/>
              <a:gd name="connsiteX0-1" fmla="*/ 0 w 5525485"/>
              <a:gd name="connsiteY0-2" fmla="*/ 225 h 2762369"/>
              <a:gd name="connsiteX1-3" fmla="*/ 2851765 w 5525485"/>
              <a:gd name="connsiteY1-4" fmla="*/ 0 h 2762369"/>
              <a:gd name="connsiteX2-5" fmla="*/ 5525485 w 5525485"/>
              <a:gd name="connsiteY2-6" fmla="*/ 225 h 2762369"/>
              <a:gd name="connsiteX3-7" fmla="*/ 2820251 w 5525485"/>
              <a:gd name="connsiteY3-8" fmla="*/ 2762369 h 2762369"/>
              <a:gd name="connsiteX4" fmla="*/ 0 w 5525485"/>
              <a:gd name="connsiteY4" fmla="*/ 225 h 2762369"/>
              <a:gd name="connsiteX0-9" fmla="*/ 2851765 w 5525485"/>
              <a:gd name="connsiteY0-10" fmla="*/ 0 h 2762369"/>
              <a:gd name="connsiteX1-11" fmla="*/ 5525485 w 5525485"/>
              <a:gd name="connsiteY1-12" fmla="*/ 225 h 2762369"/>
              <a:gd name="connsiteX2-13" fmla="*/ 2820251 w 5525485"/>
              <a:gd name="connsiteY2-14" fmla="*/ 2762369 h 2762369"/>
              <a:gd name="connsiteX3-15" fmla="*/ 0 w 5525485"/>
              <a:gd name="connsiteY3-16" fmla="*/ 225 h 2762369"/>
              <a:gd name="connsiteX4-17" fmla="*/ 2943205 w 5525485"/>
              <a:gd name="connsiteY4-18" fmla="*/ 91440 h 2762369"/>
              <a:gd name="connsiteX0-19" fmla="*/ 2851765 w 5525485"/>
              <a:gd name="connsiteY0-20" fmla="*/ 0 h 2762369"/>
              <a:gd name="connsiteX1-21" fmla="*/ 5525485 w 5525485"/>
              <a:gd name="connsiteY1-22" fmla="*/ 225 h 2762369"/>
              <a:gd name="connsiteX2-23" fmla="*/ 2820251 w 5525485"/>
              <a:gd name="connsiteY2-24" fmla="*/ 2762369 h 2762369"/>
              <a:gd name="connsiteX3-25" fmla="*/ 0 w 5525485"/>
              <a:gd name="connsiteY3-26" fmla="*/ 225 h 2762369"/>
              <a:gd name="connsiteX0-27" fmla="*/ 5525485 w 5525485"/>
              <a:gd name="connsiteY0-28" fmla="*/ 0 h 2762144"/>
              <a:gd name="connsiteX1-29" fmla="*/ 2820251 w 5525485"/>
              <a:gd name="connsiteY1-30" fmla="*/ 2762144 h 2762144"/>
              <a:gd name="connsiteX2-31" fmla="*/ 0 w 5525485"/>
              <a:gd name="connsiteY2-32" fmla="*/ 0 h 27621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525485" h="2762144">
                <a:moveTo>
                  <a:pt x="5525485" y="0"/>
                </a:moveTo>
                <a:lnTo>
                  <a:pt x="2820251" y="2762144"/>
                </a:lnTo>
                <a:lnTo>
                  <a:pt x="0" y="0"/>
                </a:lnTo>
              </a:path>
            </a:pathLst>
          </a:custGeom>
          <a:noFill/>
          <a:ln>
            <a:solidFill>
              <a:srgbClr val="FFFFFF">
                <a:alpha val="2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3" name="任意多边形: 形状 22"/>
          <p:cNvSpPr/>
          <p:nvPr userDrawn="1">
            <p:custDataLst>
              <p:tags r:id="rId12"/>
            </p:custDataLst>
          </p:nvPr>
        </p:nvSpPr>
        <p:spPr>
          <a:xfrm>
            <a:off x="2051705" y="226"/>
            <a:ext cx="8112219" cy="4055232"/>
          </a:xfrm>
          <a:custGeom>
            <a:avLst/>
            <a:gdLst>
              <a:gd name="connsiteX0" fmla="*/ 8112219 w 8112219"/>
              <a:gd name="connsiteY0" fmla="*/ 0 h 4055232"/>
              <a:gd name="connsiteX1" fmla="*/ 4140540 w 8112219"/>
              <a:gd name="connsiteY1" fmla="*/ 4055232 h 4055232"/>
              <a:gd name="connsiteX2" fmla="*/ 0 w 8112219"/>
              <a:gd name="connsiteY2" fmla="*/ 1 h 4055232"/>
              <a:gd name="connsiteX3" fmla="*/ 8112219 w 8112219"/>
              <a:gd name="connsiteY3" fmla="*/ 0 h 4055232"/>
              <a:gd name="connsiteX0-1" fmla="*/ 8112219 w 8112219"/>
              <a:gd name="connsiteY0-2" fmla="*/ 9751 h 4064983"/>
              <a:gd name="connsiteX1-3" fmla="*/ 4140540 w 8112219"/>
              <a:gd name="connsiteY1-4" fmla="*/ 4064983 h 4064983"/>
              <a:gd name="connsiteX2-5" fmla="*/ 0 w 8112219"/>
              <a:gd name="connsiteY2-6" fmla="*/ 9752 h 4064983"/>
              <a:gd name="connsiteX3-7" fmla="*/ 4063345 w 8112219"/>
              <a:gd name="connsiteY3-8" fmla="*/ 0 h 4064983"/>
              <a:gd name="connsiteX4" fmla="*/ 8112219 w 8112219"/>
              <a:gd name="connsiteY4" fmla="*/ 9751 h 4064983"/>
              <a:gd name="connsiteX0-9" fmla="*/ 4063345 w 8112219"/>
              <a:gd name="connsiteY0-10" fmla="*/ 0 h 4064983"/>
              <a:gd name="connsiteX1-11" fmla="*/ 8112219 w 8112219"/>
              <a:gd name="connsiteY1-12" fmla="*/ 9751 h 4064983"/>
              <a:gd name="connsiteX2-13" fmla="*/ 4140540 w 8112219"/>
              <a:gd name="connsiteY2-14" fmla="*/ 4064983 h 4064983"/>
              <a:gd name="connsiteX3-15" fmla="*/ 0 w 8112219"/>
              <a:gd name="connsiteY3-16" fmla="*/ 9752 h 4064983"/>
              <a:gd name="connsiteX4-17" fmla="*/ 4154785 w 8112219"/>
              <a:gd name="connsiteY4-18" fmla="*/ 91440 h 4064983"/>
              <a:gd name="connsiteX0-19" fmla="*/ 4063345 w 8112219"/>
              <a:gd name="connsiteY0-20" fmla="*/ 0 h 4064983"/>
              <a:gd name="connsiteX1-21" fmla="*/ 8112219 w 8112219"/>
              <a:gd name="connsiteY1-22" fmla="*/ 9751 h 4064983"/>
              <a:gd name="connsiteX2-23" fmla="*/ 4140540 w 8112219"/>
              <a:gd name="connsiteY2-24" fmla="*/ 4064983 h 4064983"/>
              <a:gd name="connsiteX3-25" fmla="*/ 0 w 8112219"/>
              <a:gd name="connsiteY3-26" fmla="*/ 9752 h 4064983"/>
              <a:gd name="connsiteX0-27" fmla="*/ 8112219 w 8112219"/>
              <a:gd name="connsiteY0-28" fmla="*/ 0 h 4055232"/>
              <a:gd name="connsiteX1-29" fmla="*/ 4140540 w 8112219"/>
              <a:gd name="connsiteY1-30" fmla="*/ 4055232 h 4055232"/>
              <a:gd name="connsiteX2-31" fmla="*/ 0 w 8112219"/>
              <a:gd name="connsiteY2-32" fmla="*/ 1 h 40552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8112219" h="4055232">
                <a:moveTo>
                  <a:pt x="8112219" y="0"/>
                </a:moveTo>
                <a:lnTo>
                  <a:pt x="4140540" y="4055232"/>
                </a:lnTo>
                <a:lnTo>
                  <a:pt x="0" y="1"/>
                </a:lnTo>
              </a:path>
            </a:pathLst>
          </a:custGeom>
          <a:noFill/>
          <a:ln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13"/>
            </p:custDataLst>
          </p:nvPr>
        </p:nvSpPr>
        <p:spPr>
          <a:xfrm>
            <a:off x="1398290" y="226"/>
            <a:ext cx="9405587" cy="4701775"/>
          </a:xfrm>
          <a:custGeom>
            <a:avLst/>
            <a:gdLst>
              <a:gd name="connsiteX0" fmla="*/ 9405587 w 9405587"/>
              <a:gd name="connsiteY0" fmla="*/ 0 h 4701775"/>
              <a:gd name="connsiteX1" fmla="*/ 4800685 w 9405587"/>
              <a:gd name="connsiteY1" fmla="*/ 4701775 h 4701775"/>
              <a:gd name="connsiteX2" fmla="*/ 0 w 9405587"/>
              <a:gd name="connsiteY2" fmla="*/ 1 h 4701775"/>
              <a:gd name="connsiteX3" fmla="*/ 9405587 w 9405587"/>
              <a:gd name="connsiteY3" fmla="*/ 0 h 4701775"/>
              <a:gd name="connsiteX0-1" fmla="*/ 9405587 w 9405587"/>
              <a:gd name="connsiteY0-2" fmla="*/ 19276 h 4721051"/>
              <a:gd name="connsiteX1-3" fmla="*/ 4800685 w 9405587"/>
              <a:gd name="connsiteY1-4" fmla="*/ 4721051 h 4721051"/>
              <a:gd name="connsiteX2-5" fmla="*/ 0 w 9405587"/>
              <a:gd name="connsiteY2-6" fmla="*/ 19277 h 4721051"/>
              <a:gd name="connsiteX3-7" fmla="*/ 4783435 w 9405587"/>
              <a:gd name="connsiteY3-8" fmla="*/ 0 h 4721051"/>
              <a:gd name="connsiteX4" fmla="*/ 9405587 w 9405587"/>
              <a:gd name="connsiteY4" fmla="*/ 19276 h 4721051"/>
              <a:gd name="connsiteX0-9" fmla="*/ 4783435 w 9405587"/>
              <a:gd name="connsiteY0-10" fmla="*/ 0 h 4721051"/>
              <a:gd name="connsiteX1-11" fmla="*/ 9405587 w 9405587"/>
              <a:gd name="connsiteY1-12" fmla="*/ 19276 h 4721051"/>
              <a:gd name="connsiteX2-13" fmla="*/ 4800685 w 9405587"/>
              <a:gd name="connsiteY2-14" fmla="*/ 4721051 h 4721051"/>
              <a:gd name="connsiteX3-15" fmla="*/ 0 w 9405587"/>
              <a:gd name="connsiteY3-16" fmla="*/ 19277 h 4721051"/>
              <a:gd name="connsiteX4-17" fmla="*/ 4874875 w 9405587"/>
              <a:gd name="connsiteY4-18" fmla="*/ 91440 h 4721051"/>
              <a:gd name="connsiteX0-19" fmla="*/ 4783435 w 9405587"/>
              <a:gd name="connsiteY0-20" fmla="*/ 0 h 4721051"/>
              <a:gd name="connsiteX1-21" fmla="*/ 9405587 w 9405587"/>
              <a:gd name="connsiteY1-22" fmla="*/ 19276 h 4721051"/>
              <a:gd name="connsiteX2-23" fmla="*/ 4800685 w 9405587"/>
              <a:gd name="connsiteY2-24" fmla="*/ 4721051 h 4721051"/>
              <a:gd name="connsiteX3-25" fmla="*/ 0 w 9405587"/>
              <a:gd name="connsiteY3-26" fmla="*/ 19277 h 4721051"/>
              <a:gd name="connsiteX0-27" fmla="*/ 9405587 w 9405587"/>
              <a:gd name="connsiteY0-28" fmla="*/ 0 h 4701775"/>
              <a:gd name="connsiteX1-29" fmla="*/ 4800685 w 9405587"/>
              <a:gd name="connsiteY1-30" fmla="*/ 4701775 h 4701775"/>
              <a:gd name="connsiteX2-31" fmla="*/ 0 w 9405587"/>
              <a:gd name="connsiteY2-32" fmla="*/ 1 h 47017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9405587" h="4701775">
                <a:moveTo>
                  <a:pt x="9405587" y="0"/>
                </a:moveTo>
                <a:lnTo>
                  <a:pt x="4800685" y="4701775"/>
                </a:lnTo>
                <a:lnTo>
                  <a:pt x="0" y="1"/>
                </a:lnTo>
              </a:path>
            </a:pathLst>
          </a:custGeom>
          <a:noFill/>
          <a:ln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14"/>
            </p:custDataLst>
          </p:nvPr>
        </p:nvSpPr>
        <p:spPr>
          <a:xfrm>
            <a:off x="2705579" y="225"/>
            <a:ext cx="6817319" cy="3407922"/>
          </a:xfrm>
          <a:custGeom>
            <a:avLst/>
            <a:gdLst>
              <a:gd name="connsiteX0" fmla="*/ 0 w 6817319"/>
              <a:gd name="connsiteY0" fmla="*/ 0 h 3407922"/>
              <a:gd name="connsiteX1" fmla="*/ 6817319 w 6817319"/>
              <a:gd name="connsiteY1" fmla="*/ 1 h 3407922"/>
              <a:gd name="connsiteX2" fmla="*/ 3479613 w 6817319"/>
              <a:gd name="connsiteY2" fmla="*/ 3407922 h 3407922"/>
              <a:gd name="connsiteX3" fmla="*/ 0 w 6817319"/>
              <a:gd name="connsiteY3" fmla="*/ 0 h 3407922"/>
              <a:gd name="connsiteX0-1" fmla="*/ 0 w 6817319"/>
              <a:gd name="connsiteY0-2" fmla="*/ 9750 h 3417672"/>
              <a:gd name="connsiteX1-3" fmla="*/ 3438046 w 6817319"/>
              <a:gd name="connsiteY1-4" fmla="*/ 0 h 3417672"/>
              <a:gd name="connsiteX2-5" fmla="*/ 6817319 w 6817319"/>
              <a:gd name="connsiteY2-6" fmla="*/ 9751 h 3417672"/>
              <a:gd name="connsiteX3-7" fmla="*/ 3479613 w 6817319"/>
              <a:gd name="connsiteY3-8" fmla="*/ 3417672 h 3417672"/>
              <a:gd name="connsiteX4" fmla="*/ 0 w 6817319"/>
              <a:gd name="connsiteY4" fmla="*/ 9750 h 3417672"/>
              <a:gd name="connsiteX0-9" fmla="*/ 3438046 w 6817319"/>
              <a:gd name="connsiteY0-10" fmla="*/ 0 h 3417672"/>
              <a:gd name="connsiteX1-11" fmla="*/ 6817319 w 6817319"/>
              <a:gd name="connsiteY1-12" fmla="*/ 9751 h 3417672"/>
              <a:gd name="connsiteX2-13" fmla="*/ 3479613 w 6817319"/>
              <a:gd name="connsiteY2-14" fmla="*/ 3417672 h 3417672"/>
              <a:gd name="connsiteX3-15" fmla="*/ 0 w 6817319"/>
              <a:gd name="connsiteY3-16" fmla="*/ 9750 h 3417672"/>
              <a:gd name="connsiteX4-17" fmla="*/ 3529486 w 6817319"/>
              <a:gd name="connsiteY4-18" fmla="*/ 91440 h 3417672"/>
              <a:gd name="connsiteX0-19" fmla="*/ 3438046 w 6817319"/>
              <a:gd name="connsiteY0-20" fmla="*/ 0 h 3417672"/>
              <a:gd name="connsiteX1-21" fmla="*/ 6817319 w 6817319"/>
              <a:gd name="connsiteY1-22" fmla="*/ 9751 h 3417672"/>
              <a:gd name="connsiteX2-23" fmla="*/ 3479613 w 6817319"/>
              <a:gd name="connsiteY2-24" fmla="*/ 3417672 h 3417672"/>
              <a:gd name="connsiteX3-25" fmla="*/ 0 w 6817319"/>
              <a:gd name="connsiteY3-26" fmla="*/ 9750 h 3417672"/>
              <a:gd name="connsiteX0-27" fmla="*/ 6817319 w 6817319"/>
              <a:gd name="connsiteY0-28" fmla="*/ 1 h 3407922"/>
              <a:gd name="connsiteX1-29" fmla="*/ 3479613 w 6817319"/>
              <a:gd name="connsiteY1-30" fmla="*/ 3407922 h 3407922"/>
              <a:gd name="connsiteX2-31" fmla="*/ 0 w 6817319"/>
              <a:gd name="connsiteY2-32" fmla="*/ 0 h 34079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6817319" h="3407922">
                <a:moveTo>
                  <a:pt x="6817319" y="1"/>
                </a:moveTo>
                <a:lnTo>
                  <a:pt x="3479613" y="3407922"/>
                </a:lnTo>
                <a:lnTo>
                  <a:pt x="0" y="0"/>
                </a:lnTo>
              </a:path>
            </a:pathLst>
          </a:custGeom>
          <a:noFill/>
          <a:ln>
            <a:solidFill>
              <a:srgbClr val="FFFFFF">
                <a:alpha val="1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ags" Target="../tags/tag3.xml"/><Relationship Id="rId18" Type="http://schemas.openxmlformats.org/officeDocument/2006/relationships/tags" Target="../tags/tag8.xml"/><Relationship Id="rId26" Type="http://schemas.openxmlformats.org/officeDocument/2006/relationships/tags" Target="../tags/tag16.xml"/><Relationship Id="rId3" Type="http://schemas.openxmlformats.org/officeDocument/2006/relationships/slideLayout" Target="../slideLayouts/slideLayout16.xml"/><Relationship Id="rId21" Type="http://schemas.openxmlformats.org/officeDocument/2006/relationships/tags" Target="../tags/tag11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17" Type="http://schemas.openxmlformats.org/officeDocument/2006/relationships/tags" Target="../tags/tag7.xml"/><Relationship Id="rId25" Type="http://schemas.openxmlformats.org/officeDocument/2006/relationships/tags" Target="../tags/tag15.xml"/><Relationship Id="rId2" Type="http://schemas.openxmlformats.org/officeDocument/2006/relationships/slideLayout" Target="../slideLayouts/slideLayout15.xml"/><Relationship Id="rId16" Type="http://schemas.openxmlformats.org/officeDocument/2006/relationships/tags" Target="../tags/tag6.xml"/><Relationship Id="rId20" Type="http://schemas.openxmlformats.org/officeDocument/2006/relationships/tags" Target="../tags/tag10.xml"/><Relationship Id="rId29" Type="http://schemas.openxmlformats.org/officeDocument/2006/relationships/tags" Target="../tags/tag1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tags" Target="../tags/tag14.xml"/><Relationship Id="rId5" Type="http://schemas.openxmlformats.org/officeDocument/2006/relationships/slideLayout" Target="../slideLayouts/slideLayout18.xml"/><Relationship Id="rId15" Type="http://schemas.openxmlformats.org/officeDocument/2006/relationships/tags" Target="../tags/tag5.xml"/><Relationship Id="rId23" Type="http://schemas.openxmlformats.org/officeDocument/2006/relationships/tags" Target="../tags/tag13.xml"/><Relationship Id="rId28" Type="http://schemas.openxmlformats.org/officeDocument/2006/relationships/tags" Target="../tags/tag18.xml"/><Relationship Id="rId10" Type="http://schemas.openxmlformats.org/officeDocument/2006/relationships/slideLayout" Target="../slideLayouts/slideLayout23.xml"/><Relationship Id="rId19" Type="http://schemas.openxmlformats.org/officeDocument/2006/relationships/tags" Target="../tags/tag9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ags" Target="../tags/tag4.xml"/><Relationship Id="rId22" Type="http://schemas.openxmlformats.org/officeDocument/2006/relationships/tags" Target="../tags/tag12.xml"/><Relationship Id="rId27" Type="http://schemas.openxmlformats.org/officeDocument/2006/relationships/tags" Target="../tags/tag17.xml"/><Relationship Id="rId30" Type="http://schemas.openxmlformats.org/officeDocument/2006/relationships/tags" Target="../tags/tag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advTm="2000">
    <p:wedge/>
  </p:transition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18"/>
            </p:custDataLst>
          </p:nvPr>
        </p:nvSpPr>
        <p:spPr>
          <a:xfrm>
            <a:off x="12142511" y="3584828"/>
            <a:ext cx="49489" cy="98787"/>
          </a:xfrm>
          <a:custGeom>
            <a:avLst/>
            <a:gdLst>
              <a:gd name="connsiteX0" fmla="*/ 49286 w 49489"/>
              <a:gd name="connsiteY0" fmla="*/ 0 h 98787"/>
              <a:gd name="connsiteX1" fmla="*/ 49489 w 49489"/>
              <a:gd name="connsiteY1" fmla="*/ 98787 h 98787"/>
              <a:gd name="connsiteX2" fmla="*/ 0 w 49489"/>
              <a:gd name="connsiteY2" fmla="*/ 48597 h 98787"/>
              <a:gd name="connsiteX3" fmla="*/ 49286 w 49489"/>
              <a:gd name="connsiteY3" fmla="*/ 0 h 98787"/>
              <a:gd name="connsiteX0-1" fmla="*/ 49286 w 52992"/>
              <a:gd name="connsiteY0-2" fmla="*/ 0 h 98791"/>
              <a:gd name="connsiteX1-3" fmla="*/ 48968 w 52992"/>
              <a:gd name="connsiteY1-4" fmla="*/ 51341 h 98791"/>
              <a:gd name="connsiteX2-5" fmla="*/ 49489 w 52992"/>
              <a:gd name="connsiteY2-6" fmla="*/ 98787 h 98791"/>
              <a:gd name="connsiteX3-7" fmla="*/ 0 w 52992"/>
              <a:gd name="connsiteY3-8" fmla="*/ 48597 h 98791"/>
              <a:gd name="connsiteX4" fmla="*/ 49286 w 52992"/>
              <a:gd name="connsiteY4" fmla="*/ 0 h 98791"/>
              <a:gd name="connsiteX0-9" fmla="*/ 48968 w 140408"/>
              <a:gd name="connsiteY0-10" fmla="*/ 51341 h 142781"/>
              <a:gd name="connsiteX1-11" fmla="*/ 49489 w 140408"/>
              <a:gd name="connsiteY1-12" fmla="*/ 98787 h 142781"/>
              <a:gd name="connsiteX2-13" fmla="*/ 0 w 140408"/>
              <a:gd name="connsiteY2-14" fmla="*/ 48597 h 142781"/>
              <a:gd name="connsiteX3-15" fmla="*/ 49286 w 140408"/>
              <a:gd name="connsiteY3-16" fmla="*/ 0 h 142781"/>
              <a:gd name="connsiteX4-17" fmla="*/ 140408 w 140408"/>
              <a:gd name="connsiteY4-18" fmla="*/ 142781 h 142781"/>
              <a:gd name="connsiteX0-19" fmla="*/ 48968 w 52992"/>
              <a:gd name="connsiteY0-20" fmla="*/ 51341 h 98791"/>
              <a:gd name="connsiteX1-21" fmla="*/ 49489 w 52992"/>
              <a:gd name="connsiteY1-22" fmla="*/ 98787 h 98791"/>
              <a:gd name="connsiteX2-23" fmla="*/ 0 w 52992"/>
              <a:gd name="connsiteY2-24" fmla="*/ 48597 h 98791"/>
              <a:gd name="connsiteX3-25" fmla="*/ 49286 w 52992"/>
              <a:gd name="connsiteY3-26" fmla="*/ 0 h 98791"/>
              <a:gd name="connsiteX0-27" fmla="*/ 49489 w 49489"/>
              <a:gd name="connsiteY0-28" fmla="*/ 98787 h 98787"/>
              <a:gd name="connsiteX1-29" fmla="*/ 0 w 49489"/>
              <a:gd name="connsiteY1-30" fmla="*/ 48597 h 98787"/>
              <a:gd name="connsiteX2-31" fmla="*/ 49286 w 49489"/>
              <a:gd name="connsiteY2-32" fmla="*/ 0 h 987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49489" h="98787">
                <a:moveTo>
                  <a:pt x="49489" y="98787"/>
                </a:moveTo>
                <a:lnTo>
                  <a:pt x="0" y="48597"/>
                </a:lnTo>
                <a:lnTo>
                  <a:pt x="49286" y="0"/>
                </a:lnTo>
              </a:path>
            </a:pathLst>
          </a:custGeom>
          <a:noFill/>
          <a:ln>
            <a:solidFill>
              <a:schemeClr val="accent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19"/>
            </p:custDataLst>
          </p:nvPr>
        </p:nvSpPr>
        <p:spPr>
          <a:xfrm>
            <a:off x="11629055" y="3075003"/>
            <a:ext cx="562945" cy="1125701"/>
          </a:xfrm>
          <a:custGeom>
            <a:avLst/>
            <a:gdLst>
              <a:gd name="connsiteX0" fmla="*/ 562945 w 562945"/>
              <a:gd name="connsiteY0" fmla="*/ 0 h 1125701"/>
              <a:gd name="connsiteX1" fmla="*/ 562649 w 562945"/>
              <a:gd name="connsiteY1" fmla="*/ 1125701 h 1125701"/>
              <a:gd name="connsiteX2" fmla="*/ 0 w 562945"/>
              <a:gd name="connsiteY2" fmla="*/ 555069 h 1125701"/>
              <a:gd name="connsiteX3" fmla="*/ 562945 w 562945"/>
              <a:gd name="connsiteY3" fmla="*/ 0 h 1125701"/>
              <a:gd name="connsiteX0-1" fmla="*/ 562945 w 602253"/>
              <a:gd name="connsiteY0-2" fmla="*/ 6 h 1125707"/>
              <a:gd name="connsiteX1-3" fmla="*/ 555485 w 602253"/>
              <a:gd name="connsiteY1-4" fmla="*/ 544503 h 1125707"/>
              <a:gd name="connsiteX2-5" fmla="*/ 562649 w 602253"/>
              <a:gd name="connsiteY2-6" fmla="*/ 1125707 h 1125707"/>
              <a:gd name="connsiteX3-7" fmla="*/ 0 w 602253"/>
              <a:gd name="connsiteY3-8" fmla="*/ 555075 h 1125707"/>
              <a:gd name="connsiteX4" fmla="*/ 562945 w 602253"/>
              <a:gd name="connsiteY4" fmla="*/ 6 h 1125707"/>
              <a:gd name="connsiteX0-9" fmla="*/ 555485 w 646925"/>
              <a:gd name="connsiteY0-10" fmla="*/ 544503 h 1125707"/>
              <a:gd name="connsiteX1-11" fmla="*/ 562649 w 646925"/>
              <a:gd name="connsiteY1-12" fmla="*/ 1125707 h 1125707"/>
              <a:gd name="connsiteX2-13" fmla="*/ 0 w 646925"/>
              <a:gd name="connsiteY2-14" fmla="*/ 555075 h 1125707"/>
              <a:gd name="connsiteX3-15" fmla="*/ 562945 w 646925"/>
              <a:gd name="connsiteY3-16" fmla="*/ 6 h 1125707"/>
              <a:gd name="connsiteX4-17" fmla="*/ 646925 w 646925"/>
              <a:gd name="connsiteY4-18" fmla="*/ 635943 h 1125707"/>
              <a:gd name="connsiteX0-19" fmla="*/ 555485 w 602007"/>
              <a:gd name="connsiteY0-20" fmla="*/ 544497 h 1125701"/>
              <a:gd name="connsiteX1-21" fmla="*/ 562649 w 602007"/>
              <a:gd name="connsiteY1-22" fmla="*/ 1125701 h 1125701"/>
              <a:gd name="connsiteX2-23" fmla="*/ 0 w 602007"/>
              <a:gd name="connsiteY2-24" fmla="*/ 555069 h 1125701"/>
              <a:gd name="connsiteX3-25" fmla="*/ 562945 w 602007"/>
              <a:gd name="connsiteY3-26" fmla="*/ 0 h 1125701"/>
              <a:gd name="connsiteX0-27" fmla="*/ 562649 w 562945"/>
              <a:gd name="connsiteY0-28" fmla="*/ 1125701 h 1125701"/>
              <a:gd name="connsiteX1-29" fmla="*/ 0 w 562945"/>
              <a:gd name="connsiteY1-30" fmla="*/ 555069 h 1125701"/>
              <a:gd name="connsiteX2-31" fmla="*/ 562945 w 562945"/>
              <a:gd name="connsiteY2-32" fmla="*/ 0 h 11257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62945" h="1125701">
                <a:moveTo>
                  <a:pt x="562649" y="1125701"/>
                </a:moveTo>
                <a:lnTo>
                  <a:pt x="0" y="555069"/>
                </a:lnTo>
                <a:lnTo>
                  <a:pt x="562945" y="0"/>
                </a:lnTo>
              </a:path>
            </a:pathLst>
          </a:custGeom>
          <a:noFill/>
          <a:ln>
            <a:solidFill>
              <a:schemeClr val="accent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20"/>
            </p:custDataLst>
          </p:nvPr>
        </p:nvSpPr>
        <p:spPr>
          <a:xfrm>
            <a:off x="11091883" y="2541462"/>
            <a:ext cx="1100117" cy="2200216"/>
          </a:xfrm>
          <a:custGeom>
            <a:avLst/>
            <a:gdLst>
              <a:gd name="connsiteX0" fmla="*/ 1100117 w 1100117"/>
              <a:gd name="connsiteY0" fmla="*/ 0 h 2200216"/>
              <a:gd name="connsiteX1" fmla="*/ 1099884 w 1100117"/>
              <a:gd name="connsiteY1" fmla="*/ 2200216 h 2200216"/>
              <a:gd name="connsiteX2" fmla="*/ 0 w 1100117"/>
              <a:gd name="connsiteY2" fmla="*/ 1084725 h 2200216"/>
              <a:gd name="connsiteX3" fmla="*/ 1100117 w 1100117"/>
              <a:gd name="connsiteY3" fmla="*/ 0 h 2200216"/>
              <a:gd name="connsiteX0-1" fmla="*/ 1100117 w 1180722"/>
              <a:gd name="connsiteY0-2" fmla="*/ 0 h 2200229"/>
              <a:gd name="connsiteX1-3" fmla="*/ 1097419 w 1180722"/>
              <a:gd name="connsiteY1-4" fmla="*/ 1106613 h 2200229"/>
              <a:gd name="connsiteX2-5" fmla="*/ 1099884 w 1180722"/>
              <a:gd name="connsiteY2-6" fmla="*/ 2200216 h 2200229"/>
              <a:gd name="connsiteX3-7" fmla="*/ 0 w 1180722"/>
              <a:gd name="connsiteY3-8" fmla="*/ 1084725 h 2200229"/>
              <a:gd name="connsiteX4" fmla="*/ 1100117 w 1180722"/>
              <a:gd name="connsiteY4" fmla="*/ 0 h 2200229"/>
              <a:gd name="connsiteX0-9" fmla="*/ 1097419 w 1188859"/>
              <a:gd name="connsiteY0-10" fmla="*/ 1106613 h 2200229"/>
              <a:gd name="connsiteX1-11" fmla="*/ 1099884 w 1188859"/>
              <a:gd name="connsiteY1-12" fmla="*/ 2200216 h 2200229"/>
              <a:gd name="connsiteX2-13" fmla="*/ 0 w 1188859"/>
              <a:gd name="connsiteY2-14" fmla="*/ 1084725 h 2200229"/>
              <a:gd name="connsiteX3-15" fmla="*/ 1100117 w 1188859"/>
              <a:gd name="connsiteY3-16" fmla="*/ 0 h 2200229"/>
              <a:gd name="connsiteX4-17" fmla="*/ 1188859 w 1188859"/>
              <a:gd name="connsiteY4-18" fmla="*/ 1198053 h 2200229"/>
              <a:gd name="connsiteX0-19" fmla="*/ 1097419 w 1180531"/>
              <a:gd name="connsiteY0-20" fmla="*/ 1106613 h 2200229"/>
              <a:gd name="connsiteX1-21" fmla="*/ 1099884 w 1180531"/>
              <a:gd name="connsiteY1-22" fmla="*/ 2200216 h 2200229"/>
              <a:gd name="connsiteX2-23" fmla="*/ 0 w 1180531"/>
              <a:gd name="connsiteY2-24" fmla="*/ 1084725 h 2200229"/>
              <a:gd name="connsiteX3-25" fmla="*/ 1100117 w 1180531"/>
              <a:gd name="connsiteY3-26" fmla="*/ 0 h 2200229"/>
              <a:gd name="connsiteX0-27" fmla="*/ 1099884 w 1100117"/>
              <a:gd name="connsiteY0-28" fmla="*/ 2200216 h 2200216"/>
              <a:gd name="connsiteX1-29" fmla="*/ 0 w 1100117"/>
              <a:gd name="connsiteY1-30" fmla="*/ 1084725 h 2200216"/>
              <a:gd name="connsiteX2-31" fmla="*/ 1100117 w 1100117"/>
              <a:gd name="connsiteY2-32" fmla="*/ 0 h 22002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100117" h="2200216">
                <a:moveTo>
                  <a:pt x="1099884" y="2200216"/>
                </a:moveTo>
                <a:lnTo>
                  <a:pt x="0" y="1084725"/>
                </a:lnTo>
                <a:lnTo>
                  <a:pt x="1100117" y="0"/>
                </a:lnTo>
              </a:path>
            </a:pathLst>
          </a:custGeom>
          <a:noFill/>
          <a:ln>
            <a:solidFill>
              <a:schemeClr val="accent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21"/>
            </p:custDataLst>
          </p:nvPr>
        </p:nvSpPr>
        <p:spPr>
          <a:xfrm>
            <a:off x="10553989" y="2007744"/>
            <a:ext cx="1638011" cy="3276081"/>
          </a:xfrm>
          <a:custGeom>
            <a:avLst/>
            <a:gdLst>
              <a:gd name="connsiteX0" fmla="*/ 1637741 w 1638011"/>
              <a:gd name="connsiteY0" fmla="*/ 0 h 3276081"/>
              <a:gd name="connsiteX1" fmla="*/ 1638011 w 1638011"/>
              <a:gd name="connsiteY1" fmla="*/ 3276081 h 3276081"/>
              <a:gd name="connsiteX2" fmla="*/ 0 w 1638011"/>
              <a:gd name="connsiteY2" fmla="*/ 1614827 h 3276081"/>
              <a:gd name="connsiteX3" fmla="*/ 1637741 w 1638011"/>
              <a:gd name="connsiteY3" fmla="*/ 0 h 3276081"/>
              <a:gd name="connsiteX0-1" fmla="*/ 1637741 w 1638011"/>
              <a:gd name="connsiteY0-2" fmla="*/ 0 h 3276081"/>
              <a:gd name="connsiteX1-3" fmla="*/ 1637423 w 1638011"/>
              <a:gd name="connsiteY1-4" fmla="*/ 1642712 h 3276081"/>
              <a:gd name="connsiteX2-5" fmla="*/ 1638011 w 1638011"/>
              <a:gd name="connsiteY2-6" fmla="*/ 3276081 h 3276081"/>
              <a:gd name="connsiteX3-7" fmla="*/ 0 w 1638011"/>
              <a:gd name="connsiteY3-8" fmla="*/ 1614827 h 3276081"/>
              <a:gd name="connsiteX4" fmla="*/ 1637741 w 1638011"/>
              <a:gd name="connsiteY4" fmla="*/ 0 h 3276081"/>
              <a:gd name="connsiteX0-9" fmla="*/ 1637423 w 1728863"/>
              <a:gd name="connsiteY0-10" fmla="*/ 1642712 h 3276081"/>
              <a:gd name="connsiteX1-11" fmla="*/ 1638011 w 1728863"/>
              <a:gd name="connsiteY1-12" fmla="*/ 3276081 h 3276081"/>
              <a:gd name="connsiteX2-13" fmla="*/ 0 w 1728863"/>
              <a:gd name="connsiteY2-14" fmla="*/ 1614827 h 3276081"/>
              <a:gd name="connsiteX3-15" fmla="*/ 1637741 w 1728863"/>
              <a:gd name="connsiteY3-16" fmla="*/ 0 h 3276081"/>
              <a:gd name="connsiteX4-17" fmla="*/ 1728863 w 1728863"/>
              <a:gd name="connsiteY4-18" fmla="*/ 1734152 h 3276081"/>
              <a:gd name="connsiteX0-19" fmla="*/ 1637423 w 1638011"/>
              <a:gd name="connsiteY0-20" fmla="*/ 1642712 h 3276081"/>
              <a:gd name="connsiteX1-21" fmla="*/ 1638011 w 1638011"/>
              <a:gd name="connsiteY1-22" fmla="*/ 3276081 h 3276081"/>
              <a:gd name="connsiteX2-23" fmla="*/ 0 w 1638011"/>
              <a:gd name="connsiteY2-24" fmla="*/ 1614827 h 3276081"/>
              <a:gd name="connsiteX3-25" fmla="*/ 1637741 w 1638011"/>
              <a:gd name="connsiteY3-26" fmla="*/ 0 h 3276081"/>
              <a:gd name="connsiteX0-27" fmla="*/ 1638011 w 1638011"/>
              <a:gd name="connsiteY0-28" fmla="*/ 3276081 h 3276081"/>
              <a:gd name="connsiteX1-29" fmla="*/ 0 w 1638011"/>
              <a:gd name="connsiteY1-30" fmla="*/ 1614827 h 3276081"/>
              <a:gd name="connsiteX2-31" fmla="*/ 1637741 w 1638011"/>
              <a:gd name="connsiteY2-32" fmla="*/ 0 h 32760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638011" h="3276081">
                <a:moveTo>
                  <a:pt x="1638011" y="3276081"/>
                </a:moveTo>
                <a:lnTo>
                  <a:pt x="0" y="1614827"/>
                </a:lnTo>
                <a:lnTo>
                  <a:pt x="1637741" y="0"/>
                </a:lnTo>
              </a:path>
            </a:pathLst>
          </a:custGeom>
          <a:noFill/>
          <a:ln>
            <a:solidFill>
              <a:schemeClr val="accent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22"/>
            </p:custDataLst>
          </p:nvPr>
        </p:nvSpPr>
        <p:spPr>
          <a:xfrm>
            <a:off x="9961018" y="1418552"/>
            <a:ext cx="2230982" cy="4462400"/>
          </a:xfrm>
          <a:custGeom>
            <a:avLst/>
            <a:gdLst>
              <a:gd name="connsiteX0" fmla="*/ 2230982 w 2230982"/>
              <a:gd name="connsiteY0" fmla="*/ 0 h 4462400"/>
              <a:gd name="connsiteX1" fmla="*/ 2230976 w 2230982"/>
              <a:gd name="connsiteY1" fmla="*/ 4462400 h 4462400"/>
              <a:gd name="connsiteX2" fmla="*/ 0 w 2230982"/>
              <a:gd name="connsiteY2" fmla="*/ 2199767 h 4462400"/>
              <a:gd name="connsiteX3" fmla="*/ 2230982 w 2230982"/>
              <a:gd name="connsiteY3" fmla="*/ 0 h 4462400"/>
              <a:gd name="connsiteX0-1" fmla="*/ 2230982 w 2396134"/>
              <a:gd name="connsiteY0-2" fmla="*/ 0 h 4462436"/>
              <a:gd name="connsiteX1-3" fmla="*/ 2230665 w 2396134"/>
              <a:gd name="connsiteY1-4" fmla="*/ 2250954 h 4462436"/>
              <a:gd name="connsiteX2-5" fmla="*/ 2230976 w 2396134"/>
              <a:gd name="connsiteY2-6" fmla="*/ 4462400 h 4462436"/>
              <a:gd name="connsiteX3-7" fmla="*/ 0 w 2396134"/>
              <a:gd name="connsiteY3-8" fmla="*/ 2199767 h 4462436"/>
              <a:gd name="connsiteX4" fmla="*/ 2230982 w 2396134"/>
              <a:gd name="connsiteY4" fmla="*/ 0 h 4462436"/>
              <a:gd name="connsiteX0-9" fmla="*/ 2230665 w 2399745"/>
              <a:gd name="connsiteY0-10" fmla="*/ 2250954 h 4462436"/>
              <a:gd name="connsiteX1-11" fmla="*/ 2230976 w 2399745"/>
              <a:gd name="connsiteY1-12" fmla="*/ 4462400 h 4462436"/>
              <a:gd name="connsiteX2-13" fmla="*/ 0 w 2399745"/>
              <a:gd name="connsiteY2-14" fmla="*/ 2199767 h 4462436"/>
              <a:gd name="connsiteX3-15" fmla="*/ 2230982 w 2399745"/>
              <a:gd name="connsiteY3-16" fmla="*/ 0 h 4462436"/>
              <a:gd name="connsiteX4-17" fmla="*/ 2322105 w 2399745"/>
              <a:gd name="connsiteY4-18" fmla="*/ 2342394 h 4462436"/>
              <a:gd name="connsiteX0-19" fmla="*/ 2230665 w 2396129"/>
              <a:gd name="connsiteY0-20" fmla="*/ 2250954 h 4462436"/>
              <a:gd name="connsiteX1-21" fmla="*/ 2230976 w 2396129"/>
              <a:gd name="connsiteY1-22" fmla="*/ 4462400 h 4462436"/>
              <a:gd name="connsiteX2-23" fmla="*/ 0 w 2396129"/>
              <a:gd name="connsiteY2-24" fmla="*/ 2199767 h 4462436"/>
              <a:gd name="connsiteX3-25" fmla="*/ 2230982 w 2396129"/>
              <a:gd name="connsiteY3-26" fmla="*/ 0 h 4462436"/>
              <a:gd name="connsiteX0-27" fmla="*/ 2230976 w 2230982"/>
              <a:gd name="connsiteY0-28" fmla="*/ 4462400 h 4462400"/>
              <a:gd name="connsiteX1-29" fmla="*/ 0 w 2230982"/>
              <a:gd name="connsiteY1-30" fmla="*/ 2199767 h 4462400"/>
              <a:gd name="connsiteX2-31" fmla="*/ 2230982 w 2230982"/>
              <a:gd name="connsiteY2-32" fmla="*/ 0 h 44624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230982" h="4462400">
                <a:moveTo>
                  <a:pt x="2230976" y="4462400"/>
                </a:moveTo>
                <a:lnTo>
                  <a:pt x="0" y="2199767"/>
                </a:lnTo>
                <a:lnTo>
                  <a:pt x="2230982" y="0"/>
                </a:lnTo>
              </a:path>
            </a:pathLst>
          </a:custGeom>
          <a:noFill/>
          <a:ln>
            <a:solidFill>
              <a:schemeClr val="accent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任意多边形: 形状 23"/>
          <p:cNvSpPr/>
          <p:nvPr userDrawn="1">
            <p:custDataLst>
              <p:tags r:id="rId23"/>
            </p:custDataLst>
          </p:nvPr>
        </p:nvSpPr>
        <p:spPr>
          <a:xfrm>
            <a:off x="9366276" y="827754"/>
            <a:ext cx="2825724" cy="5651865"/>
          </a:xfrm>
          <a:custGeom>
            <a:avLst/>
            <a:gdLst>
              <a:gd name="connsiteX0" fmla="*/ 2825578 w 2825724"/>
              <a:gd name="connsiteY0" fmla="*/ 0 h 5651865"/>
              <a:gd name="connsiteX1" fmla="*/ 2825724 w 2825724"/>
              <a:gd name="connsiteY1" fmla="*/ 5651865 h 5651865"/>
              <a:gd name="connsiteX2" fmla="*/ 0 w 2825724"/>
              <a:gd name="connsiteY2" fmla="*/ 2786045 h 5651865"/>
              <a:gd name="connsiteX3" fmla="*/ 2825578 w 2825724"/>
              <a:gd name="connsiteY3" fmla="*/ 0 h 5651865"/>
              <a:gd name="connsiteX0-1" fmla="*/ 2825578 w 3034888"/>
              <a:gd name="connsiteY0-2" fmla="*/ 0 h 5651883"/>
              <a:gd name="connsiteX1-3" fmla="*/ 2825261 w 3034888"/>
              <a:gd name="connsiteY1-4" fmla="*/ 2827465 h 5651883"/>
              <a:gd name="connsiteX2-5" fmla="*/ 2825724 w 3034888"/>
              <a:gd name="connsiteY2-6" fmla="*/ 5651865 h 5651883"/>
              <a:gd name="connsiteX3-7" fmla="*/ 0 w 3034888"/>
              <a:gd name="connsiteY3-8" fmla="*/ 2786045 h 5651883"/>
              <a:gd name="connsiteX4" fmla="*/ 2825578 w 3034888"/>
              <a:gd name="connsiteY4" fmla="*/ 0 h 5651883"/>
              <a:gd name="connsiteX0-9" fmla="*/ 2825261 w 3038328"/>
              <a:gd name="connsiteY0-10" fmla="*/ 2827465 h 5651883"/>
              <a:gd name="connsiteX1-11" fmla="*/ 2825724 w 3038328"/>
              <a:gd name="connsiteY1-12" fmla="*/ 5651865 h 5651883"/>
              <a:gd name="connsiteX2-13" fmla="*/ 0 w 3038328"/>
              <a:gd name="connsiteY2-14" fmla="*/ 2786045 h 5651883"/>
              <a:gd name="connsiteX3-15" fmla="*/ 2825578 w 3038328"/>
              <a:gd name="connsiteY3-16" fmla="*/ 0 h 5651883"/>
              <a:gd name="connsiteX4-17" fmla="*/ 2916701 w 3038328"/>
              <a:gd name="connsiteY4-18" fmla="*/ 2918905 h 5651883"/>
              <a:gd name="connsiteX0-19" fmla="*/ 2825261 w 3034888"/>
              <a:gd name="connsiteY0-20" fmla="*/ 2827465 h 5651883"/>
              <a:gd name="connsiteX1-21" fmla="*/ 2825724 w 3034888"/>
              <a:gd name="connsiteY1-22" fmla="*/ 5651865 h 5651883"/>
              <a:gd name="connsiteX2-23" fmla="*/ 0 w 3034888"/>
              <a:gd name="connsiteY2-24" fmla="*/ 2786045 h 5651883"/>
              <a:gd name="connsiteX3-25" fmla="*/ 2825578 w 3034888"/>
              <a:gd name="connsiteY3-26" fmla="*/ 0 h 5651883"/>
              <a:gd name="connsiteX0-27" fmla="*/ 2825724 w 2825724"/>
              <a:gd name="connsiteY0-28" fmla="*/ 5651865 h 5651865"/>
              <a:gd name="connsiteX1-29" fmla="*/ 0 w 2825724"/>
              <a:gd name="connsiteY1-30" fmla="*/ 2786045 h 5651865"/>
              <a:gd name="connsiteX2-31" fmla="*/ 2825578 w 2825724"/>
              <a:gd name="connsiteY2-32" fmla="*/ 0 h 56518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825724" h="5651865">
                <a:moveTo>
                  <a:pt x="2825724" y="5651865"/>
                </a:moveTo>
                <a:lnTo>
                  <a:pt x="0" y="2786045"/>
                </a:lnTo>
                <a:lnTo>
                  <a:pt x="2825578" y="0"/>
                </a:lnTo>
              </a:path>
            </a:pathLst>
          </a:custGeom>
          <a:noFill/>
          <a:ln>
            <a:solidFill>
              <a:schemeClr val="accent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24"/>
            </p:custDataLst>
          </p:nvPr>
        </p:nvSpPr>
        <p:spPr>
          <a:xfrm>
            <a:off x="8746051" y="211359"/>
            <a:ext cx="3445949" cy="6640209"/>
          </a:xfrm>
          <a:custGeom>
            <a:avLst/>
            <a:gdLst>
              <a:gd name="connsiteX0" fmla="*/ 3445949 w 3445949"/>
              <a:gd name="connsiteY0" fmla="*/ 0 h 6640209"/>
              <a:gd name="connsiteX1" fmla="*/ 3197108 w 3445949"/>
              <a:gd name="connsiteY1" fmla="*/ 6640209 h 6640209"/>
              <a:gd name="connsiteX2" fmla="*/ 0 w 3445949"/>
              <a:gd name="connsiteY2" fmla="*/ 3397735 h 6640209"/>
              <a:gd name="connsiteX3" fmla="*/ 3445949 w 3445949"/>
              <a:gd name="connsiteY3" fmla="*/ 0 h 6640209"/>
              <a:gd name="connsiteX0-1" fmla="*/ 3445949 w 3445949"/>
              <a:gd name="connsiteY0-2" fmla="*/ 0 h 6640209"/>
              <a:gd name="connsiteX1-3" fmla="*/ 3308470 w 3445949"/>
              <a:gd name="connsiteY1-4" fmla="*/ 3377661 h 6640209"/>
              <a:gd name="connsiteX2-5" fmla="*/ 3197108 w 3445949"/>
              <a:gd name="connsiteY2-6" fmla="*/ 6640209 h 6640209"/>
              <a:gd name="connsiteX3-7" fmla="*/ 0 w 3445949"/>
              <a:gd name="connsiteY3-8" fmla="*/ 3397735 h 6640209"/>
              <a:gd name="connsiteX4" fmla="*/ 3445949 w 3445949"/>
              <a:gd name="connsiteY4" fmla="*/ 0 h 6640209"/>
              <a:gd name="connsiteX0-9" fmla="*/ 3308470 w 3445949"/>
              <a:gd name="connsiteY0-10" fmla="*/ 3377661 h 6640209"/>
              <a:gd name="connsiteX1-11" fmla="*/ 3197108 w 3445949"/>
              <a:gd name="connsiteY1-12" fmla="*/ 6640209 h 6640209"/>
              <a:gd name="connsiteX2-13" fmla="*/ 0 w 3445949"/>
              <a:gd name="connsiteY2-14" fmla="*/ 3397735 h 6640209"/>
              <a:gd name="connsiteX3-15" fmla="*/ 3445949 w 3445949"/>
              <a:gd name="connsiteY3-16" fmla="*/ 0 h 6640209"/>
              <a:gd name="connsiteX4-17" fmla="*/ 3399910 w 3445949"/>
              <a:gd name="connsiteY4-18" fmla="*/ 3469101 h 6640209"/>
              <a:gd name="connsiteX0-19" fmla="*/ 3308470 w 3445949"/>
              <a:gd name="connsiteY0-20" fmla="*/ 3377661 h 6640209"/>
              <a:gd name="connsiteX1-21" fmla="*/ 3197108 w 3445949"/>
              <a:gd name="connsiteY1-22" fmla="*/ 6640209 h 6640209"/>
              <a:gd name="connsiteX2-23" fmla="*/ 0 w 3445949"/>
              <a:gd name="connsiteY2-24" fmla="*/ 3397735 h 6640209"/>
              <a:gd name="connsiteX3-25" fmla="*/ 3445949 w 3445949"/>
              <a:gd name="connsiteY3-26" fmla="*/ 0 h 6640209"/>
              <a:gd name="connsiteX0-27" fmla="*/ 3197108 w 3445949"/>
              <a:gd name="connsiteY0-28" fmla="*/ 6640209 h 6640209"/>
              <a:gd name="connsiteX1-29" fmla="*/ 0 w 3445949"/>
              <a:gd name="connsiteY1-30" fmla="*/ 3397735 h 6640209"/>
              <a:gd name="connsiteX2-31" fmla="*/ 3445949 w 3445949"/>
              <a:gd name="connsiteY2-32" fmla="*/ 0 h 66402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445949" h="6640209">
                <a:moveTo>
                  <a:pt x="3197108" y="6640209"/>
                </a:moveTo>
                <a:lnTo>
                  <a:pt x="0" y="3397735"/>
                </a:lnTo>
                <a:lnTo>
                  <a:pt x="3445949" y="0"/>
                </a:lnTo>
              </a:path>
            </a:pathLst>
          </a:custGeom>
          <a:noFill/>
          <a:ln>
            <a:solidFill>
              <a:schemeClr val="accent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5"/>
            </p:custDataLst>
          </p:nvPr>
        </p:nvSpPr>
        <p:spPr>
          <a:xfrm>
            <a:off x="8125352" y="0"/>
            <a:ext cx="3656656" cy="6852039"/>
          </a:xfrm>
          <a:custGeom>
            <a:avLst/>
            <a:gdLst>
              <a:gd name="connsiteX0" fmla="*/ 3656656 w 3656656"/>
              <a:gd name="connsiteY0" fmla="*/ 0 h 6852039"/>
              <a:gd name="connsiteX1" fmla="*/ 3201120 w 3656656"/>
              <a:gd name="connsiteY1" fmla="*/ 6852039 h 6852039"/>
              <a:gd name="connsiteX2" fmla="*/ 0 w 3656656"/>
              <a:gd name="connsiteY2" fmla="*/ 3605496 h 6852039"/>
              <a:gd name="connsiteX3" fmla="*/ 3656656 w 3656656"/>
              <a:gd name="connsiteY3" fmla="*/ 0 h 6852039"/>
              <a:gd name="connsiteX0-1" fmla="*/ 3656656 w 3656656"/>
              <a:gd name="connsiteY0-2" fmla="*/ 0 h 6852039"/>
              <a:gd name="connsiteX1-3" fmla="*/ 3441808 w 3656656"/>
              <a:gd name="connsiteY1-4" fmla="*/ 3299558 h 6852039"/>
              <a:gd name="connsiteX2-5" fmla="*/ 3201120 w 3656656"/>
              <a:gd name="connsiteY2-6" fmla="*/ 6852039 h 6852039"/>
              <a:gd name="connsiteX3-7" fmla="*/ 0 w 3656656"/>
              <a:gd name="connsiteY3-8" fmla="*/ 3605496 h 6852039"/>
              <a:gd name="connsiteX4" fmla="*/ 3656656 w 3656656"/>
              <a:gd name="connsiteY4" fmla="*/ 0 h 6852039"/>
              <a:gd name="connsiteX0-9" fmla="*/ 3441808 w 3656656"/>
              <a:gd name="connsiteY0-10" fmla="*/ 3299558 h 6852039"/>
              <a:gd name="connsiteX1-11" fmla="*/ 3201120 w 3656656"/>
              <a:gd name="connsiteY1-12" fmla="*/ 6852039 h 6852039"/>
              <a:gd name="connsiteX2-13" fmla="*/ 0 w 3656656"/>
              <a:gd name="connsiteY2-14" fmla="*/ 3605496 h 6852039"/>
              <a:gd name="connsiteX3-15" fmla="*/ 3656656 w 3656656"/>
              <a:gd name="connsiteY3-16" fmla="*/ 0 h 6852039"/>
              <a:gd name="connsiteX4-17" fmla="*/ 3533248 w 3656656"/>
              <a:gd name="connsiteY4-18" fmla="*/ 3390998 h 6852039"/>
              <a:gd name="connsiteX0-19" fmla="*/ 3441808 w 3656656"/>
              <a:gd name="connsiteY0-20" fmla="*/ 3299558 h 6852039"/>
              <a:gd name="connsiteX1-21" fmla="*/ 3201120 w 3656656"/>
              <a:gd name="connsiteY1-22" fmla="*/ 6852039 h 6852039"/>
              <a:gd name="connsiteX2-23" fmla="*/ 0 w 3656656"/>
              <a:gd name="connsiteY2-24" fmla="*/ 3605496 h 6852039"/>
              <a:gd name="connsiteX3-25" fmla="*/ 3656656 w 3656656"/>
              <a:gd name="connsiteY3-26" fmla="*/ 0 h 6852039"/>
              <a:gd name="connsiteX0-27" fmla="*/ 3201120 w 3656656"/>
              <a:gd name="connsiteY0-28" fmla="*/ 6852039 h 6852039"/>
              <a:gd name="connsiteX1-29" fmla="*/ 0 w 3656656"/>
              <a:gd name="connsiteY1-30" fmla="*/ 3605496 h 6852039"/>
              <a:gd name="connsiteX2-31" fmla="*/ 3656656 w 3656656"/>
              <a:gd name="connsiteY2-32" fmla="*/ 0 h 6852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656656" h="6852039">
                <a:moveTo>
                  <a:pt x="3201120" y="6852039"/>
                </a:moveTo>
                <a:lnTo>
                  <a:pt x="0" y="3605496"/>
                </a:lnTo>
                <a:lnTo>
                  <a:pt x="3656656" y="0"/>
                </a:lnTo>
              </a:path>
            </a:pathLst>
          </a:custGeom>
          <a:noFill/>
          <a:ln>
            <a:solidFill>
              <a:schemeClr val="accent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5" name="任意多边形: 形状 44"/>
          <p:cNvSpPr/>
          <p:nvPr userDrawn="1">
            <p:custDataLst>
              <p:tags r:id="rId26"/>
            </p:custDataLst>
          </p:nvPr>
        </p:nvSpPr>
        <p:spPr>
          <a:xfrm>
            <a:off x="7504832" y="0"/>
            <a:ext cx="3652135" cy="6851651"/>
          </a:xfrm>
          <a:custGeom>
            <a:avLst/>
            <a:gdLst>
              <a:gd name="connsiteX0" fmla="*/ 3652135 w 3652135"/>
              <a:gd name="connsiteY0" fmla="*/ 0 h 6851651"/>
              <a:gd name="connsiteX1" fmla="*/ 3205132 w 3652135"/>
              <a:gd name="connsiteY1" fmla="*/ 6851651 h 6851651"/>
              <a:gd name="connsiteX2" fmla="*/ 0 w 3652135"/>
              <a:gd name="connsiteY2" fmla="*/ 3601038 h 6851651"/>
              <a:gd name="connsiteX3" fmla="*/ 3652135 w 3652135"/>
              <a:gd name="connsiteY3" fmla="*/ 0 h 6851651"/>
              <a:gd name="connsiteX0-1" fmla="*/ 3652135 w 3652135"/>
              <a:gd name="connsiteY0-2" fmla="*/ 0 h 6851651"/>
              <a:gd name="connsiteX1-3" fmla="*/ 3422248 w 3652135"/>
              <a:gd name="connsiteY1-4" fmla="*/ 3276612 h 6851651"/>
              <a:gd name="connsiteX2-5" fmla="*/ 3205132 w 3652135"/>
              <a:gd name="connsiteY2-6" fmla="*/ 6851651 h 6851651"/>
              <a:gd name="connsiteX3-7" fmla="*/ 0 w 3652135"/>
              <a:gd name="connsiteY3-8" fmla="*/ 3601038 h 6851651"/>
              <a:gd name="connsiteX4" fmla="*/ 3652135 w 3652135"/>
              <a:gd name="connsiteY4" fmla="*/ 0 h 6851651"/>
              <a:gd name="connsiteX0-9" fmla="*/ 3422248 w 3652135"/>
              <a:gd name="connsiteY0-10" fmla="*/ 3276612 h 6851651"/>
              <a:gd name="connsiteX1-11" fmla="*/ 3205132 w 3652135"/>
              <a:gd name="connsiteY1-12" fmla="*/ 6851651 h 6851651"/>
              <a:gd name="connsiteX2-13" fmla="*/ 0 w 3652135"/>
              <a:gd name="connsiteY2-14" fmla="*/ 3601038 h 6851651"/>
              <a:gd name="connsiteX3-15" fmla="*/ 3652135 w 3652135"/>
              <a:gd name="connsiteY3-16" fmla="*/ 0 h 6851651"/>
              <a:gd name="connsiteX4-17" fmla="*/ 3513688 w 3652135"/>
              <a:gd name="connsiteY4-18" fmla="*/ 3368052 h 6851651"/>
              <a:gd name="connsiteX0-19" fmla="*/ 3422248 w 3652135"/>
              <a:gd name="connsiteY0-20" fmla="*/ 3276612 h 6851651"/>
              <a:gd name="connsiteX1-21" fmla="*/ 3205132 w 3652135"/>
              <a:gd name="connsiteY1-22" fmla="*/ 6851651 h 6851651"/>
              <a:gd name="connsiteX2-23" fmla="*/ 0 w 3652135"/>
              <a:gd name="connsiteY2-24" fmla="*/ 3601038 h 6851651"/>
              <a:gd name="connsiteX3-25" fmla="*/ 3652135 w 3652135"/>
              <a:gd name="connsiteY3-26" fmla="*/ 0 h 6851651"/>
              <a:gd name="connsiteX0-27" fmla="*/ 3205132 w 3652135"/>
              <a:gd name="connsiteY0-28" fmla="*/ 6851651 h 6851651"/>
              <a:gd name="connsiteX1-29" fmla="*/ 0 w 3652135"/>
              <a:gd name="connsiteY1-30" fmla="*/ 3601038 h 6851651"/>
              <a:gd name="connsiteX2-31" fmla="*/ 3652135 w 3652135"/>
              <a:gd name="connsiteY2-32" fmla="*/ 0 h 685165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652135" h="6851651">
                <a:moveTo>
                  <a:pt x="3205132" y="6851651"/>
                </a:moveTo>
                <a:lnTo>
                  <a:pt x="0" y="3601038"/>
                </a:lnTo>
                <a:lnTo>
                  <a:pt x="3652135" y="0"/>
                </a:lnTo>
              </a:path>
            </a:pathLst>
          </a:custGeom>
          <a:noFill/>
          <a:ln>
            <a:solidFill>
              <a:schemeClr val="accent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8" name="任意多边形: 形状 47"/>
          <p:cNvSpPr/>
          <p:nvPr userDrawn="1">
            <p:custDataLst>
              <p:tags r:id="rId27"/>
            </p:custDataLst>
          </p:nvPr>
        </p:nvSpPr>
        <p:spPr>
          <a:xfrm>
            <a:off x="6845789" y="0"/>
            <a:ext cx="3647614" cy="6851714"/>
          </a:xfrm>
          <a:custGeom>
            <a:avLst/>
            <a:gdLst>
              <a:gd name="connsiteX0" fmla="*/ 3647614 w 3647614"/>
              <a:gd name="connsiteY0" fmla="*/ 0 h 6851714"/>
              <a:gd name="connsiteX1" fmla="*/ 3209591 w 3647614"/>
              <a:gd name="connsiteY1" fmla="*/ 6851714 h 6851714"/>
              <a:gd name="connsiteX2" fmla="*/ 0 w 3647614"/>
              <a:gd name="connsiteY2" fmla="*/ 3596579 h 6851714"/>
              <a:gd name="connsiteX3" fmla="*/ 3647614 w 3647614"/>
              <a:gd name="connsiteY3" fmla="*/ 0 h 6851714"/>
              <a:gd name="connsiteX0-1" fmla="*/ 3647614 w 3647614"/>
              <a:gd name="connsiteY0-2" fmla="*/ 0 h 6851714"/>
              <a:gd name="connsiteX1-3" fmla="*/ 3425971 w 3647614"/>
              <a:gd name="connsiteY1-4" fmla="*/ 3512923 h 6851714"/>
              <a:gd name="connsiteX2-5" fmla="*/ 3209591 w 3647614"/>
              <a:gd name="connsiteY2-6" fmla="*/ 6851714 h 6851714"/>
              <a:gd name="connsiteX3-7" fmla="*/ 0 w 3647614"/>
              <a:gd name="connsiteY3-8" fmla="*/ 3596579 h 6851714"/>
              <a:gd name="connsiteX4" fmla="*/ 3647614 w 3647614"/>
              <a:gd name="connsiteY4" fmla="*/ 0 h 6851714"/>
              <a:gd name="connsiteX0-9" fmla="*/ 3425971 w 3647614"/>
              <a:gd name="connsiteY0-10" fmla="*/ 3512923 h 6851714"/>
              <a:gd name="connsiteX1-11" fmla="*/ 3209591 w 3647614"/>
              <a:gd name="connsiteY1-12" fmla="*/ 6851714 h 6851714"/>
              <a:gd name="connsiteX2-13" fmla="*/ 0 w 3647614"/>
              <a:gd name="connsiteY2-14" fmla="*/ 3596579 h 6851714"/>
              <a:gd name="connsiteX3-15" fmla="*/ 3647614 w 3647614"/>
              <a:gd name="connsiteY3-16" fmla="*/ 0 h 6851714"/>
              <a:gd name="connsiteX4-17" fmla="*/ 3517411 w 3647614"/>
              <a:gd name="connsiteY4-18" fmla="*/ 3604363 h 6851714"/>
              <a:gd name="connsiteX0-19" fmla="*/ 3425971 w 3647614"/>
              <a:gd name="connsiteY0-20" fmla="*/ 3512923 h 6851714"/>
              <a:gd name="connsiteX1-21" fmla="*/ 3209591 w 3647614"/>
              <a:gd name="connsiteY1-22" fmla="*/ 6851714 h 6851714"/>
              <a:gd name="connsiteX2-23" fmla="*/ 0 w 3647614"/>
              <a:gd name="connsiteY2-24" fmla="*/ 3596579 h 6851714"/>
              <a:gd name="connsiteX3-25" fmla="*/ 3647614 w 3647614"/>
              <a:gd name="connsiteY3-26" fmla="*/ 0 h 6851714"/>
              <a:gd name="connsiteX0-27" fmla="*/ 3209591 w 3647614"/>
              <a:gd name="connsiteY0-28" fmla="*/ 6851714 h 6851714"/>
              <a:gd name="connsiteX1-29" fmla="*/ 0 w 3647614"/>
              <a:gd name="connsiteY1-30" fmla="*/ 3596579 h 6851714"/>
              <a:gd name="connsiteX2-31" fmla="*/ 3647614 w 3647614"/>
              <a:gd name="connsiteY2-32" fmla="*/ 0 h 68517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647614" h="6851714">
                <a:moveTo>
                  <a:pt x="3209591" y="6851714"/>
                </a:moveTo>
                <a:lnTo>
                  <a:pt x="0" y="3596579"/>
                </a:lnTo>
                <a:lnTo>
                  <a:pt x="3647614" y="0"/>
                </a:lnTo>
              </a:path>
            </a:pathLst>
          </a:custGeom>
          <a:noFill/>
          <a:ln>
            <a:solidFill>
              <a:schemeClr val="accent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1" name="任意多边形: 形状 50"/>
          <p:cNvSpPr/>
          <p:nvPr userDrawn="1">
            <p:custDataLst>
              <p:tags r:id="rId28"/>
            </p:custDataLst>
          </p:nvPr>
        </p:nvSpPr>
        <p:spPr>
          <a:xfrm>
            <a:off x="6199135" y="0"/>
            <a:ext cx="3642639" cy="6851784"/>
          </a:xfrm>
          <a:custGeom>
            <a:avLst/>
            <a:gdLst>
              <a:gd name="connsiteX0" fmla="*/ 3642639 w 3642639"/>
              <a:gd name="connsiteY0" fmla="*/ 0 h 6851784"/>
              <a:gd name="connsiteX1" fmla="*/ 3214495 w 3642639"/>
              <a:gd name="connsiteY1" fmla="*/ 6851784 h 6851784"/>
              <a:gd name="connsiteX2" fmla="*/ 0 w 3642639"/>
              <a:gd name="connsiteY2" fmla="*/ 3591676 h 6851784"/>
              <a:gd name="connsiteX3" fmla="*/ 3642639 w 3642639"/>
              <a:gd name="connsiteY3" fmla="*/ 0 h 6851784"/>
              <a:gd name="connsiteX0-1" fmla="*/ 3642639 w 3642639"/>
              <a:gd name="connsiteY0-2" fmla="*/ 0 h 6851784"/>
              <a:gd name="connsiteX1-3" fmla="*/ 3417305 w 3642639"/>
              <a:gd name="connsiteY1-4" fmla="*/ 3314547 h 6851784"/>
              <a:gd name="connsiteX2-5" fmla="*/ 3214495 w 3642639"/>
              <a:gd name="connsiteY2-6" fmla="*/ 6851784 h 6851784"/>
              <a:gd name="connsiteX3-7" fmla="*/ 0 w 3642639"/>
              <a:gd name="connsiteY3-8" fmla="*/ 3591676 h 6851784"/>
              <a:gd name="connsiteX4" fmla="*/ 3642639 w 3642639"/>
              <a:gd name="connsiteY4" fmla="*/ 0 h 6851784"/>
              <a:gd name="connsiteX0-9" fmla="*/ 3417305 w 3642639"/>
              <a:gd name="connsiteY0-10" fmla="*/ 3314547 h 6851784"/>
              <a:gd name="connsiteX1-11" fmla="*/ 3214495 w 3642639"/>
              <a:gd name="connsiteY1-12" fmla="*/ 6851784 h 6851784"/>
              <a:gd name="connsiteX2-13" fmla="*/ 0 w 3642639"/>
              <a:gd name="connsiteY2-14" fmla="*/ 3591676 h 6851784"/>
              <a:gd name="connsiteX3-15" fmla="*/ 3642639 w 3642639"/>
              <a:gd name="connsiteY3-16" fmla="*/ 0 h 6851784"/>
              <a:gd name="connsiteX4-17" fmla="*/ 3508745 w 3642639"/>
              <a:gd name="connsiteY4-18" fmla="*/ 3405987 h 6851784"/>
              <a:gd name="connsiteX0-19" fmla="*/ 3417305 w 3642639"/>
              <a:gd name="connsiteY0-20" fmla="*/ 3314547 h 6851784"/>
              <a:gd name="connsiteX1-21" fmla="*/ 3214495 w 3642639"/>
              <a:gd name="connsiteY1-22" fmla="*/ 6851784 h 6851784"/>
              <a:gd name="connsiteX2-23" fmla="*/ 0 w 3642639"/>
              <a:gd name="connsiteY2-24" fmla="*/ 3591676 h 6851784"/>
              <a:gd name="connsiteX3-25" fmla="*/ 3642639 w 3642639"/>
              <a:gd name="connsiteY3-26" fmla="*/ 0 h 6851784"/>
              <a:gd name="connsiteX0-27" fmla="*/ 3214495 w 3642639"/>
              <a:gd name="connsiteY0-28" fmla="*/ 6851784 h 6851784"/>
              <a:gd name="connsiteX1-29" fmla="*/ 0 w 3642639"/>
              <a:gd name="connsiteY1-30" fmla="*/ 3591676 h 6851784"/>
              <a:gd name="connsiteX2-31" fmla="*/ 3642639 w 3642639"/>
              <a:gd name="connsiteY2-32" fmla="*/ 0 h 68517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642639" h="6851784">
                <a:moveTo>
                  <a:pt x="3214495" y="6851784"/>
                </a:moveTo>
                <a:lnTo>
                  <a:pt x="0" y="3591676"/>
                </a:lnTo>
                <a:lnTo>
                  <a:pt x="3642639" y="0"/>
                </a:lnTo>
              </a:path>
            </a:pathLst>
          </a:custGeom>
          <a:noFill/>
          <a:ln>
            <a:solidFill>
              <a:schemeClr val="accent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4" name="任意多边形: 形状 53"/>
          <p:cNvSpPr/>
          <p:nvPr userDrawn="1">
            <p:custDataLst>
              <p:tags r:id="rId29"/>
            </p:custDataLst>
          </p:nvPr>
        </p:nvSpPr>
        <p:spPr>
          <a:xfrm>
            <a:off x="5545616" y="0"/>
            <a:ext cx="3637665" cy="6851853"/>
          </a:xfrm>
          <a:custGeom>
            <a:avLst/>
            <a:gdLst>
              <a:gd name="connsiteX0" fmla="*/ 3637665 w 3637665"/>
              <a:gd name="connsiteY0" fmla="*/ 0 h 6851853"/>
              <a:gd name="connsiteX1" fmla="*/ 3219400 w 3637665"/>
              <a:gd name="connsiteY1" fmla="*/ 6851853 h 6851853"/>
              <a:gd name="connsiteX2" fmla="*/ 0 w 3637665"/>
              <a:gd name="connsiteY2" fmla="*/ 3586771 h 6851853"/>
              <a:gd name="connsiteX3" fmla="*/ 3637665 w 3637665"/>
              <a:gd name="connsiteY3" fmla="*/ 0 h 6851853"/>
              <a:gd name="connsiteX0-1" fmla="*/ 3637665 w 3637665"/>
              <a:gd name="connsiteY0-2" fmla="*/ 0 h 6851853"/>
              <a:gd name="connsiteX1-3" fmla="*/ 3430744 w 3637665"/>
              <a:gd name="connsiteY1-4" fmla="*/ 3368262 h 6851853"/>
              <a:gd name="connsiteX2-5" fmla="*/ 3219400 w 3637665"/>
              <a:gd name="connsiteY2-6" fmla="*/ 6851853 h 6851853"/>
              <a:gd name="connsiteX3-7" fmla="*/ 0 w 3637665"/>
              <a:gd name="connsiteY3-8" fmla="*/ 3586771 h 6851853"/>
              <a:gd name="connsiteX4" fmla="*/ 3637665 w 3637665"/>
              <a:gd name="connsiteY4" fmla="*/ 0 h 6851853"/>
              <a:gd name="connsiteX0-9" fmla="*/ 3430744 w 3637665"/>
              <a:gd name="connsiteY0-10" fmla="*/ 3368262 h 6851853"/>
              <a:gd name="connsiteX1-11" fmla="*/ 3219400 w 3637665"/>
              <a:gd name="connsiteY1-12" fmla="*/ 6851853 h 6851853"/>
              <a:gd name="connsiteX2-13" fmla="*/ 0 w 3637665"/>
              <a:gd name="connsiteY2-14" fmla="*/ 3586771 h 6851853"/>
              <a:gd name="connsiteX3-15" fmla="*/ 3637665 w 3637665"/>
              <a:gd name="connsiteY3-16" fmla="*/ 0 h 6851853"/>
              <a:gd name="connsiteX4-17" fmla="*/ 3522184 w 3637665"/>
              <a:gd name="connsiteY4-18" fmla="*/ 3459702 h 6851853"/>
              <a:gd name="connsiteX0-19" fmla="*/ 3430744 w 3637665"/>
              <a:gd name="connsiteY0-20" fmla="*/ 3368262 h 6851853"/>
              <a:gd name="connsiteX1-21" fmla="*/ 3219400 w 3637665"/>
              <a:gd name="connsiteY1-22" fmla="*/ 6851853 h 6851853"/>
              <a:gd name="connsiteX2-23" fmla="*/ 0 w 3637665"/>
              <a:gd name="connsiteY2-24" fmla="*/ 3586771 h 6851853"/>
              <a:gd name="connsiteX3-25" fmla="*/ 3637665 w 3637665"/>
              <a:gd name="connsiteY3-26" fmla="*/ 0 h 6851853"/>
              <a:gd name="connsiteX0-27" fmla="*/ 3219400 w 3637665"/>
              <a:gd name="connsiteY0-28" fmla="*/ 6851853 h 6851853"/>
              <a:gd name="connsiteX1-29" fmla="*/ 0 w 3637665"/>
              <a:gd name="connsiteY1-30" fmla="*/ 3586771 h 6851853"/>
              <a:gd name="connsiteX2-31" fmla="*/ 3637665 w 3637665"/>
              <a:gd name="connsiteY2-32" fmla="*/ 0 h 68518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637665" h="6851853">
                <a:moveTo>
                  <a:pt x="3219400" y="6851853"/>
                </a:moveTo>
                <a:lnTo>
                  <a:pt x="0" y="3586771"/>
                </a:lnTo>
                <a:lnTo>
                  <a:pt x="3637665" y="0"/>
                </a:lnTo>
              </a:path>
            </a:pathLst>
          </a:custGeom>
          <a:noFill/>
          <a:ln>
            <a:solidFill>
              <a:schemeClr val="accent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mongolianVert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3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20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2.xml"/><Relationship Id="rId4" Type="http://schemas.openxmlformats.org/officeDocument/2006/relationships/tags" Target="../tags/tag1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image" Target="../media/image2.jpe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12" Type="http://schemas.openxmlformats.org/officeDocument/2006/relationships/tags" Target="../tags/tag137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tags" Target="../tags/tag136.xml"/><Relationship Id="rId5" Type="http://schemas.openxmlformats.org/officeDocument/2006/relationships/tags" Target="../tags/tag130.xml"/><Relationship Id="rId10" Type="http://schemas.openxmlformats.org/officeDocument/2006/relationships/tags" Target="../tags/tag135.xml"/><Relationship Id="rId4" Type="http://schemas.openxmlformats.org/officeDocument/2006/relationships/tags" Target="../tags/tag129.xml"/><Relationship Id="rId9" Type="http://schemas.openxmlformats.org/officeDocument/2006/relationships/tags" Target="../tags/tag134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image" Target="../media/image2.jpe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14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59.xml"/><Relationship Id="rId18" Type="http://schemas.openxmlformats.org/officeDocument/2006/relationships/tags" Target="../tags/tag164.xml"/><Relationship Id="rId26" Type="http://schemas.openxmlformats.org/officeDocument/2006/relationships/tags" Target="../tags/tag172.xml"/><Relationship Id="rId3" Type="http://schemas.openxmlformats.org/officeDocument/2006/relationships/tags" Target="../tags/tag149.xml"/><Relationship Id="rId21" Type="http://schemas.openxmlformats.org/officeDocument/2006/relationships/tags" Target="../tags/tag167.xml"/><Relationship Id="rId34" Type="http://schemas.openxmlformats.org/officeDocument/2006/relationships/notesSlide" Target="../notesSlides/notesSlide7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17" Type="http://schemas.openxmlformats.org/officeDocument/2006/relationships/tags" Target="../tags/tag163.xml"/><Relationship Id="rId25" Type="http://schemas.openxmlformats.org/officeDocument/2006/relationships/tags" Target="../tags/tag171.xml"/><Relationship Id="rId33" Type="http://schemas.openxmlformats.org/officeDocument/2006/relationships/slideLayout" Target="../slideLayouts/slideLayout1.xml"/><Relationship Id="rId2" Type="http://schemas.openxmlformats.org/officeDocument/2006/relationships/tags" Target="../tags/tag148.xml"/><Relationship Id="rId16" Type="http://schemas.openxmlformats.org/officeDocument/2006/relationships/tags" Target="../tags/tag162.xml"/><Relationship Id="rId20" Type="http://schemas.openxmlformats.org/officeDocument/2006/relationships/tags" Target="../tags/tag166.xml"/><Relationship Id="rId29" Type="http://schemas.openxmlformats.org/officeDocument/2006/relationships/tags" Target="../tags/tag175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24" Type="http://schemas.openxmlformats.org/officeDocument/2006/relationships/tags" Target="../tags/tag170.xml"/><Relationship Id="rId32" Type="http://schemas.openxmlformats.org/officeDocument/2006/relationships/tags" Target="../tags/tag178.xml"/><Relationship Id="rId5" Type="http://schemas.openxmlformats.org/officeDocument/2006/relationships/tags" Target="../tags/tag151.xml"/><Relationship Id="rId15" Type="http://schemas.openxmlformats.org/officeDocument/2006/relationships/tags" Target="../tags/tag161.xml"/><Relationship Id="rId23" Type="http://schemas.openxmlformats.org/officeDocument/2006/relationships/tags" Target="../tags/tag169.xml"/><Relationship Id="rId28" Type="http://schemas.openxmlformats.org/officeDocument/2006/relationships/tags" Target="../tags/tag174.xml"/><Relationship Id="rId10" Type="http://schemas.openxmlformats.org/officeDocument/2006/relationships/tags" Target="../tags/tag156.xml"/><Relationship Id="rId19" Type="http://schemas.openxmlformats.org/officeDocument/2006/relationships/tags" Target="../tags/tag165.xml"/><Relationship Id="rId31" Type="http://schemas.openxmlformats.org/officeDocument/2006/relationships/tags" Target="../tags/tag177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Relationship Id="rId22" Type="http://schemas.openxmlformats.org/officeDocument/2006/relationships/tags" Target="../tags/tag168.xml"/><Relationship Id="rId27" Type="http://schemas.openxmlformats.org/officeDocument/2006/relationships/tags" Target="../tags/tag173.xml"/><Relationship Id="rId30" Type="http://schemas.openxmlformats.org/officeDocument/2006/relationships/tags" Target="../tags/tag176.xml"/><Relationship Id="rId8" Type="http://schemas.openxmlformats.org/officeDocument/2006/relationships/tags" Target="../tags/tag15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image" Target="../media/image2.jpe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image" Target="../media/image2.jpe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image" Target="../media/image2.jpe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8.xml"/><Relationship Id="rId4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9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tags" Target="../tags/tag215.xml"/><Relationship Id="rId21" Type="http://schemas.openxmlformats.org/officeDocument/2006/relationships/tags" Target="../tags/tag210.xml"/><Relationship Id="rId42" Type="http://schemas.openxmlformats.org/officeDocument/2006/relationships/tags" Target="../tags/tag231.xml"/><Relationship Id="rId47" Type="http://schemas.openxmlformats.org/officeDocument/2006/relationships/tags" Target="../tags/tag236.xml"/><Relationship Id="rId63" Type="http://schemas.openxmlformats.org/officeDocument/2006/relationships/tags" Target="../tags/tag252.xml"/><Relationship Id="rId68" Type="http://schemas.openxmlformats.org/officeDocument/2006/relationships/tags" Target="../tags/tag257.xml"/><Relationship Id="rId84" Type="http://schemas.openxmlformats.org/officeDocument/2006/relationships/tags" Target="../tags/tag273.xml"/><Relationship Id="rId89" Type="http://schemas.openxmlformats.org/officeDocument/2006/relationships/tags" Target="../tags/tag278.xml"/><Relationship Id="rId112" Type="http://schemas.openxmlformats.org/officeDocument/2006/relationships/tags" Target="../tags/tag301.xml"/><Relationship Id="rId16" Type="http://schemas.openxmlformats.org/officeDocument/2006/relationships/tags" Target="../tags/tag205.xml"/><Relationship Id="rId107" Type="http://schemas.openxmlformats.org/officeDocument/2006/relationships/tags" Target="../tags/tag296.xml"/><Relationship Id="rId11" Type="http://schemas.openxmlformats.org/officeDocument/2006/relationships/tags" Target="../tags/tag200.xml"/><Relationship Id="rId32" Type="http://schemas.openxmlformats.org/officeDocument/2006/relationships/tags" Target="../tags/tag221.xml"/><Relationship Id="rId37" Type="http://schemas.openxmlformats.org/officeDocument/2006/relationships/tags" Target="../tags/tag226.xml"/><Relationship Id="rId53" Type="http://schemas.openxmlformats.org/officeDocument/2006/relationships/tags" Target="../tags/tag242.xml"/><Relationship Id="rId58" Type="http://schemas.openxmlformats.org/officeDocument/2006/relationships/tags" Target="../tags/tag247.xml"/><Relationship Id="rId74" Type="http://schemas.openxmlformats.org/officeDocument/2006/relationships/tags" Target="../tags/tag263.xml"/><Relationship Id="rId79" Type="http://schemas.openxmlformats.org/officeDocument/2006/relationships/tags" Target="../tags/tag268.xml"/><Relationship Id="rId102" Type="http://schemas.openxmlformats.org/officeDocument/2006/relationships/tags" Target="../tags/tag291.xml"/><Relationship Id="rId5" Type="http://schemas.openxmlformats.org/officeDocument/2006/relationships/tags" Target="../tags/tag194.xml"/><Relationship Id="rId90" Type="http://schemas.openxmlformats.org/officeDocument/2006/relationships/tags" Target="../tags/tag279.xml"/><Relationship Id="rId95" Type="http://schemas.openxmlformats.org/officeDocument/2006/relationships/tags" Target="../tags/tag284.xml"/><Relationship Id="rId22" Type="http://schemas.openxmlformats.org/officeDocument/2006/relationships/tags" Target="../tags/tag211.xml"/><Relationship Id="rId27" Type="http://schemas.openxmlformats.org/officeDocument/2006/relationships/tags" Target="../tags/tag216.xml"/><Relationship Id="rId43" Type="http://schemas.openxmlformats.org/officeDocument/2006/relationships/tags" Target="../tags/tag232.xml"/><Relationship Id="rId48" Type="http://schemas.openxmlformats.org/officeDocument/2006/relationships/tags" Target="../tags/tag237.xml"/><Relationship Id="rId64" Type="http://schemas.openxmlformats.org/officeDocument/2006/relationships/tags" Target="../tags/tag253.xml"/><Relationship Id="rId69" Type="http://schemas.openxmlformats.org/officeDocument/2006/relationships/tags" Target="../tags/tag258.xml"/><Relationship Id="rId113" Type="http://schemas.openxmlformats.org/officeDocument/2006/relationships/tags" Target="../tags/tag302.xml"/><Relationship Id="rId80" Type="http://schemas.openxmlformats.org/officeDocument/2006/relationships/tags" Target="../tags/tag269.xml"/><Relationship Id="rId85" Type="http://schemas.openxmlformats.org/officeDocument/2006/relationships/tags" Target="../tags/tag274.xml"/><Relationship Id="rId12" Type="http://schemas.openxmlformats.org/officeDocument/2006/relationships/tags" Target="../tags/tag201.xml"/><Relationship Id="rId17" Type="http://schemas.openxmlformats.org/officeDocument/2006/relationships/tags" Target="../tags/tag206.xml"/><Relationship Id="rId33" Type="http://schemas.openxmlformats.org/officeDocument/2006/relationships/tags" Target="../tags/tag222.xml"/><Relationship Id="rId38" Type="http://schemas.openxmlformats.org/officeDocument/2006/relationships/tags" Target="../tags/tag227.xml"/><Relationship Id="rId59" Type="http://schemas.openxmlformats.org/officeDocument/2006/relationships/tags" Target="../tags/tag248.xml"/><Relationship Id="rId103" Type="http://schemas.openxmlformats.org/officeDocument/2006/relationships/tags" Target="../tags/tag292.xml"/><Relationship Id="rId108" Type="http://schemas.openxmlformats.org/officeDocument/2006/relationships/tags" Target="../tags/tag297.xml"/><Relationship Id="rId54" Type="http://schemas.openxmlformats.org/officeDocument/2006/relationships/tags" Target="../tags/tag243.xml"/><Relationship Id="rId70" Type="http://schemas.openxmlformats.org/officeDocument/2006/relationships/tags" Target="../tags/tag259.xml"/><Relationship Id="rId75" Type="http://schemas.openxmlformats.org/officeDocument/2006/relationships/tags" Target="../tags/tag264.xml"/><Relationship Id="rId91" Type="http://schemas.openxmlformats.org/officeDocument/2006/relationships/tags" Target="../tags/tag280.xml"/><Relationship Id="rId96" Type="http://schemas.openxmlformats.org/officeDocument/2006/relationships/tags" Target="../tags/tag285.xml"/><Relationship Id="rId1" Type="http://schemas.openxmlformats.org/officeDocument/2006/relationships/tags" Target="../tags/tag190.xml"/><Relationship Id="rId6" Type="http://schemas.openxmlformats.org/officeDocument/2006/relationships/tags" Target="../tags/tag195.xml"/><Relationship Id="rId15" Type="http://schemas.openxmlformats.org/officeDocument/2006/relationships/tags" Target="../tags/tag204.xml"/><Relationship Id="rId23" Type="http://schemas.openxmlformats.org/officeDocument/2006/relationships/tags" Target="../tags/tag212.xml"/><Relationship Id="rId28" Type="http://schemas.openxmlformats.org/officeDocument/2006/relationships/tags" Target="../tags/tag217.xml"/><Relationship Id="rId36" Type="http://schemas.openxmlformats.org/officeDocument/2006/relationships/tags" Target="../tags/tag225.xml"/><Relationship Id="rId49" Type="http://schemas.openxmlformats.org/officeDocument/2006/relationships/tags" Target="../tags/tag238.xml"/><Relationship Id="rId57" Type="http://schemas.openxmlformats.org/officeDocument/2006/relationships/tags" Target="../tags/tag246.xml"/><Relationship Id="rId106" Type="http://schemas.openxmlformats.org/officeDocument/2006/relationships/tags" Target="../tags/tag295.xml"/><Relationship Id="rId114" Type="http://schemas.openxmlformats.org/officeDocument/2006/relationships/tags" Target="../tags/tag303.xml"/><Relationship Id="rId10" Type="http://schemas.openxmlformats.org/officeDocument/2006/relationships/tags" Target="../tags/tag199.xml"/><Relationship Id="rId31" Type="http://schemas.openxmlformats.org/officeDocument/2006/relationships/tags" Target="../tags/tag220.xml"/><Relationship Id="rId44" Type="http://schemas.openxmlformats.org/officeDocument/2006/relationships/tags" Target="../tags/tag233.xml"/><Relationship Id="rId52" Type="http://schemas.openxmlformats.org/officeDocument/2006/relationships/tags" Target="../tags/tag241.xml"/><Relationship Id="rId60" Type="http://schemas.openxmlformats.org/officeDocument/2006/relationships/tags" Target="../tags/tag249.xml"/><Relationship Id="rId65" Type="http://schemas.openxmlformats.org/officeDocument/2006/relationships/tags" Target="../tags/tag254.xml"/><Relationship Id="rId73" Type="http://schemas.openxmlformats.org/officeDocument/2006/relationships/tags" Target="../tags/tag262.xml"/><Relationship Id="rId78" Type="http://schemas.openxmlformats.org/officeDocument/2006/relationships/tags" Target="../tags/tag267.xml"/><Relationship Id="rId81" Type="http://schemas.openxmlformats.org/officeDocument/2006/relationships/tags" Target="../tags/tag270.xml"/><Relationship Id="rId86" Type="http://schemas.openxmlformats.org/officeDocument/2006/relationships/tags" Target="../tags/tag275.xml"/><Relationship Id="rId94" Type="http://schemas.openxmlformats.org/officeDocument/2006/relationships/tags" Target="../tags/tag283.xml"/><Relationship Id="rId99" Type="http://schemas.openxmlformats.org/officeDocument/2006/relationships/tags" Target="../tags/tag288.xml"/><Relationship Id="rId101" Type="http://schemas.openxmlformats.org/officeDocument/2006/relationships/tags" Target="../tags/tag290.xml"/><Relationship Id="rId4" Type="http://schemas.openxmlformats.org/officeDocument/2006/relationships/tags" Target="../tags/tag193.xml"/><Relationship Id="rId9" Type="http://schemas.openxmlformats.org/officeDocument/2006/relationships/tags" Target="../tags/tag198.xml"/><Relationship Id="rId13" Type="http://schemas.openxmlformats.org/officeDocument/2006/relationships/tags" Target="../tags/tag202.xml"/><Relationship Id="rId18" Type="http://schemas.openxmlformats.org/officeDocument/2006/relationships/tags" Target="../tags/tag207.xml"/><Relationship Id="rId39" Type="http://schemas.openxmlformats.org/officeDocument/2006/relationships/tags" Target="../tags/tag228.xml"/><Relationship Id="rId109" Type="http://schemas.openxmlformats.org/officeDocument/2006/relationships/tags" Target="../tags/tag298.xml"/><Relationship Id="rId34" Type="http://schemas.openxmlformats.org/officeDocument/2006/relationships/tags" Target="../tags/tag223.xml"/><Relationship Id="rId50" Type="http://schemas.openxmlformats.org/officeDocument/2006/relationships/tags" Target="../tags/tag239.xml"/><Relationship Id="rId55" Type="http://schemas.openxmlformats.org/officeDocument/2006/relationships/tags" Target="../tags/tag244.xml"/><Relationship Id="rId76" Type="http://schemas.openxmlformats.org/officeDocument/2006/relationships/tags" Target="../tags/tag265.xml"/><Relationship Id="rId97" Type="http://schemas.openxmlformats.org/officeDocument/2006/relationships/tags" Target="../tags/tag286.xml"/><Relationship Id="rId104" Type="http://schemas.openxmlformats.org/officeDocument/2006/relationships/tags" Target="../tags/tag293.xml"/><Relationship Id="rId7" Type="http://schemas.openxmlformats.org/officeDocument/2006/relationships/tags" Target="../tags/tag196.xml"/><Relationship Id="rId71" Type="http://schemas.openxmlformats.org/officeDocument/2006/relationships/tags" Target="../tags/tag260.xml"/><Relationship Id="rId92" Type="http://schemas.openxmlformats.org/officeDocument/2006/relationships/tags" Target="../tags/tag281.xml"/><Relationship Id="rId2" Type="http://schemas.openxmlformats.org/officeDocument/2006/relationships/tags" Target="../tags/tag191.xml"/><Relationship Id="rId29" Type="http://schemas.openxmlformats.org/officeDocument/2006/relationships/tags" Target="../tags/tag218.xml"/><Relationship Id="rId24" Type="http://schemas.openxmlformats.org/officeDocument/2006/relationships/tags" Target="../tags/tag213.xml"/><Relationship Id="rId40" Type="http://schemas.openxmlformats.org/officeDocument/2006/relationships/tags" Target="../tags/tag229.xml"/><Relationship Id="rId45" Type="http://schemas.openxmlformats.org/officeDocument/2006/relationships/tags" Target="../tags/tag234.xml"/><Relationship Id="rId66" Type="http://schemas.openxmlformats.org/officeDocument/2006/relationships/tags" Target="../tags/tag255.xml"/><Relationship Id="rId87" Type="http://schemas.openxmlformats.org/officeDocument/2006/relationships/tags" Target="../tags/tag276.xml"/><Relationship Id="rId110" Type="http://schemas.openxmlformats.org/officeDocument/2006/relationships/tags" Target="../tags/tag299.xml"/><Relationship Id="rId115" Type="http://schemas.openxmlformats.org/officeDocument/2006/relationships/slideLayout" Target="../slideLayouts/slideLayout9.xml"/><Relationship Id="rId61" Type="http://schemas.openxmlformats.org/officeDocument/2006/relationships/tags" Target="../tags/tag250.xml"/><Relationship Id="rId82" Type="http://schemas.openxmlformats.org/officeDocument/2006/relationships/tags" Target="../tags/tag271.xml"/><Relationship Id="rId19" Type="http://schemas.openxmlformats.org/officeDocument/2006/relationships/tags" Target="../tags/tag208.xml"/><Relationship Id="rId14" Type="http://schemas.openxmlformats.org/officeDocument/2006/relationships/tags" Target="../tags/tag203.xml"/><Relationship Id="rId30" Type="http://schemas.openxmlformats.org/officeDocument/2006/relationships/tags" Target="../tags/tag219.xml"/><Relationship Id="rId35" Type="http://schemas.openxmlformats.org/officeDocument/2006/relationships/tags" Target="../tags/tag224.xml"/><Relationship Id="rId56" Type="http://schemas.openxmlformats.org/officeDocument/2006/relationships/tags" Target="../tags/tag245.xml"/><Relationship Id="rId77" Type="http://schemas.openxmlformats.org/officeDocument/2006/relationships/tags" Target="../tags/tag266.xml"/><Relationship Id="rId100" Type="http://schemas.openxmlformats.org/officeDocument/2006/relationships/tags" Target="../tags/tag289.xml"/><Relationship Id="rId105" Type="http://schemas.openxmlformats.org/officeDocument/2006/relationships/tags" Target="../tags/tag294.xml"/><Relationship Id="rId8" Type="http://schemas.openxmlformats.org/officeDocument/2006/relationships/tags" Target="../tags/tag197.xml"/><Relationship Id="rId51" Type="http://schemas.openxmlformats.org/officeDocument/2006/relationships/tags" Target="../tags/tag240.xml"/><Relationship Id="rId72" Type="http://schemas.openxmlformats.org/officeDocument/2006/relationships/tags" Target="../tags/tag261.xml"/><Relationship Id="rId93" Type="http://schemas.openxmlformats.org/officeDocument/2006/relationships/tags" Target="../tags/tag282.xml"/><Relationship Id="rId98" Type="http://schemas.openxmlformats.org/officeDocument/2006/relationships/tags" Target="../tags/tag287.xml"/><Relationship Id="rId3" Type="http://schemas.openxmlformats.org/officeDocument/2006/relationships/tags" Target="../tags/tag192.xml"/><Relationship Id="rId25" Type="http://schemas.openxmlformats.org/officeDocument/2006/relationships/tags" Target="../tags/tag214.xml"/><Relationship Id="rId46" Type="http://schemas.openxmlformats.org/officeDocument/2006/relationships/tags" Target="../tags/tag235.xml"/><Relationship Id="rId67" Type="http://schemas.openxmlformats.org/officeDocument/2006/relationships/tags" Target="../tags/tag256.xml"/><Relationship Id="rId20" Type="http://schemas.openxmlformats.org/officeDocument/2006/relationships/tags" Target="../tags/tag209.xml"/><Relationship Id="rId41" Type="http://schemas.openxmlformats.org/officeDocument/2006/relationships/tags" Target="../tags/tag230.xml"/><Relationship Id="rId62" Type="http://schemas.openxmlformats.org/officeDocument/2006/relationships/tags" Target="../tags/tag251.xml"/><Relationship Id="rId83" Type="http://schemas.openxmlformats.org/officeDocument/2006/relationships/tags" Target="../tags/tag272.xml"/><Relationship Id="rId88" Type="http://schemas.openxmlformats.org/officeDocument/2006/relationships/tags" Target="../tags/tag277.xml"/><Relationship Id="rId111" Type="http://schemas.openxmlformats.org/officeDocument/2006/relationships/tags" Target="../tags/tag30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" Type="http://schemas.openxmlformats.org/officeDocument/2006/relationships/tags" Target="../tags/tag305.xml"/><Relationship Id="rId4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图形"/>
          <p:cNvGrpSpPr/>
          <p:nvPr userDrawn="1"/>
        </p:nvGrpSpPr>
        <p:grpSpPr>
          <a:xfrm>
            <a:off x="-1" y="0"/>
            <a:ext cx="12192001" cy="6858000"/>
            <a:chOff x="0" y="0"/>
            <a:chExt cx="12192001" cy="6858000"/>
          </a:xfrm>
        </p:grpSpPr>
        <p:sp>
          <p:nvSpPr>
            <p:cNvPr id="3" name="图形"/>
            <p:cNvSpPr/>
            <p:nvPr/>
          </p:nvSpPr>
          <p:spPr>
            <a:xfrm>
              <a:off x="1" y="0"/>
              <a:ext cx="4241037" cy="6858000"/>
            </a:xfrm>
            <a:custGeom>
              <a:avLst/>
              <a:gdLst>
                <a:gd name="connsiteX0" fmla="*/ 1088098 w 4241037"/>
                <a:gd name="connsiteY0" fmla="*/ 0 h 6858000"/>
                <a:gd name="connsiteX1" fmla="*/ 4241037 w 4241037"/>
                <a:gd name="connsiteY1" fmla="*/ 0 h 6858000"/>
                <a:gd name="connsiteX2" fmla="*/ 291699 w 4241037"/>
                <a:gd name="connsiteY2" fmla="*/ 6858000 h 6858000"/>
                <a:gd name="connsiteX3" fmla="*/ 0 w 4241037"/>
                <a:gd name="connsiteY3" fmla="*/ 6858000 h 6858000"/>
                <a:gd name="connsiteX4" fmla="*/ 0 w 4241037"/>
                <a:gd name="connsiteY4" fmla="*/ 188937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41037" h="6858000">
                  <a:moveTo>
                    <a:pt x="1088098" y="0"/>
                  </a:moveTo>
                  <a:lnTo>
                    <a:pt x="4241037" y="0"/>
                  </a:lnTo>
                  <a:lnTo>
                    <a:pt x="291699" y="6858000"/>
                  </a:lnTo>
                  <a:lnTo>
                    <a:pt x="0" y="6858000"/>
                  </a:lnTo>
                  <a:lnTo>
                    <a:pt x="0" y="1889372"/>
                  </a:lnTo>
                  <a:close/>
                </a:path>
              </a:pathLst>
            </a:custGeom>
            <a:gradFill>
              <a:gsLst>
                <a:gs pos="1000">
                  <a:srgbClr val="FFFFFF">
                    <a:alpha val="50000"/>
                  </a:srgb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</a:gradFill>
            <a:ln w="14327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4" name="图形"/>
            <p:cNvSpPr/>
            <p:nvPr/>
          </p:nvSpPr>
          <p:spPr>
            <a:xfrm>
              <a:off x="347579" y="0"/>
              <a:ext cx="7102494" cy="6858000"/>
            </a:xfrm>
            <a:custGeom>
              <a:avLst/>
              <a:gdLst>
                <a:gd name="connsiteX0" fmla="*/ 2074789 w 4673791"/>
                <a:gd name="connsiteY0" fmla="*/ 4512902 h 4512902"/>
                <a:gd name="connsiteX1" fmla="*/ 4673791 w 4673791"/>
                <a:gd name="connsiteY1" fmla="*/ 0 h 4512902"/>
                <a:gd name="connsiteX2" fmla="*/ 2598859 w 4673791"/>
                <a:gd name="connsiteY2" fmla="*/ 0 h 4512902"/>
                <a:gd name="connsiteX3" fmla="*/ 0 w 4673791"/>
                <a:gd name="connsiteY3" fmla="*/ 4512902 h 4512902"/>
                <a:gd name="connsiteX4" fmla="*/ 2074789 w 4673791"/>
                <a:gd name="connsiteY4" fmla="*/ 4512902 h 451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3791" h="4512902">
                  <a:moveTo>
                    <a:pt x="2074789" y="4512902"/>
                  </a:moveTo>
                  <a:lnTo>
                    <a:pt x="4673791" y="0"/>
                  </a:lnTo>
                  <a:lnTo>
                    <a:pt x="2598859" y="0"/>
                  </a:lnTo>
                  <a:lnTo>
                    <a:pt x="0" y="4512902"/>
                  </a:lnTo>
                  <a:lnTo>
                    <a:pt x="2074789" y="4512902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0000"/>
                  </a:srgb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1"/>
            </a:gradFill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5" name="图形"/>
            <p:cNvSpPr/>
            <p:nvPr/>
          </p:nvSpPr>
          <p:spPr>
            <a:xfrm>
              <a:off x="3444638" y="0"/>
              <a:ext cx="7102492" cy="6858000"/>
            </a:xfrm>
            <a:custGeom>
              <a:avLst/>
              <a:gdLst>
                <a:gd name="connsiteX0" fmla="*/ 2074789 w 4673790"/>
                <a:gd name="connsiteY0" fmla="*/ 4512902 h 4512902"/>
                <a:gd name="connsiteX1" fmla="*/ 4673791 w 4673790"/>
                <a:gd name="connsiteY1" fmla="*/ 0 h 4512902"/>
                <a:gd name="connsiteX2" fmla="*/ 2599002 w 4673790"/>
                <a:gd name="connsiteY2" fmla="*/ 0 h 4512902"/>
                <a:gd name="connsiteX3" fmla="*/ 0 w 4673790"/>
                <a:gd name="connsiteY3" fmla="*/ 4512902 h 4512902"/>
                <a:gd name="connsiteX4" fmla="*/ 2074789 w 4673790"/>
                <a:gd name="connsiteY4" fmla="*/ 4512902 h 451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3790" h="4512902">
                  <a:moveTo>
                    <a:pt x="2074789" y="4512902"/>
                  </a:moveTo>
                  <a:lnTo>
                    <a:pt x="4673791" y="0"/>
                  </a:lnTo>
                  <a:lnTo>
                    <a:pt x="2599002" y="0"/>
                  </a:lnTo>
                  <a:lnTo>
                    <a:pt x="0" y="4512902"/>
                  </a:lnTo>
                  <a:lnTo>
                    <a:pt x="2074789" y="4512902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0000"/>
                  </a:srgbClr>
                </a:gs>
                <a:gs pos="50000">
                  <a:srgbClr val="F2F3F3">
                    <a:alpha val="50000"/>
                  </a:srgbClr>
                </a:gs>
                <a:gs pos="100000">
                  <a:srgbClr val="E6E7E8">
                    <a:alpha val="50000"/>
                  </a:srgbClr>
                </a:gs>
              </a:gsLst>
              <a:lin ang="0" scaled="1"/>
            </a:gradFill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6" name="图形"/>
            <p:cNvSpPr/>
            <p:nvPr/>
          </p:nvSpPr>
          <p:spPr>
            <a:xfrm>
              <a:off x="6597578" y="0"/>
              <a:ext cx="5594423" cy="6858000"/>
            </a:xfrm>
            <a:custGeom>
              <a:avLst/>
              <a:gdLst>
                <a:gd name="connsiteX0" fmla="*/ 3949555 w 5594423"/>
                <a:gd name="connsiteY0" fmla="*/ 0 h 6858000"/>
                <a:gd name="connsiteX1" fmla="*/ 5594423 w 5594423"/>
                <a:gd name="connsiteY1" fmla="*/ 0 h 6858000"/>
                <a:gd name="connsiteX2" fmla="*/ 5594423 w 5594423"/>
                <a:gd name="connsiteY2" fmla="*/ 2618756 h 6858000"/>
                <a:gd name="connsiteX3" fmla="*/ 3153156 w 5594423"/>
                <a:gd name="connsiteY3" fmla="*/ 6858000 h 6858000"/>
                <a:gd name="connsiteX4" fmla="*/ 0 w 5594423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4423" h="6858000">
                  <a:moveTo>
                    <a:pt x="3949555" y="0"/>
                  </a:moveTo>
                  <a:lnTo>
                    <a:pt x="5594423" y="0"/>
                  </a:lnTo>
                  <a:lnTo>
                    <a:pt x="5594423" y="2618756"/>
                  </a:lnTo>
                  <a:lnTo>
                    <a:pt x="3153156" y="6858000"/>
                  </a:lnTo>
                  <a:lnTo>
                    <a:pt x="0" y="685800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0000"/>
                  </a:srgbClr>
                </a:gs>
                <a:gs pos="50000">
                  <a:srgbClr val="F2F3F3">
                    <a:alpha val="50000"/>
                  </a:srgbClr>
                </a:gs>
                <a:gs pos="100000">
                  <a:srgbClr val="E6E7E8">
                    <a:alpha val="50000"/>
                  </a:srgbClr>
                </a:gs>
              </a:gsLst>
              <a:lin ang="0" scaled="1"/>
            </a:gradFill>
            <a:ln w="14327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7" name="图形"/>
            <p:cNvSpPr/>
            <p:nvPr/>
          </p:nvSpPr>
          <p:spPr>
            <a:xfrm>
              <a:off x="9750734" y="2618756"/>
              <a:ext cx="2441267" cy="4239244"/>
            </a:xfrm>
            <a:custGeom>
              <a:avLst/>
              <a:gdLst>
                <a:gd name="connsiteX0" fmla="*/ 2441267 w 2441267"/>
                <a:gd name="connsiteY0" fmla="*/ 0 h 4239244"/>
                <a:gd name="connsiteX1" fmla="*/ 2441267 w 2441267"/>
                <a:gd name="connsiteY1" fmla="*/ 4239244 h 4239244"/>
                <a:gd name="connsiteX2" fmla="*/ 0 w 2441267"/>
                <a:gd name="connsiteY2" fmla="*/ 4239244 h 423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41267" h="4239244">
                  <a:moveTo>
                    <a:pt x="2441267" y="0"/>
                  </a:moveTo>
                  <a:lnTo>
                    <a:pt x="2441267" y="4239244"/>
                  </a:lnTo>
                  <a:lnTo>
                    <a:pt x="0" y="423924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0000"/>
                  </a:srgbClr>
                </a:gs>
                <a:gs pos="50000">
                  <a:srgbClr val="F2F3F3">
                    <a:alpha val="50000"/>
                  </a:srgbClr>
                </a:gs>
                <a:gs pos="100000">
                  <a:srgbClr val="E6E7E8">
                    <a:alpha val="50000"/>
                  </a:srgbClr>
                </a:gs>
              </a:gsLst>
              <a:lin ang="0" scaled="1"/>
            </a:gradFill>
            <a:ln w="14327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8" name="图形"/>
            <p:cNvSpPr/>
            <p:nvPr/>
          </p:nvSpPr>
          <p:spPr>
            <a:xfrm>
              <a:off x="0" y="1"/>
              <a:ext cx="1088101" cy="1889375"/>
            </a:xfrm>
            <a:custGeom>
              <a:avLst/>
              <a:gdLst>
                <a:gd name="connsiteX0" fmla="*/ 0 w 1088101"/>
                <a:gd name="connsiteY0" fmla="*/ 0 h 1889375"/>
                <a:gd name="connsiteX1" fmla="*/ 1088101 w 1088101"/>
                <a:gd name="connsiteY1" fmla="*/ 0 h 1889375"/>
                <a:gd name="connsiteX2" fmla="*/ 0 w 1088101"/>
                <a:gd name="connsiteY2" fmla="*/ 1889375 h 188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88101" h="1889375">
                  <a:moveTo>
                    <a:pt x="0" y="0"/>
                  </a:moveTo>
                  <a:lnTo>
                    <a:pt x="1088101" y="0"/>
                  </a:lnTo>
                  <a:lnTo>
                    <a:pt x="0" y="1889375"/>
                  </a:lnTo>
                  <a:close/>
                </a:path>
              </a:pathLst>
            </a:custGeom>
            <a:solidFill>
              <a:schemeClr val="accent1"/>
            </a:solidFill>
            <a:ln w="14327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sp>
        <p:nvSpPr>
          <p:cNvPr id="9" name="图形"/>
          <p:cNvSpPr/>
          <p:nvPr userDrawn="1"/>
        </p:nvSpPr>
        <p:spPr>
          <a:xfrm>
            <a:off x="9750733" y="2621522"/>
            <a:ext cx="2439675" cy="4236478"/>
          </a:xfrm>
          <a:custGeom>
            <a:avLst/>
            <a:gdLst>
              <a:gd name="connsiteX0" fmla="*/ 2439674 w 2439674"/>
              <a:gd name="connsiteY0" fmla="*/ 0 h 4236478"/>
              <a:gd name="connsiteX1" fmla="*/ 2439674 w 2439674"/>
              <a:gd name="connsiteY1" fmla="*/ 4236478 h 4236478"/>
              <a:gd name="connsiteX2" fmla="*/ 0 w 2439674"/>
              <a:gd name="connsiteY2" fmla="*/ 4236478 h 4236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9674" h="4236478">
                <a:moveTo>
                  <a:pt x="2439674" y="0"/>
                </a:moveTo>
                <a:lnTo>
                  <a:pt x="2439674" y="4236478"/>
                </a:lnTo>
                <a:lnTo>
                  <a:pt x="0" y="4236478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2F3F3"/>
              </a:gs>
              <a:gs pos="100000">
                <a:srgbClr val="E6E7E8"/>
              </a:gs>
            </a:gsLst>
            <a:lin ang="0" scaled="1"/>
          </a:gra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0" name="图形"/>
          <p:cNvSpPr/>
          <p:nvPr userDrawn="1"/>
        </p:nvSpPr>
        <p:spPr>
          <a:xfrm>
            <a:off x="6920450" y="0"/>
            <a:ext cx="5269959" cy="6858000"/>
          </a:xfrm>
          <a:custGeom>
            <a:avLst/>
            <a:gdLst>
              <a:gd name="connsiteX0" fmla="*/ 0 w 5269959"/>
              <a:gd name="connsiteY0" fmla="*/ 0 h 6858000"/>
              <a:gd name="connsiteX1" fmla="*/ 3475156 w 5269959"/>
              <a:gd name="connsiteY1" fmla="*/ 0 h 6858000"/>
              <a:gd name="connsiteX2" fmla="*/ 5269959 w 5269959"/>
              <a:gd name="connsiteY2" fmla="*/ 3111861 h 6858000"/>
              <a:gd name="connsiteX3" fmla="*/ 5269959 w 5269959"/>
              <a:gd name="connsiteY3" fmla="*/ 6858000 h 6858000"/>
              <a:gd name="connsiteX4" fmla="*/ 3955434 w 5269959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69959" h="6858000">
                <a:moveTo>
                  <a:pt x="0" y="0"/>
                </a:moveTo>
                <a:lnTo>
                  <a:pt x="3475156" y="0"/>
                </a:lnTo>
                <a:lnTo>
                  <a:pt x="5269959" y="3111861"/>
                </a:lnTo>
                <a:lnTo>
                  <a:pt x="5269959" y="6858000"/>
                </a:lnTo>
                <a:lnTo>
                  <a:pt x="3955434" y="6858000"/>
                </a:lnTo>
                <a:close/>
              </a:path>
            </a:pathLst>
          </a:custGeom>
          <a:solidFill>
            <a:schemeClr val="accent2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1" name="图形"/>
          <p:cNvSpPr/>
          <p:nvPr userDrawn="1"/>
        </p:nvSpPr>
        <p:spPr>
          <a:xfrm>
            <a:off x="5656181" y="1"/>
            <a:ext cx="6534227" cy="5583065"/>
          </a:xfrm>
          <a:custGeom>
            <a:avLst/>
            <a:gdLst>
              <a:gd name="connsiteX0" fmla="*/ 3223479 w 6534227"/>
              <a:gd name="connsiteY0" fmla="*/ 0 h 5583065"/>
              <a:gd name="connsiteX1" fmla="*/ 6534227 w 6534227"/>
              <a:gd name="connsiteY1" fmla="*/ 0 h 5583065"/>
              <a:gd name="connsiteX2" fmla="*/ 6534227 w 6534227"/>
              <a:gd name="connsiteY2" fmla="*/ 284756 h 5583065"/>
              <a:gd name="connsiteX3" fmla="*/ 3475156 w 6534227"/>
              <a:gd name="connsiteY3" fmla="*/ 5583065 h 5583065"/>
              <a:gd name="connsiteX4" fmla="*/ 0 w 6534227"/>
              <a:gd name="connsiteY4" fmla="*/ 5583065 h 558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34227" h="5583065">
                <a:moveTo>
                  <a:pt x="3223479" y="0"/>
                </a:moveTo>
                <a:lnTo>
                  <a:pt x="6534227" y="0"/>
                </a:lnTo>
                <a:lnTo>
                  <a:pt x="6534227" y="284756"/>
                </a:lnTo>
                <a:lnTo>
                  <a:pt x="3475156" y="5583065"/>
                </a:lnTo>
                <a:lnTo>
                  <a:pt x="0" y="5583065"/>
                </a:lnTo>
                <a:close/>
              </a:path>
            </a:pathLst>
          </a:custGeom>
          <a:blipFill rotWithShape="1">
            <a:blip r:embed="rId8"/>
            <a:stretch>
              <a:fillRect/>
            </a:stretch>
          </a:blip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2" name="图形"/>
          <p:cNvSpPr/>
          <p:nvPr userDrawn="1"/>
        </p:nvSpPr>
        <p:spPr>
          <a:xfrm>
            <a:off x="6036708" y="-186309"/>
            <a:ext cx="3545443" cy="5769375"/>
          </a:xfrm>
          <a:custGeom>
            <a:avLst/>
            <a:gdLst>
              <a:gd name="connsiteX0" fmla="*/ 1231951 w 1265331"/>
              <a:gd name="connsiteY0" fmla="*/ 0 h 2059029"/>
              <a:gd name="connsiteX1" fmla="*/ 0 w 1265331"/>
              <a:gd name="connsiteY1" fmla="*/ 2059030 h 2059029"/>
              <a:gd name="connsiteX2" fmla="*/ 33525 w 1265331"/>
              <a:gd name="connsiteY2" fmla="*/ 2059030 h 2059029"/>
              <a:gd name="connsiteX3" fmla="*/ 1265332 w 1265331"/>
              <a:gd name="connsiteY3" fmla="*/ 0 h 2059029"/>
              <a:gd name="connsiteX4" fmla="*/ 1231951 w 1265331"/>
              <a:gd name="connsiteY4" fmla="*/ 0 h 2059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5331" h="2059029">
                <a:moveTo>
                  <a:pt x="1231951" y="0"/>
                </a:moveTo>
                <a:lnTo>
                  <a:pt x="0" y="2059030"/>
                </a:lnTo>
                <a:lnTo>
                  <a:pt x="33525" y="2059030"/>
                </a:lnTo>
                <a:lnTo>
                  <a:pt x="1265332" y="0"/>
                </a:lnTo>
                <a:lnTo>
                  <a:pt x="123195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6000">
                <a:schemeClr val="bg1">
                  <a:alpha val="0"/>
                </a:schemeClr>
              </a:gs>
            </a:gsLst>
            <a:lin ang="0" scaled="1"/>
          </a:gra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3" name="图形"/>
          <p:cNvSpPr/>
          <p:nvPr userDrawn="1"/>
        </p:nvSpPr>
        <p:spPr>
          <a:xfrm>
            <a:off x="9944101" y="0"/>
            <a:ext cx="1916067" cy="2917502"/>
          </a:xfrm>
          <a:custGeom>
            <a:avLst/>
            <a:gdLst>
              <a:gd name="connsiteX0" fmla="*/ 376361 w 376361"/>
              <a:gd name="connsiteY0" fmla="*/ 0 h 573066"/>
              <a:gd name="connsiteX1" fmla="*/ 33524 w 376361"/>
              <a:gd name="connsiteY1" fmla="*/ 573067 h 573066"/>
              <a:gd name="connsiteX2" fmla="*/ 0 w 376361"/>
              <a:gd name="connsiteY2" fmla="*/ 573067 h 573066"/>
              <a:gd name="connsiteX3" fmla="*/ 342837 w 376361"/>
              <a:gd name="connsiteY3" fmla="*/ 0 h 573066"/>
              <a:gd name="connsiteX4" fmla="*/ 376361 w 376361"/>
              <a:gd name="connsiteY4" fmla="*/ 0 h 573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361" h="573066">
                <a:moveTo>
                  <a:pt x="376361" y="0"/>
                </a:moveTo>
                <a:lnTo>
                  <a:pt x="33524" y="573067"/>
                </a:lnTo>
                <a:lnTo>
                  <a:pt x="0" y="573067"/>
                </a:lnTo>
                <a:lnTo>
                  <a:pt x="342837" y="0"/>
                </a:lnTo>
                <a:lnTo>
                  <a:pt x="376361" y="0"/>
                </a:lnTo>
                <a:close/>
              </a:path>
            </a:pathLst>
          </a:custGeom>
          <a:gradFill>
            <a:gsLst>
              <a:gs pos="2000">
                <a:schemeClr val="bg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grpSp>
        <p:nvGrpSpPr>
          <p:cNvPr id="14" name="图形"/>
          <p:cNvGrpSpPr/>
          <p:nvPr userDrawn="1"/>
        </p:nvGrpSpPr>
        <p:grpSpPr>
          <a:xfrm flipH="1">
            <a:off x="5405872" y="5870895"/>
            <a:ext cx="1567531" cy="270827"/>
            <a:chOff x="4880668" y="1547674"/>
            <a:chExt cx="1278655" cy="220917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</p:grpSpPr>
        <p:sp>
          <p:nvSpPr>
            <p:cNvPr id="15" name="图形"/>
            <p:cNvSpPr/>
            <p:nvPr/>
          </p:nvSpPr>
          <p:spPr>
            <a:xfrm>
              <a:off x="4880668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507 w 159742"/>
                <a:gd name="connsiteY1" fmla="*/ 220917 h 220917"/>
                <a:gd name="connsiteX2" fmla="*/ 159742 w 159742"/>
                <a:gd name="connsiteY2" fmla="*/ 220917 h 220917"/>
                <a:gd name="connsiteX3" fmla="*/ 32378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507" y="220917"/>
                  </a:lnTo>
                  <a:lnTo>
                    <a:pt x="159742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6" name="图形"/>
            <p:cNvSpPr/>
            <p:nvPr/>
          </p:nvSpPr>
          <p:spPr>
            <a:xfrm>
              <a:off x="5040410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651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651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7" name="图形"/>
            <p:cNvSpPr/>
            <p:nvPr/>
          </p:nvSpPr>
          <p:spPr>
            <a:xfrm>
              <a:off x="5200296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8" name="图形"/>
            <p:cNvSpPr/>
            <p:nvPr/>
          </p:nvSpPr>
          <p:spPr>
            <a:xfrm>
              <a:off x="5360182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5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5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9" name="图形"/>
            <p:cNvSpPr/>
            <p:nvPr/>
          </p:nvSpPr>
          <p:spPr>
            <a:xfrm>
              <a:off x="5520067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364 w 159742"/>
                <a:gd name="connsiteY1" fmla="*/ 220917 h 220917"/>
                <a:gd name="connsiteX2" fmla="*/ 159743 w 159742"/>
                <a:gd name="connsiteY2" fmla="*/ 220917 h 220917"/>
                <a:gd name="connsiteX3" fmla="*/ 32235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364" y="220917"/>
                  </a:lnTo>
                  <a:lnTo>
                    <a:pt x="159743" y="220917"/>
                  </a:lnTo>
                  <a:lnTo>
                    <a:pt x="322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0" name="图形"/>
            <p:cNvSpPr/>
            <p:nvPr/>
          </p:nvSpPr>
          <p:spPr>
            <a:xfrm>
              <a:off x="5679810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5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5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1" name="图形"/>
            <p:cNvSpPr/>
            <p:nvPr/>
          </p:nvSpPr>
          <p:spPr>
            <a:xfrm>
              <a:off x="5839695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8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8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2" name="图形"/>
            <p:cNvSpPr/>
            <p:nvPr/>
          </p:nvSpPr>
          <p:spPr>
            <a:xfrm>
              <a:off x="5999581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508 w 159742"/>
                <a:gd name="connsiteY1" fmla="*/ 220917 h 220917"/>
                <a:gd name="connsiteX2" fmla="*/ 159743 w 159742"/>
                <a:gd name="connsiteY2" fmla="*/ 220917 h 220917"/>
                <a:gd name="connsiteX3" fmla="*/ 32235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508" y="220917"/>
                  </a:lnTo>
                  <a:lnTo>
                    <a:pt x="159743" y="220917"/>
                  </a:lnTo>
                  <a:lnTo>
                    <a:pt x="322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sp>
        <p:nvSpPr>
          <p:cNvPr id="23" name="图形"/>
          <p:cNvSpPr/>
          <p:nvPr userDrawn="1"/>
        </p:nvSpPr>
        <p:spPr>
          <a:xfrm>
            <a:off x="8800917" y="984645"/>
            <a:ext cx="3391084" cy="5873357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gradFill>
            <a:gsLst>
              <a:gs pos="24000">
                <a:schemeClr val="accent2"/>
              </a:gs>
              <a:gs pos="100000">
                <a:schemeClr val="accent1"/>
              </a:gs>
            </a:gsLst>
            <a:lin ang="0" scaled="0"/>
          </a:gra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24" name="图形"/>
          <p:cNvSpPr/>
          <p:nvPr userDrawn="1"/>
        </p:nvSpPr>
        <p:spPr>
          <a:xfrm>
            <a:off x="9462759" y="3568332"/>
            <a:ext cx="2138693" cy="3289668"/>
          </a:xfrm>
          <a:custGeom>
            <a:avLst/>
            <a:gdLst>
              <a:gd name="connsiteX0" fmla="*/ 1968262 w 2138693"/>
              <a:gd name="connsiteY0" fmla="*/ 0 h 3289668"/>
              <a:gd name="connsiteX1" fmla="*/ 2138693 w 2138693"/>
              <a:gd name="connsiteY1" fmla="*/ 0 h 3289668"/>
              <a:gd name="connsiteX2" fmla="*/ 170661 w 2138693"/>
              <a:gd name="connsiteY2" fmla="*/ 3289668 h 3289668"/>
              <a:gd name="connsiteX3" fmla="*/ 0 w 2138693"/>
              <a:gd name="connsiteY3" fmla="*/ 3289668 h 328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8693" h="3289668">
                <a:moveTo>
                  <a:pt x="1968262" y="0"/>
                </a:moveTo>
                <a:lnTo>
                  <a:pt x="2138693" y="0"/>
                </a:lnTo>
                <a:lnTo>
                  <a:pt x="170661" y="3289668"/>
                </a:lnTo>
                <a:lnTo>
                  <a:pt x="0" y="3289668"/>
                </a:lnTo>
                <a:close/>
              </a:path>
            </a:pathLst>
          </a:custGeom>
          <a:gradFill>
            <a:gsLst>
              <a:gs pos="100000">
                <a:srgbClr val="EB9B71">
                  <a:alpha val="0"/>
                </a:srgbClr>
              </a:gs>
              <a:gs pos="0">
                <a:schemeClr val="bg1"/>
              </a:gs>
            </a:gsLst>
            <a:lin ang="0" scaled="1"/>
          </a:gra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38" name="图形"/>
          <p:cNvSpPr/>
          <p:nvPr/>
        </p:nvSpPr>
        <p:spPr>
          <a:xfrm rot="17940000">
            <a:off x="9792290" y="4733162"/>
            <a:ext cx="3019684" cy="14465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 anchorCtr="0">
            <a:spAutoFit/>
          </a:bodyPr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9pPr>
          </a:lstStyle>
          <a:p>
            <a:pPr algn="dist"/>
            <a:r>
              <a:rPr lang="zh-CN" altLang="zh-CN" sz="8000" b="0" i="0">
                <a:solidFill>
                  <a:srgbClr val="000000"/>
                </a:solidFill>
                <a:latin typeface="宋体" panose="02010600030101010101" pitchFamily="2" charset="-122"/>
                <a:ea typeface="阿里巴巴普惠体 Heavy" panose="00020600040101010101" charset="-122"/>
                <a:cs typeface="+mn-ea"/>
                <a:sym typeface="宋体" panose="02010600030101010101" pitchFamily="2" charset="-122"/>
              </a:rPr>
              <a:t>202</a:t>
            </a:r>
            <a:r>
              <a:rPr lang="en-US" altLang="zh-CN" sz="8000" b="0" i="0">
                <a:solidFill>
                  <a:srgbClr val="000000"/>
                </a:solidFill>
                <a:latin typeface="宋体" panose="02010600030101010101" pitchFamily="2" charset="-122"/>
                <a:ea typeface="阿里巴巴普惠体 Heavy" panose="00020600040101010101" charset="-122"/>
                <a:cs typeface="+mn-ea"/>
                <a:sym typeface="宋体" panose="02010600030101010101" pitchFamily="2" charset="-122"/>
              </a:rPr>
              <a:t>6</a:t>
            </a:r>
          </a:p>
        </p:txBody>
      </p:sp>
      <p:sp>
        <p:nvSpPr>
          <p:cNvPr id="39" name="图形"/>
          <p:cNvSpPr/>
          <p:nvPr userDrawn="1"/>
        </p:nvSpPr>
        <p:spPr>
          <a:xfrm flipH="1">
            <a:off x="11344910" y="5358130"/>
            <a:ext cx="864871" cy="1499870"/>
          </a:xfrm>
          <a:custGeom>
            <a:avLst/>
            <a:gdLst>
              <a:gd name="connsiteX0" fmla="*/ 0 w 2978494"/>
              <a:gd name="connsiteY0" fmla="*/ 0 h 5164163"/>
              <a:gd name="connsiteX1" fmla="*/ 2978494 w 2978494"/>
              <a:gd name="connsiteY1" fmla="*/ 5164163 h 5164163"/>
              <a:gd name="connsiteX2" fmla="*/ 0 w 2978494"/>
              <a:gd name="connsiteY2" fmla="*/ 5164163 h 5164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8494" h="5164163">
                <a:moveTo>
                  <a:pt x="0" y="0"/>
                </a:moveTo>
                <a:lnTo>
                  <a:pt x="2978494" y="5164163"/>
                </a:lnTo>
                <a:lnTo>
                  <a:pt x="0" y="5164163"/>
                </a:lnTo>
                <a:close/>
              </a:path>
            </a:pathLst>
          </a:custGeom>
          <a:solidFill>
            <a:srgbClr val="000001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50" name="图形"/>
          <p:cNvSpPr txBox="1"/>
          <p:nvPr/>
        </p:nvSpPr>
        <p:spPr>
          <a:xfrm>
            <a:off x="508635" y="3131185"/>
            <a:ext cx="4123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dist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ea typeface="阿里巴巴普惠体"/>
                <a:cs typeface="阿里巴巴普惠体" panose="00020600040101010101" charset="-122"/>
                <a:sym typeface="宋体" panose="02010600030101010101" pitchFamily="2" charset="-122"/>
              </a:rPr>
              <a:t>工作总结  </a:t>
            </a:r>
            <a:r>
              <a:rPr lang="zh-CN" altLang="zh-CN" b="1">
                <a:solidFill>
                  <a:schemeClr val="bg1"/>
                </a:solidFill>
                <a:latin typeface="宋体" panose="02010600030101010101" pitchFamily="2" charset="-122"/>
                <a:ea typeface="阿里巴巴普惠体"/>
                <a:cs typeface="阿里巴巴普惠体" panose="00020600040101010101" charset="-122"/>
                <a:sym typeface="宋体" panose="02010600030101010101" pitchFamily="2" charset="-122"/>
              </a:rPr>
              <a:t>/ 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ea typeface="阿里巴巴普惠体"/>
                <a:cs typeface="阿里巴巴普惠体" panose="00020600040101010101" charset="-122"/>
                <a:sym typeface="宋体" panose="02010600030101010101" pitchFamily="2" charset="-122"/>
              </a:rPr>
              <a:t>工作汇报  </a:t>
            </a:r>
            <a:r>
              <a:rPr lang="zh-CN" altLang="zh-CN" b="1">
                <a:solidFill>
                  <a:schemeClr val="bg1"/>
                </a:solidFill>
                <a:latin typeface="宋体" panose="02010600030101010101" pitchFamily="2" charset="-122"/>
                <a:ea typeface="阿里巴巴普惠体"/>
                <a:cs typeface="阿里巴巴普惠体" panose="00020600040101010101" charset="-122"/>
                <a:sym typeface="宋体" panose="02010600030101010101" pitchFamily="2" charset="-122"/>
              </a:rPr>
              <a:t>/ 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ea typeface="阿里巴巴普惠体"/>
                <a:cs typeface="阿里巴巴普惠体" panose="00020600040101010101" charset="-122"/>
                <a:sym typeface="宋体" panose="02010600030101010101" pitchFamily="2" charset="-122"/>
              </a:rPr>
              <a:t>述职报告  </a:t>
            </a:r>
          </a:p>
        </p:txBody>
      </p:sp>
      <p:grpSp>
        <p:nvGrpSpPr>
          <p:cNvPr id="69" name="图形"/>
          <p:cNvGrpSpPr/>
          <p:nvPr>
            <p:custDataLst>
              <p:tags r:id="rId2"/>
            </p:custDataLst>
          </p:nvPr>
        </p:nvGrpSpPr>
        <p:grpSpPr>
          <a:xfrm>
            <a:off x="886933" y="4728336"/>
            <a:ext cx="3264851" cy="454312"/>
            <a:chOff x="4993" y="7689"/>
            <a:chExt cx="2466" cy="715"/>
          </a:xfrm>
        </p:grpSpPr>
        <p:sp>
          <p:nvSpPr>
            <p:cNvPr id="60" name="图形"/>
            <p:cNvSpPr/>
            <p:nvPr>
              <p:custDataLst>
                <p:tags r:id="rId3"/>
              </p:custDataLst>
            </p:nvPr>
          </p:nvSpPr>
          <p:spPr>
            <a:xfrm>
              <a:off x="4993" y="7689"/>
              <a:ext cx="2466" cy="710"/>
            </a:xfrm>
            <a:prstGeom prst="parallelogram">
              <a:avLst/>
            </a:prstGeom>
            <a:gradFill>
              <a:gsLst>
                <a:gs pos="0">
                  <a:schemeClr val="bg1"/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5096" y="7703"/>
              <a:ext cx="796" cy="701"/>
              <a:chOff x="10217" y="7219"/>
              <a:chExt cx="752" cy="572"/>
            </a:xfrm>
          </p:grpSpPr>
          <p:sp>
            <p:nvSpPr>
              <p:cNvPr id="64" name="图形"/>
              <p:cNvSpPr/>
              <p:nvPr>
                <p:custDataLst>
                  <p:tags r:id="rId4"/>
                </p:custDataLst>
              </p:nvPr>
            </p:nvSpPr>
            <p:spPr>
              <a:xfrm>
                <a:off x="10217" y="7219"/>
                <a:ext cx="752" cy="540"/>
              </a:xfrm>
              <a:prstGeom prst="parallelogram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65" name="图形"/>
              <p:cNvSpPr/>
              <p:nvPr>
                <p:custDataLst>
                  <p:tags r:id="rId5"/>
                </p:custDataLst>
              </p:nvPr>
            </p:nvSpPr>
            <p:spPr>
              <a:xfrm>
                <a:off x="10405" y="7308"/>
                <a:ext cx="493" cy="48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defRPr/>
                </a:pPr>
                <a:r>
                  <a:rPr lang="zh-CN" altLang="en-US" sz="170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思源宋体 CN Heavy" panose="02020900000000000000" charset="-122"/>
                    <a:cs typeface="思源宋体 CN Heavy" panose="02020900000000000000" charset="-122"/>
                    <a:sym typeface="宋体" panose="02010600030101010101" pitchFamily="2" charset="-122"/>
                  </a:rPr>
                  <a:t>汇报人：</a:t>
                </a:r>
                <a:r>
                  <a:rPr lang="zh-CN" altLang="zh-CN" sz="170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思源宋体 CN Heavy" panose="02020900000000000000" charset="-122"/>
                    <a:cs typeface="思源宋体 CN Heavy" panose="02020900000000000000" charset="-122"/>
                    <a:sym typeface="宋体" panose="02010600030101010101" pitchFamily="2" charset="-122"/>
                  </a:rPr>
                  <a:t> </a:t>
                </a:r>
                <a:endParaRPr lang="zh-CN" altLang="en-US" sz="170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宋体" panose="02010600030101010101" pitchFamily="2" charset="-122"/>
                  <a:ea typeface="思源宋体 CN Heavy" panose="02020900000000000000" charset="-122"/>
                  <a:cs typeface="思源宋体 CN Heavy" panose="02020900000000000000" charset="-122"/>
                  <a:sym typeface="宋体" panose="02010600030101010101" pitchFamily="2" charset="-122"/>
                </a:endParaRPr>
              </a:p>
            </p:txBody>
          </p:sp>
        </p:grpSp>
      </p:grpSp>
      <p:sp>
        <p:nvSpPr>
          <p:cNvPr id="71" name="图形"/>
          <p:cNvSpPr/>
          <p:nvPr/>
        </p:nvSpPr>
        <p:spPr>
          <a:xfrm>
            <a:off x="511347" y="6234928"/>
            <a:ext cx="492500" cy="1132297"/>
          </a:xfrm>
          <a:custGeom>
            <a:avLst/>
            <a:gdLst>
              <a:gd name="connsiteX0" fmla="*/ 21496 w 365377"/>
              <a:gd name="connsiteY0" fmla="*/ 0 h 840032"/>
              <a:gd name="connsiteX1" fmla="*/ 42987 w 365377"/>
              <a:gd name="connsiteY1" fmla="*/ 21491 h 840032"/>
              <a:gd name="connsiteX2" fmla="*/ 21496 w 365377"/>
              <a:gd name="connsiteY2" fmla="*/ 42983 h 840032"/>
              <a:gd name="connsiteX3" fmla="*/ 0 w 365377"/>
              <a:gd name="connsiteY3" fmla="*/ 21491 h 840032"/>
              <a:gd name="connsiteX4" fmla="*/ 21496 w 365377"/>
              <a:gd name="connsiteY4" fmla="*/ 0 h 840032"/>
              <a:gd name="connsiteX5" fmla="*/ 21496 w 365377"/>
              <a:gd name="connsiteY5" fmla="*/ 797037 h 840032"/>
              <a:gd name="connsiteX6" fmla="*/ 42987 w 365377"/>
              <a:gd name="connsiteY6" fmla="*/ 818532 h 840032"/>
              <a:gd name="connsiteX7" fmla="*/ 21496 w 365377"/>
              <a:gd name="connsiteY7" fmla="*/ 840032 h 840032"/>
              <a:gd name="connsiteX8" fmla="*/ 0 w 365377"/>
              <a:gd name="connsiteY8" fmla="*/ 818532 h 840032"/>
              <a:gd name="connsiteX9" fmla="*/ 21496 w 365377"/>
              <a:gd name="connsiteY9" fmla="*/ 797037 h 840032"/>
              <a:gd name="connsiteX10" fmla="*/ 343882 w 365377"/>
              <a:gd name="connsiteY10" fmla="*/ 797037 h 840032"/>
              <a:gd name="connsiteX11" fmla="*/ 365377 w 365377"/>
              <a:gd name="connsiteY11" fmla="*/ 818532 h 840032"/>
              <a:gd name="connsiteX12" fmla="*/ 343882 w 365377"/>
              <a:gd name="connsiteY12" fmla="*/ 840032 h 840032"/>
              <a:gd name="connsiteX13" fmla="*/ 322390 w 365377"/>
              <a:gd name="connsiteY13" fmla="*/ 818532 h 840032"/>
              <a:gd name="connsiteX14" fmla="*/ 343882 w 365377"/>
              <a:gd name="connsiteY14" fmla="*/ 797037 h 840032"/>
              <a:gd name="connsiteX15" fmla="*/ 263287 w 365377"/>
              <a:gd name="connsiteY15" fmla="*/ 797037 h 840032"/>
              <a:gd name="connsiteX16" fmla="*/ 284778 w 365377"/>
              <a:gd name="connsiteY16" fmla="*/ 818532 h 840032"/>
              <a:gd name="connsiteX17" fmla="*/ 263287 w 365377"/>
              <a:gd name="connsiteY17" fmla="*/ 840032 h 840032"/>
              <a:gd name="connsiteX18" fmla="*/ 241792 w 365377"/>
              <a:gd name="connsiteY18" fmla="*/ 818532 h 840032"/>
              <a:gd name="connsiteX19" fmla="*/ 263287 w 365377"/>
              <a:gd name="connsiteY19" fmla="*/ 797037 h 840032"/>
              <a:gd name="connsiteX20" fmla="*/ 182689 w 365377"/>
              <a:gd name="connsiteY20" fmla="*/ 797037 h 840032"/>
              <a:gd name="connsiteX21" fmla="*/ 204184 w 365377"/>
              <a:gd name="connsiteY21" fmla="*/ 818532 h 840032"/>
              <a:gd name="connsiteX22" fmla="*/ 182689 w 365377"/>
              <a:gd name="connsiteY22" fmla="*/ 840032 h 840032"/>
              <a:gd name="connsiteX23" fmla="*/ 161193 w 365377"/>
              <a:gd name="connsiteY23" fmla="*/ 818532 h 840032"/>
              <a:gd name="connsiteX24" fmla="*/ 182689 w 365377"/>
              <a:gd name="connsiteY24" fmla="*/ 797037 h 840032"/>
              <a:gd name="connsiteX25" fmla="*/ 102090 w 365377"/>
              <a:gd name="connsiteY25" fmla="*/ 797037 h 840032"/>
              <a:gd name="connsiteX26" fmla="*/ 123585 w 365377"/>
              <a:gd name="connsiteY26" fmla="*/ 818532 h 840032"/>
              <a:gd name="connsiteX27" fmla="*/ 102090 w 365377"/>
              <a:gd name="connsiteY27" fmla="*/ 840032 h 840032"/>
              <a:gd name="connsiteX28" fmla="*/ 80599 w 365377"/>
              <a:gd name="connsiteY28" fmla="*/ 818532 h 840032"/>
              <a:gd name="connsiteX29" fmla="*/ 102090 w 365377"/>
              <a:gd name="connsiteY29" fmla="*/ 797037 h 840032"/>
              <a:gd name="connsiteX30" fmla="*/ 21496 w 365377"/>
              <a:gd name="connsiteY30" fmla="*/ 717334 h 840032"/>
              <a:gd name="connsiteX31" fmla="*/ 42987 w 365377"/>
              <a:gd name="connsiteY31" fmla="*/ 738825 h 840032"/>
              <a:gd name="connsiteX32" fmla="*/ 21496 w 365377"/>
              <a:gd name="connsiteY32" fmla="*/ 760325 h 840032"/>
              <a:gd name="connsiteX33" fmla="*/ 0 w 365377"/>
              <a:gd name="connsiteY33" fmla="*/ 738825 h 840032"/>
              <a:gd name="connsiteX34" fmla="*/ 21496 w 365377"/>
              <a:gd name="connsiteY34" fmla="*/ 717334 h 840032"/>
              <a:gd name="connsiteX35" fmla="*/ 343882 w 365377"/>
              <a:gd name="connsiteY35" fmla="*/ 717334 h 840032"/>
              <a:gd name="connsiteX36" fmla="*/ 365377 w 365377"/>
              <a:gd name="connsiteY36" fmla="*/ 738825 h 840032"/>
              <a:gd name="connsiteX37" fmla="*/ 343882 w 365377"/>
              <a:gd name="connsiteY37" fmla="*/ 760325 h 840032"/>
              <a:gd name="connsiteX38" fmla="*/ 322390 w 365377"/>
              <a:gd name="connsiteY38" fmla="*/ 738825 h 840032"/>
              <a:gd name="connsiteX39" fmla="*/ 343882 w 365377"/>
              <a:gd name="connsiteY39" fmla="*/ 717334 h 840032"/>
              <a:gd name="connsiteX40" fmla="*/ 263287 w 365377"/>
              <a:gd name="connsiteY40" fmla="*/ 717334 h 840032"/>
              <a:gd name="connsiteX41" fmla="*/ 284778 w 365377"/>
              <a:gd name="connsiteY41" fmla="*/ 738825 h 840032"/>
              <a:gd name="connsiteX42" fmla="*/ 263287 w 365377"/>
              <a:gd name="connsiteY42" fmla="*/ 760325 h 840032"/>
              <a:gd name="connsiteX43" fmla="*/ 241792 w 365377"/>
              <a:gd name="connsiteY43" fmla="*/ 738825 h 840032"/>
              <a:gd name="connsiteX44" fmla="*/ 263287 w 365377"/>
              <a:gd name="connsiteY44" fmla="*/ 717334 h 840032"/>
              <a:gd name="connsiteX45" fmla="*/ 182689 w 365377"/>
              <a:gd name="connsiteY45" fmla="*/ 717334 h 840032"/>
              <a:gd name="connsiteX46" fmla="*/ 204184 w 365377"/>
              <a:gd name="connsiteY46" fmla="*/ 738825 h 840032"/>
              <a:gd name="connsiteX47" fmla="*/ 182689 w 365377"/>
              <a:gd name="connsiteY47" fmla="*/ 760325 h 840032"/>
              <a:gd name="connsiteX48" fmla="*/ 161193 w 365377"/>
              <a:gd name="connsiteY48" fmla="*/ 738825 h 840032"/>
              <a:gd name="connsiteX49" fmla="*/ 182689 w 365377"/>
              <a:gd name="connsiteY49" fmla="*/ 717334 h 840032"/>
              <a:gd name="connsiteX50" fmla="*/ 102090 w 365377"/>
              <a:gd name="connsiteY50" fmla="*/ 717334 h 840032"/>
              <a:gd name="connsiteX51" fmla="*/ 123585 w 365377"/>
              <a:gd name="connsiteY51" fmla="*/ 738825 h 840032"/>
              <a:gd name="connsiteX52" fmla="*/ 102090 w 365377"/>
              <a:gd name="connsiteY52" fmla="*/ 760325 h 840032"/>
              <a:gd name="connsiteX53" fmla="*/ 80599 w 365377"/>
              <a:gd name="connsiteY53" fmla="*/ 738825 h 840032"/>
              <a:gd name="connsiteX54" fmla="*/ 102090 w 365377"/>
              <a:gd name="connsiteY54" fmla="*/ 717334 h 840032"/>
              <a:gd name="connsiteX55" fmla="*/ 21496 w 365377"/>
              <a:gd name="connsiteY55" fmla="*/ 637631 h 840032"/>
              <a:gd name="connsiteX56" fmla="*/ 42987 w 365377"/>
              <a:gd name="connsiteY56" fmla="*/ 659122 h 840032"/>
              <a:gd name="connsiteX57" fmla="*/ 21496 w 365377"/>
              <a:gd name="connsiteY57" fmla="*/ 680622 h 840032"/>
              <a:gd name="connsiteX58" fmla="*/ 0 w 365377"/>
              <a:gd name="connsiteY58" fmla="*/ 659122 h 840032"/>
              <a:gd name="connsiteX59" fmla="*/ 21496 w 365377"/>
              <a:gd name="connsiteY59" fmla="*/ 637631 h 840032"/>
              <a:gd name="connsiteX60" fmla="*/ 343882 w 365377"/>
              <a:gd name="connsiteY60" fmla="*/ 637631 h 840032"/>
              <a:gd name="connsiteX61" fmla="*/ 365377 w 365377"/>
              <a:gd name="connsiteY61" fmla="*/ 659122 h 840032"/>
              <a:gd name="connsiteX62" fmla="*/ 343882 w 365377"/>
              <a:gd name="connsiteY62" fmla="*/ 680622 h 840032"/>
              <a:gd name="connsiteX63" fmla="*/ 322390 w 365377"/>
              <a:gd name="connsiteY63" fmla="*/ 659122 h 840032"/>
              <a:gd name="connsiteX64" fmla="*/ 343882 w 365377"/>
              <a:gd name="connsiteY64" fmla="*/ 637631 h 840032"/>
              <a:gd name="connsiteX65" fmla="*/ 263287 w 365377"/>
              <a:gd name="connsiteY65" fmla="*/ 637631 h 840032"/>
              <a:gd name="connsiteX66" fmla="*/ 284778 w 365377"/>
              <a:gd name="connsiteY66" fmla="*/ 659122 h 840032"/>
              <a:gd name="connsiteX67" fmla="*/ 263287 w 365377"/>
              <a:gd name="connsiteY67" fmla="*/ 680622 h 840032"/>
              <a:gd name="connsiteX68" fmla="*/ 241792 w 365377"/>
              <a:gd name="connsiteY68" fmla="*/ 659122 h 840032"/>
              <a:gd name="connsiteX69" fmla="*/ 263287 w 365377"/>
              <a:gd name="connsiteY69" fmla="*/ 637631 h 840032"/>
              <a:gd name="connsiteX70" fmla="*/ 182689 w 365377"/>
              <a:gd name="connsiteY70" fmla="*/ 637631 h 840032"/>
              <a:gd name="connsiteX71" fmla="*/ 204184 w 365377"/>
              <a:gd name="connsiteY71" fmla="*/ 659122 h 840032"/>
              <a:gd name="connsiteX72" fmla="*/ 182689 w 365377"/>
              <a:gd name="connsiteY72" fmla="*/ 680622 h 840032"/>
              <a:gd name="connsiteX73" fmla="*/ 161193 w 365377"/>
              <a:gd name="connsiteY73" fmla="*/ 659122 h 840032"/>
              <a:gd name="connsiteX74" fmla="*/ 182689 w 365377"/>
              <a:gd name="connsiteY74" fmla="*/ 637631 h 840032"/>
              <a:gd name="connsiteX75" fmla="*/ 102090 w 365377"/>
              <a:gd name="connsiteY75" fmla="*/ 637631 h 840032"/>
              <a:gd name="connsiteX76" fmla="*/ 123585 w 365377"/>
              <a:gd name="connsiteY76" fmla="*/ 659122 h 840032"/>
              <a:gd name="connsiteX77" fmla="*/ 102090 w 365377"/>
              <a:gd name="connsiteY77" fmla="*/ 680622 h 840032"/>
              <a:gd name="connsiteX78" fmla="*/ 80599 w 365377"/>
              <a:gd name="connsiteY78" fmla="*/ 659122 h 840032"/>
              <a:gd name="connsiteX79" fmla="*/ 102090 w 365377"/>
              <a:gd name="connsiteY79" fmla="*/ 637631 h 840032"/>
              <a:gd name="connsiteX80" fmla="*/ 21496 w 365377"/>
              <a:gd name="connsiteY80" fmla="*/ 557924 h 840032"/>
              <a:gd name="connsiteX81" fmla="*/ 42987 w 365377"/>
              <a:gd name="connsiteY81" fmla="*/ 579424 h 840032"/>
              <a:gd name="connsiteX82" fmla="*/ 21496 w 365377"/>
              <a:gd name="connsiteY82" fmla="*/ 600920 h 840032"/>
              <a:gd name="connsiteX83" fmla="*/ 0 w 365377"/>
              <a:gd name="connsiteY83" fmla="*/ 579424 h 840032"/>
              <a:gd name="connsiteX84" fmla="*/ 21496 w 365377"/>
              <a:gd name="connsiteY84" fmla="*/ 557924 h 840032"/>
              <a:gd name="connsiteX85" fmla="*/ 343882 w 365377"/>
              <a:gd name="connsiteY85" fmla="*/ 557924 h 840032"/>
              <a:gd name="connsiteX86" fmla="*/ 365377 w 365377"/>
              <a:gd name="connsiteY86" fmla="*/ 579424 h 840032"/>
              <a:gd name="connsiteX87" fmla="*/ 343882 w 365377"/>
              <a:gd name="connsiteY87" fmla="*/ 600920 h 840032"/>
              <a:gd name="connsiteX88" fmla="*/ 322390 w 365377"/>
              <a:gd name="connsiteY88" fmla="*/ 579424 h 840032"/>
              <a:gd name="connsiteX89" fmla="*/ 343882 w 365377"/>
              <a:gd name="connsiteY89" fmla="*/ 557924 h 840032"/>
              <a:gd name="connsiteX90" fmla="*/ 263287 w 365377"/>
              <a:gd name="connsiteY90" fmla="*/ 557924 h 840032"/>
              <a:gd name="connsiteX91" fmla="*/ 284778 w 365377"/>
              <a:gd name="connsiteY91" fmla="*/ 579424 h 840032"/>
              <a:gd name="connsiteX92" fmla="*/ 263287 w 365377"/>
              <a:gd name="connsiteY92" fmla="*/ 600920 h 840032"/>
              <a:gd name="connsiteX93" fmla="*/ 241792 w 365377"/>
              <a:gd name="connsiteY93" fmla="*/ 579424 h 840032"/>
              <a:gd name="connsiteX94" fmla="*/ 263287 w 365377"/>
              <a:gd name="connsiteY94" fmla="*/ 557924 h 840032"/>
              <a:gd name="connsiteX95" fmla="*/ 182689 w 365377"/>
              <a:gd name="connsiteY95" fmla="*/ 557924 h 840032"/>
              <a:gd name="connsiteX96" fmla="*/ 204184 w 365377"/>
              <a:gd name="connsiteY96" fmla="*/ 579424 h 840032"/>
              <a:gd name="connsiteX97" fmla="*/ 182689 w 365377"/>
              <a:gd name="connsiteY97" fmla="*/ 600920 h 840032"/>
              <a:gd name="connsiteX98" fmla="*/ 161193 w 365377"/>
              <a:gd name="connsiteY98" fmla="*/ 579424 h 840032"/>
              <a:gd name="connsiteX99" fmla="*/ 182689 w 365377"/>
              <a:gd name="connsiteY99" fmla="*/ 557924 h 840032"/>
              <a:gd name="connsiteX100" fmla="*/ 102090 w 365377"/>
              <a:gd name="connsiteY100" fmla="*/ 557924 h 840032"/>
              <a:gd name="connsiteX101" fmla="*/ 123585 w 365377"/>
              <a:gd name="connsiteY101" fmla="*/ 579424 h 840032"/>
              <a:gd name="connsiteX102" fmla="*/ 102090 w 365377"/>
              <a:gd name="connsiteY102" fmla="*/ 600920 h 840032"/>
              <a:gd name="connsiteX103" fmla="*/ 80599 w 365377"/>
              <a:gd name="connsiteY103" fmla="*/ 579424 h 840032"/>
              <a:gd name="connsiteX104" fmla="*/ 102090 w 365377"/>
              <a:gd name="connsiteY104" fmla="*/ 557924 h 840032"/>
              <a:gd name="connsiteX105" fmla="*/ 21496 w 365377"/>
              <a:gd name="connsiteY105" fmla="*/ 478217 h 840032"/>
              <a:gd name="connsiteX106" fmla="*/ 42987 w 365377"/>
              <a:gd name="connsiteY106" fmla="*/ 499717 h 840032"/>
              <a:gd name="connsiteX107" fmla="*/ 21496 w 365377"/>
              <a:gd name="connsiteY107" fmla="*/ 521212 h 840032"/>
              <a:gd name="connsiteX108" fmla="*/ 0 w 365377"/>
              <a:gd name="connsiteY108" fmla="*/ 499717 h 840032"/>
              <a:gd name="connsiteX109" fmla="*/ 21496 w 365377"/>
              <a:gd name="connsiteY109" fmla="*/ 478217 h 840032"/>
              <a:gd name="connsiteX110" fmla="*/ 343882 w 365377"/>
              <a:gd name="connsiteY110" fmla="*/ 478217 h 840032"/>
              <a:gd name="connsiteX111" fmla="*/ 365377 w 365377"/>
              <a:gd name="connsiteY111" fmla="*/ 499717 h 840032"/>
              <a:gd name="connsiteX112" fmla="*/ 343882 w 365377"/>
              <a:gd name="connsiteY112" fmla="*/ 521212 h 840032"/>
              <a:gd name="connsiteX113" fmla="*/ 322390 w 365377"/>
              <a:gd name="connsiteY113" fmla="*/ 499717 h 840032"/>
              <a:gd name="connsiteX114" fmla="*/ 343882 w 365377"/>
              <a:gd name="connsiteY114" fmla="*/ 478217 h 840032"/>
              <a:gd name="connsiteX115" fmla="*/ 263287 w 365377"/>
              <a:gd name="connsiteY115" fmla="*/ 478217 h 840032"/>
              <a:gd name="connsiteX116" fmla="*/ 284778 w 365377"/>
              <a:gd name="connsiteY116" fmla="*/ 499717 h 840032"/>
              <a:gd name="connsiteX117" fmla="*/ 263287 w 365377"/>
              <a:gd name="connsiteY117" fmla="*/ 521212 h 840032"/>
              <a:gd name="connsiteX118" fmla="*/ 241792 w 365377"/>
              <a:gd name="connsiteY118" fmla="*/ 499717 h 840032"/>
              <a:gd name="connsiteX119" fmla="*/ 263287 w 365377"/>
              <a:gd name="connsiteY119" fmla="*/ 478217 h 840032"/>
              <a:gd name="connsiteX120" fmla="*/ 182689 w 365377"/>
              <a:gd name="connsiteY120" fmla="*/ 478217 h 840032"/>
              <a:gd name="connsiteX121" fmla="*/ 204184 w 365377"/>
              <a:gd name="connsiteY121" fmla="*/ 499717 h 840032"/>
              <a:gd name="connsiteX122" fmla="*/ 182689 w 365377"/>
              <a:gd name="connsiteY122" fmla="*/ 521212 h 840032"/>
              <a:gd name="connsiteX123" fmla="*/ 161193 w 365377"/>
              <a:gd name="connsiteY123" fmla="*/ 499717 h 840032"/>
              <a:gd name="connsiteX124" fmla="*/ 182689 w 365377"/>
              <a:gd name="connsiteY124" fmla="*/ 478217 h 840032"/>
              <a:gd name="connsiteX125" fmla="*/ 102090 w 365377"/>
              <a:gd name="connsiteY125" fmla="*/ 478217 h 840032"/>
              <a:gd name="connsiteX126" fmla="*/ 123585 w 365377"/>
              <a:gd name="connsiteY126" fmla="*/ 499717 h 840032"/>
              <a:gd name="connsiteX127" fmla="*/ 102090 w 365377"/>
              <a:gd name="connsiteY127" fmla="*/ 521212 h 840032"/>
              <a:gd name="connsiteX128" fmla="*/ 80599 w 365377"/>
              <a:gd name="connsiteY128" fmla="*/ 499717 h 840032"/>
              <a:gd name="connsiteX129" fmla="*/ 102090 w 365377"/>
              <a:gd name="connsiteY129" fmla="*/ 478217 h 840032"/>
              <a:gd name="connsiteX130" fmla="*/ 21496 w 365377"/>
              <a:gd name="connsiteY130" fmla="*/ 398518 h 840032"/>
              <a:gd name="connsiteX131" fmla="*/ 42987 w 365377"/>
              <a:gd name="connsiteY131" fmla="*/ 420018 h 840032"/>
              <a:gd name="connsiteX132" fmla="*/ 21496 w 365377"/>
              <a:gd name="connsiteY132" fmla="*/ 441510 h 840032"/>
              <a:gd name="connsiteX133" fmla="*/ 0 w 365377"/>
              <a:gd name="connsiteY133" fmla="*/ 420018 h 840032"/>
              <a:gd name="connsiteX134" fmla="*/ 21496 w 365377"/>
              <a:gd name="connsiteY134" fmla="*/ 398518 h 840032"/>
              <a:gd name="connsiteX135" fmla="*/ 343882 w 365377"/>
              <a:gd name="connsiteY135" fmla="*/ 398518 h 840032"/>
              <a:gd name="connsiteX136" fmla="*/ 365377 w 365377"/>
              <a:gd name="connsiteY136" fmla="*/ 420018 h 840032"/>
              <a:gd name="connsiteX137" fmla="*/ 343882 w 365377"/>
              <a:gd name="connsiteY137" fmla="*/ 441510 h 840032"/>
              <a:gd name="connsiteX138" fmla="*/ 322390 w 365377"/>
              <a:gd name="connsiteY138" fmla="*/ 420018 h 840032"/>
              <a:gd name="connsiteX139" fmla="*/ 343882 w 365377"/>
              <a:gd name="connsiteY139" fmla="*/ 398518 h 840032"/>
              <a:gd name="connsiteX140" fmla="*/ 263287 w 365377"/>
              <a:gd name="connsiteY140" fmla="*/ 398518 h 840032"/>
              <a:gd name="connsiteX141" fmla="*/ 284778 w 365377"/>
              <a:gd name="connsiteY141" fmla="*/ 420018 h 840032"/>
              <a:gd name="connsiteX142" fmla="*/ 263287 w 365377"/>
              <a:gd name="connsiteY142" fmla="*/ 441510 h 840032"/>
              <a:gd name="connsiteX143" fmla="*/ 241792 w 365377"/>
              <a:gd name="connsiteY143" fmla="*/ 420018 h 840032"/>
              <a:gd name="connsiteX144" fmla="*/ 263287 w 365377"/>
              <a:gd name="connsiteY144" fmla="*/ 398518 h 840032"/>
              <a:gd name="connsiteX145" fmla="*/ 182689 w 365377"/>
              <a:gd name="connsiteY145" fmla="*/ 398518 h 840032"/>
              <a:gd name="connsiteX146" fmla="*/ 204184 w 365377"/>
              <a:gd name="connsiteY146" fmla="*/ 420018 h 840032"/>
              <a:gd name="connsiteX147" fmla="*/ 182689 w 365377"/>
              <a:gd name="connsiteY147" fmla="*/ 441510 h 840032"/>
              <a:gd name="connsiteX148" fmla="*/ 161193 w 365377"/>
              <a:gd name="connsiteY148" fmla="*/ 420018 h 840032"/>
              <a:gd name="connsiteX149" fmla="*/ 182689 w 365377"/>
              <a:gd name="connsiteY149" fmla="*/ 398518 h 840032"/>
              <a:gd name="connsiteX150" fmla="*/ 102090 w 365377"/>
              <a:gd name="connsiteY150" fmla="*/ 398518 h 840032"/>
              <a:gd name="connsiteX151" fmla="*/ 123585 w 365377"/>
              <a:gd name="connsiteY151" fmla="*/ 420018 h 840032"/>
              <a:gd name="connsiteX152" fmla="*/ 102090 w 365377"/>
              <a:gd name="connsiteY152" fmla="*/ 441510 h 840032"/>
              <a:gd name="connsiteX153" fmla="*/ 80599 w 365377"/>
              <a:gd name="connsiteY153" fmla="*/ 420018 h 840032"/>
              <a:gd name="connsiteX154" fmla="*/ 102090 w 365377"/>
              <a:gd name="connsiteY154" fmla="*/ 398518 h 840032"/>
              <a:gd name="connsiteX155" fmla="*/ 21496 w 365377"/>
              <a:gd name="connsiteY155" fmla="*/ 318820 h 840032"/>
              <a:gd name="connsiteX156" fmla="*/ 42987 w 365377"/>
              <a:gd name="connsiteY156" fmla="*/ 340311 h 840032"/>
              <a:gd name="connsiteX157" fmla="*/ 21496 w 365377"/>
              <a:gd name="connsiteY157" fmla="*/ 361802 h 840032"/>
              <a:gd name="connsiteX158" fmla="*/ 0 w 365377"/>
              <a:gd name="connsiteY158" fmla="*/ 340311 h 840032"/>
              <a:gd name="connsiteX159" fmla="*/ 21496 w 365377"/>
              <a:gd name="connsiteY159" fmla="*/ 318820 h 840032"/>
              <a:gd name="connsiteX160" fmla="*/ 343882 w 365377"/>
              <a:gd name="connsiteY160" fmla="*/ 318820 h 840032"/>
              <a:gd name="connsiteX161" fmla="*/ 365377 w 365377"/>
              <a:gd name="connsiteY161" fmla="*/ 340311 h 840032"/>
              <a:gd name="connsiteX162" fmla="*/ 343882 w 365377"/>
              <a:gd name="connsiteY162" fmla="*/ 361802 h 840032"/>
              <a:gd name="connsiteX163" fmla="*/ 322390 w 365377"/>
              <a:gd name="connsiteY163" fmla="*/ 340311 h 840032"/>
              <a:gd name="connsiteX164" fmla="*/ 343882 w 365377"/>
              <a:gd name="connsiteY164" fmla="*/ 318820 h 840032"/>
              <a:gd name="connsiteX165" fmla="*/ 263287 w 365377"/>
              <a:gd name="connsiteY165" fmla="*/ 318820 h 840032"/>
              <a:gd name="connsiteX166" fmla="*/ 284778 w 365377"/>
              <a:gd name="connsiteY166" fmla="*/ 340311 h 840032"/>
              <a:gd name="connsiteX167" fmla="*/ 263287 w 365377"/>
              <a:gd name="connsiteY167" fmla="*/ 361802 h 840032"/>
              <a:gd name="connsiteX168" fmla="*/ 241792 w 365377"/>
              <a:gd name="connsiteY168" fmla="*/ 340311 h 840032"/>
              <a:gd name="connsiteX169" fmla="*/ 263287 w 365377"/>
              <a:gd name="connsiteY169" fmla="*/ 318820 h 840032"/>
              <a:gd name="connsiteX170" fmla="*/ 182689 w 365377"/>
              <a:gd name="connsiteY170" fmla="*/ 318820 h 840032"/>
              <a:gd name="connsiteX171" fmla="*/ 204184 w 365377"/>
              <a:gd name="connsiteY171" fmla="*/ 340311 h 840032"/>
              <a:gd name="connsiteX172" fmla="*/ 182689 w 365377"/>
              <a:gd name="connsiteY172" fmla="*/ 361802 h 840032"/>
              <a:gd name="connsiteX173" fmla="*/ 161193 w 365377"/>
              <a:gd name="connsiteY173" fmla="*/ 340311 h 840032"/>
              <a:gd name="connsiteX174" fmla="*/ 182689 w 365377"/>
              <a:gd name="connsiteY174" fmla="*/ 318820 h 840032"/>
              <a:gd name="connsiteX175" fmla="*/ 102090 w 365377"/>
              <a:gd name="connsiteY175" fmla="*/ 318820 h 840032"/>
              <a:gd name="connsiteX176" fmla="*/ 123585 w 365377"/>
              <a:gd name="connsiteY176" fmla="*/ 340311 h 840032"/>
              <a:gd name="connsiteX177" fmla="*/ 102090 w 365377"/>
              <a:gd name="connsiteY177" fmla="*/ 361802 h 840032"/>
              <a:gd name="connsiteX178" fmla="*/ 80599 w 365377"/>
              <a:gd name="connsiteY178" fmla="*/ 340311 h 840032"/>
              <a:gd name="connsiteX179" fmla="*/ 102090 w 365377"/>
              <a:gd name="connsiteY179" fmla="*/ 318820 h 840032"/>
              <a:gd name="connsiteX180" fmla="*/ 21496 w 365377"/>
              <a:gd name="connsiteY180" fmla="*/ 239113 h 840032"/>
              <a:gd name="connsiteX181" fmla="*/ 42987 w 365377"/>
              <a:gd name="connsiteY181" fmla="*/ 260604 h 840032"/>
              <a:gd name="connsiteX182" fmla="*/ 21496 w 365377"/>
              <a:gd name="connsiteY182" fmla="*/ 282100 h 840032"/>
              <a:gd name="connsiteX183" fmla="*/ 0 w 365377"/>
              <a:gd name="connsiteY183" fmla="*/ 260604 h 840032"/>
              <a:gd name="connsiteX184" fmla="*/ 21496 w 365377"/>
              <a:gd name="connsiteY184" fmla="*/ 239113 h 840032"/>
              <a:gd name="connsiteX185" fmla="*/ 343882 w 365377"/>
              <a:gd name="connsiteY185" fmla="*/ 239113 h 840032"/>
              <a:gd name="connsiteX186" fmla="*/ 365377 w 365377"/>
              <a:gd name="connsiteY186" fmla="*/ 260604 h 840032"/>
              <a:gd name="connsiteX187" fmla="*/ 343882 w 365377"/>
              <a:gd name="connsiteY187" fmla="*/ 282100 h 840032"/>
              <a:gd name="connsiteX188" fmla="*/ 322390 w 365377"/>
              <a:gd name="connsiteY188" fmla="*/ 260604 h 840032"/>
              <a:gd name="connsiteX189" fmla="*/ 343882 w 365377"/>
              <a:gd name="connsiteY189" fmla="*/ 239113 h 840032"/>
              <a:gd name="connsiteX190" fmla="*/ 263287 w 365377"/>
              <a:gd name="connsiteY190" fmla="*/ 239113 h 840032"/>
              <a:gd name="connsiteX191" fmla="*/ 284778 w 365377"/>
              <a:gd name="connsiteY191" fmla="*/ 260604 h 840032"/>
              <a:gd name="connsiteX192" fmla="*/ 263287 w 365377"/>
              <a:gd name="connsiteY192" fmla="*/ 282100 h 840032"/>
              <a:gd name="connsiteX193" fmla="*/ 241792 w 365377"/>
              <a:gd name="connsiteY193" fmla="*/ 260604 h 840032"/>
              <a:gd name="connsiteX194" fmla="*/ 263287 w 365377"/>
              <a:gd name="connsiteY194" fmla="*/ 239113 h 840032"/>
              <a:gd name="connsiteX195" fmla="*/ 182689 w 365377"/>
              <a:gd name="connsiteY195" fmla="*/ 239113 h 840032"/>
              <a:gd name="connsiteX196" fmla="*/ 204184 w 365377"/>
              <a:gd name="connsiteY196" fmla="*/ 260604 h 840032"/>
              <a:gd name="connsiteX197" fmla="*/ 182689 w 365377"/>
              <a:gd name="connsiteY197" fmla="*/ 282100 h 840032"/>
              <a:gd name="connsiteX198" fmla="*/ 161193 w 365377"/>
              <a:gd name="connsiteY198" fmla="*/ 260604 h 840032"/>
              <a:gd name="connsiteX199" fmla="*/ 182689 w 365377"/>
              <a:gd name="connsiteY199" fmla="*/ 239113 h 840032"/>
              <a:gd name="connsiteX200" fmla="*/ 102090 w 365377"/>
              <a:gd name="connsiteY200" fmla="*/ 239113 h 840032"/>
              <a:gd name="connsiteX201" fmla="*/ 123585 w 365377"/>
              <a:gd name="connsiteY201" fmla="*/ 260604 h 840032"/>
              <a:gd name="connsiteX202" fmla="*/ 102090 w 365377"/>
              <a:gd name="connsiteY202" fmla="*/ 282100 h 840032"/>
              <a:gd name="connsiteX203" fmla="*/ 80599 w 365377"/>
              <a:gd name="connsiteY203" fmla="*/ 260604 h 840032"/>
              <a:gd name="connsiteX204" fmla="*/ 102090 w 365377"/>
              <a:gd name="connsiteY204" fmla="*/ 239113 h 840032"/>
              <a:gd name="connsiteX205" fmla="*/ 21496 w 365377"/>
              <a:gd name="connsiteY205" fmla="*/ 159406 h 840032"/>
              <a:gd name="connsiteX206" fmla="*/ 42987 w 365377"/>
              <a:gd name="connsiteY206" fmla="*/ 180897 h 840032"/>
              <a:gd name="connsiteX207" fmla="*/ 21496 w 365377"/>
              <a:gd name="connsiteY207" fmla="*/ 202392 h 840032"/>
              <a:gd name="connsiteX208" fmla="*/ 0 w 365377"/>
              <a:gd name="connsiteY208" fmla="*/ 180897 h 840032"/>
              <a:gd name="connsiteX209" fmla="*/ 21496 w 365377"/>
              <a:gd name="connsiteY209" fmla="*/ 159406 h 840032"/>
              <a:gd name="connsiteX210" fmla="*/ 343882 w 365377"/>
              <a:gd name="connsiteY210" fmla="*/ 159406 h 840032"/>
              <a:gd name="connsiteX211" fmla="*/ 365377 w 365377"/>
              <a:gd name="connsiteY211" fmla="*/ 180897 h 840032"/>
              <a:gd name="connsiteX212" fmla="*/ 343882 w 365377"/>
              <a:gd name="connsiteY212" fmla="*/ 202392 h 840032"/>
              <a:gd name="connsiteX213" fmla="*/ 322390 w 365377"/>
              <a:gd name="connsiteY213" fmla="*/ 180897 h 840032"/>
              <a:gd name="connsiteX214" fmla="*/ 343882 w 365377"/>
              <a:gd name="connsiteY214" fmla="*/ 159406 h 840032"/>
              <a:gd name="connsiteX215" fmla="*/ 263287 w 365377"/>
              <a:gd name="connsiteY215" fmla="*/ 159406 h 840032"/>
              <a:gd name="connsiteX216" fmla="*/ 284778 w 365377"/>
              <a:gd name="connsiteY216" fmla="*/ 180897 h 840032"/>
              <a:gd name="connsiteX217" fmla="*/ 263287 w 365377"/>
              <a:gd name="connsiteY217" fmla="*/ 202392 h 840032"/>
              <a:gd name="connsiteX218" fmla="*/ 241792 w 365377"/>
              <a:gd name="connsiteY218" fmla="*/ 180897 h 840032"/>
              <a:gd name="connsiteX219" fmla="*/ 263287 w 365377"/>
              <a:gd name="connsiteY219" fmla="*/ 159406 h 840032"/>
              <a:gd name="connsiteX220" fmla="*/ 182689 w 365377"/>
              <a:gd name="connsiteY220" fmla="*/ 159406 h 840032"/>
              <a:gd name="connsiteX221" fmla="*/ 204184 w 365377"/>
              <a:gd name="connsiteY221" fmla="*/ 180897 h 840032"/>
              <a:gd name="connsiteX222" fmla="*/ 182689 w 365377"/>
              <a:gd name="connsiteY222" fmla="*/ 202392 h 840032"/>
              <a:gd name="connsiteX223" fmla="*/ 161193 w 365377"/>
              <a:gd name="connsiteY223" fmla="*/ 180897 h 840032"/>
              <a:gd name="connsiteX224" fmla="*/ 182689 w 365377"/>
              <a:gd name="connsiteY224" fmla="*/ 159406 h 840032"/>
              <a:gd name="connsiteX225" fmla="*/ 102090 w 365377"/>
              <a:gd name="connsiteY225" fmla="*/ 159406 h 840032"/>
              <a:gd name="connsiteX226" fmla="*/ 123585 w 365377"/>
              <a:gd name="connsiteY226" fmla="*/ 180897 h 840032"/>
              <a:gd name="connsiteX227" fmla="*/ 102090 w 365377"/>
              <a:gd name="connsiteY227" fmla="*/ 202392 h 840032"/>
              <a:gd name="connsiteX228" fmla="*/ 80599 w 365377"/>
              <a:gd name="connsiteY228" fmla="*/ 180897 h 840032"/>
              <a:gd name="connsiteX229" fmla="*/ 102090 w 365377"/>
              <a:gd name="connsiteY229" fmla="*/ 159406 h 840032"/>
              <a:gd name="connsiteX230" fmla="*/ 21496 w 365377"/>
              <a:gd name="connsiteY230" fmla="*/ 79703 h 840032"/>
              <a:gd name="connsiteX231" fmla="*/ 42987 w 365377"/>
              <a:gd name="connsiteY231" fmla="*/ 101198 h 840032"/>
              <a:gd name="connsiteX232" fmla="*/ 21496 w 365377"/>
              <a:gd name="connsiteY232" fmla="*/ 122690 h 840032"/>
              <a:gd name="connsiteX233" fmla="*/ 0 w 365377"/>
              <a:gd name="connsiteY233" fmla="*/ 101198 h 840032"/>
              <a:gd name="connsiteX234" fmla="*/ 21496 w 365377"/>
              <a:gd name="connsiteY234" fmla="*/ 79703 h 840032"/>
              <a:gd name="connsiteX235" fmla="*/ 343882 w 365377"/>
              <a:gd name="connsiteY235" fmla="*/ 79703 h 840032"/>
              <a:gd name="connsiteX236" fmla="*/ 365377 w 365377"/>
              <a:gd name="connsiteY236" fmla="*/ 101198 h 840032"/>
              <a:gd name="connsiteX237" fmla="*/ 343882 w 365377"/>
              <a:gd name="connsiteY237" fmla="*/ 122690 h 840032"/>
              <a:gd name="connsiteX238" fmla="*/ 322390 w 365377"/>
              <a:gd name="connsiteY238" fmla="*/ 101198 h 840032"/>
              <a:gd name="connsiteX239" fmla="*/ 343882 w 365377"/>
              <a:gd name="connsiteY239" fmla="*/ 79703 h 840032"/>
              <a:gd name="connsiteX240" fmla="*/ 263287 w 365377"/>
              <a:gd name="connsiteY240" fmla="*/ 79703 h 840032"/>
              <a:gd name="connsiteX241" fmla="*/ 284778 w 365377"/>
              <a:gd name="connsiteY241" fmla="*/ 101198 h 840032"/>
              <a:gd name="connsiteX242" fmla="*/ 263287 w 365377"/>
              <a:gd name="connsiteY242" fmla="*/ 122690 h 840032"/>
              <a:gd name="connsiteX243" fmla="*/ 241792 w 365377"/>
              <a:gd name="connsiteY243" fmla="*/ 101198 h 840032"/>
              <a:gd name="connsiteX244" fmla="*/ 263287 w 365377"/>
              <a:gd name="connsiteY244" fmla="*/ 79703 h 840032"/>
              <a:gd name="connsiteX245" fmla="*/ 182689 w 365377"/>
              <a:gd name="connsiteY245" fmla="*/ 79703 h 840032"/>
              <a:gd name="connsiteX246" fmla="*/ 204184 w 365377"/>
              <a:gd name="connsiteY246" fmla="*/ 101198 h 840032"/>
              <a:gd name="connsiteX247" fmla="*/ 182689 w 365377"/>
              <a:gd name="connsiteY247" fmla="*/ 122690 h 840032"/>
              <a:gd name="connsiteX248" fmla="*/ 161193 w 365377"/>
              <a:gd name="connsiteY248" fmla="*/ 101198 h 840032"/>
              <a:gd name="connsiteX249" fmla="*/ 182689 w 365377"/>
              <a:gd name="connsiteY249" fmla="*/ 79703 h 840032"/>
              <a:gd name="connsiteX250" fmla="*/ 102090 w 365377"/>
              <a:gd name="connsiteY250" fmla="*/ 79703 h 840032"/>
              <a:gd name="connsiteX251" fmla="*/ 123585 w 365377"/>
              <a:gd name="connsiteY251" fmla="*/ 101198 h 840032"/>
              <a:gd name="connsiteX252" fmla="*/ 102090 w 365377"/>
              <a:gd name="connsiteY252" fmla="*/ 122690 h 840032"/>
              <a:gd name="connsiteX253" fmla="*/ 80599 w 365377"/>
              <a:gd name="connsiteY253" fmla="*/ 101198 h 840032"/>
              <a:gd name="connsiteX254" fmla="*/ 102090 w 365377"/>
              <a:gd name="connsiteY254" fmla="*/ 79703 h 840032"/>
              <a:gd name="connsiteX255" fmla="*/ 343882 w 365377"/>
              <a:gd name="connsiteY255" fmla="*/ 0 h 840032"/>
              <a:gd name="connsiteX256" fmla="*/ 365377 w 365377"/>
              <a:gd name="connsiteY256" fmla="*/ 21491 h 840032"/>
              <a:gd name="connsiteX257" fmla="*/ 343882 w 365377"/>
              <a:gd name="connsiteY257" fmla="*/ 42983 h 840032"/>
              <a:gd name="connsiteX258" fmla="*/ 322390 w 365377"/>
              <a:gd name="connsiteY258" fmla="*/ 21491 h 840032"/>
              <a:gd name="connsiteX259" fmla="*/ 343882 w 365377"/>
              <a:gd name="connsiteY259" fmla="*/ 0 h 840032"/>
              <a:gd name="connsiteX260" fmla="*/ 263287 w 365377"/>
              <a:gd name="connsiteY260" fmla="*/ 0 h 840032"/>
              <a:gd name="connsiteX261" fmla="*/ 284778 w 365377"/>
              <a:gd name="connsiteY261" fmla="*/ 21491 h 840032"/>
              <a:gd name="connsiteX262" fmla="*/ 263287 w 365377"/>
              <a:gd name="connsiteY262" fmla="*/ 42983 h 840032"/>
              <a:gd name="connsiteX263" fmla="*/ 241792 w 365377"/>
              <a:gd name="connsiteY263" fmla="*/ 21491 h 840032"/>
              <a:gd name="connsiteX264" fmla="*/ 263287 w 365377"/>
              <a:gd name="connsiteY264" fmla="*/ 0 h 840032"/>
              <a:gd name="connsiteX265" fmla="*/ 182689 w 365377"/>
              <a:gd name="connsiteY265" fmla="*/ 0 h 840032"/>
              <a:gd name="connsiteX266" fmla="*/ 204184 w 365377"/>
              <a:gd name="connsiteY266" fmla="*/ 21491 h 840032"/>
              <a:gd name="connsiteX267" fmla="*/ 182689 w 365377"/>
              <a:gd name="connsiteY267" fmla="*/ 42983 h 840032"/>
              <a:gd name="connsiteX268" fmla="*/ 161193 w 365377"/>
              <a:gd name="connsiteY268" fmla="*/ 21491 h 840032"/>
              <a:gd name="connsiteX269" fmla="*/ 182689 w 365377"/>
              <a:gd name="connsiteY269" fmla="*/ 0 h 840032"/>
              <a:gd name="connsiteX270" fmla="*/ 102090 w 365377"/>
              <a:gd name="connsiteY270" fmla="*/ 0 h 840032"/>
              <a:gd name="connsiteX271" fmla="*/ 123585 w 365377"/>
              <a:gd name="connsiteY271" fmla="*/ 21491 h 840032"/>
              <a:gd name="connsiteX272" fmla="*/ 102090 w 365377"/>
              <a:gd name="connsiteY272" fmla="*/ 42983 h 840032"/>
              <a:gd name="connsiteX273" fmla="*/ 80599 w 365377"/>
              <a:gd name="connsiteY273" fmla="*/ 21491 h 840032"/>
              <a:gd name="connsiteX274" fmla="*/ 102090 w 365377"/>
              <a:gd name="connsiteY274" fmla="*/ 0 h 84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</a:cxnLst>
            <a:rect l="l" t="t" r="r" b="b"/>
            <a:pathLst>
              <a:path w="365377" h="840032">
                <a:moveTo>
                  <a:pt x="21496" y="0"/>
                </a:moveTo>
                <a:cubicBezTo>
                  <a:pt x="33360" y="0"/>
                  <a:pt x="42987" y="9618"/>
                  <a:pt x="42987" y="21491"/>
                </a:cubicBezTo>
                <a:cubicBezTo>
                  <a:pt x="42987" y="33364"/>
                  <a:pt x="33360" y="42983"/>
                  <a:pt x="21496" y="42983"/>
                </a:cubicBezTo>
                <a:cubicBezTo>
                  <a:pt x="9623" y="42983"/>
                  <a:pt x="0" y="33364"/>
                  <a:pt x="0" y="21491"/>
                </a:cubicBezTo>
                <a:cubicBezTo>
                  <a:pt x="0" y="9618"/>
                  <a:pt x="9623" y="0"/>
                  <a:pt x="21496" y="0"/>
                </a:cubicBezTo>
                <a:close/>
                <a:moveTo>
                  <a:pt x="21496" y="797037"/>
                </a:moveTo>
                <a:cubicBezTo>
                  <a:pt x="33360" y="797037"/>
                  <a:pt x="42987" y="806664"/>
                  <a:pt x="42987" y="818532"/>
                </a:cubicBezTo>
                <a:cubicBezTo>
                  <a:pt x="42987" y="830405"/>
                  <a:pt x="33360" y="840032"/>
                  <a:pt x="21496" y="840032"/>
                </a:cubicBezTo>
                <a:cubicBezTo>
                  <a:pt x="9623" y="840032"/>
                  <a:pt x="0" y="830405"/>
                  <a:pt x="0" y="818532"/>
                </a:cubicBezTo>
                <a:cubicBezTo>
                  <a:pt x="0" y="806664"/>
                  <a:pt x="9623" y="797037"/>
                  <a:pt x="21496" y="797037"/>
                </a:cubicBezTo>
                <a:close/>
                <a:moveTo>
                  <a:pt x="343882" y="797037"/>
                </a:moveTo>
                <a:cubicBezTo>
                  <a:pt x="355755" y="797037"/>
                  <a:pt x="365377" y="806664"/>
                  <a:pt x="365377" y="818532"/>
                </a:cubicBezTo>
                <a:cubicBezTo>
                  <a:pt x="365377" y="830405"/>
                  <a:pt x="355755" y="840032"/>
                  <a:pt x="343882" y="840032"/>
                </a:cubicBezTo>
                <a:cubicBezTo>
                  <a:pt x="332013" y="840032"/>
                  <a:pt x="322390" y="830405"/>
                  <a:pt x="322390" y="818532"/>
                </a:cubicBezTo>
                <a:cubicBezTo>
                  <a:pt x="322390" y="806664"/>
                  <a:pt x="332013" y="797037"/>
                  <a:pt x="343882" y="797037"/>
                </a:cubicBezTo>
                <a:close/>
                <a:moveTo>
                  <a:pt x="263287" y="797037"/>
                </a:moveTo>
                <a:cubicBezTo>
                  <a:pt x="275160" y="797037"/>
                  <a:pt x="284778" y="806664"/>
                  <a:pt x="284778" y="818532"/>
                </a:cubicBezTo>
                <a:cubicBezTo>
                  <a:pt x="284778" y="830405"/>
                  <a:pt x="275156" y="840032"/>
                  <a:pt x="263287" y="840032"/>
                </a:cubicBezTo>
                <a:cubicBezTo>
                  <a:pt x="251414" y="840032"/>
                  <a:pt x="241792" y="830405"/>
                  <a:pt x="241792" y="818532"/>
                </a:cubicBezTo>
                <a:cubicBezTo>
                  <a:pt x="241792" y="806664"/>
                  <a:pt x="251414" y="797037"/>
                  <a:pt x="263287" y="797037"/>
                </a:cubicBezTo>
                <a:close/>
                <a:moveTo>
                  <a:pt x="182689" y="797037"/>
                </a:moveTo>
                <a:cubicBezTo>
                  <a:pt x="194562" y="797037"/>
                  <a:pt x="204184" y="806664"/>
                  <a:pt x="204184" y="818532"/>
                </a:cubicBezTo>
                <a:cubicBezTo>
                  <a:pt x="204184" y="830405"/>
                  <a:pt x="194557" y="840032"/>
                  <a:pt x="182689" y="840032"/>
                </a:cubicBezTo>
                <a:cubicBezTo>
                  <a:pt x="170820" y="840032"/>
                  <a:pt x="161193" y="830405"/>
                  <a:pt x="161193" y="818532"/>
                </a:cubicBezTo>
                <a:cubicBezTo>
                  <a:pt x="161193" y="806664"/>
                  <a:pt x="170816" y="797037"/>
                  <a:pt x="182689" y="797037"/>
                </a:cubicBezTo>
                <a:close/>
                <a:moveTo>
                  <a:pt x="102090" y="797037"/>
                </a:moveTo>
                <a:cubicBezTo>
                  <a:pt x="113963" y="797037"/>
                  <a:pt x="123585" y="806664"/>
                  <a:pt x="123585" y="818532"/>
                </a:cubicBezTo>
                <a:cubicBezTo>
                  <a:pt x="123585" y="830405"/>
                  <a:pt x="113963" y="840032"/>
                  <a:pt x="102090" y="840032"/>
                </a:cubicBezTo>
                <a:cubicBezTo>
                  <a:pt x="90217" y="840032"/>
                  <a:pt x="80599" y="830405"/>
                  <a:pt x="80599" y="818532"/>
                </a:cubicBezTo>
                <a:cubicBezTo>
                  <a:pt x="80599" y="806664"/>
                  <a:pt x="90217" y="797037"/>
                  <a:pt x="102090" y="797037"/>
                </a:cubicBezTo>
                <a:close/>
                <a:moveTo>
                  <a:pt x="21496" y="717334"/>
                </a:moveTo>
                <a:cubicBezTo>
                  <a:pt x="33360" y="717334"/>
                  <a:pt x="42987" y="726961"/>
                  <a:pt x="42987" y="738825"/>
                </a:cubicBezTo>
                <a:cubicBezTo>
                  <a:pt x="42987" y="750698"/>
                  <a:pt x="33360" y="760325"/>
                  <a:pt x="21496" y="760325"/>
                </a:cubicBezTo>
                <a:cubicBezTo>
                  <a:pt x="9623" y="760325"/>
                  <a:pt x="0" y="750698"/>
                  <a:pt x="0" y="738825"/>
                </a:cubicBezTo>
                <a:cubicBezTo>
                  <a:pt x="0" y="726961"/>
                  <a:pt x="9623" y="717334"/>
                  <a:pt x="21496" y="717334"/>
                </a:cubicBezTo>
                <a:close/>
                <a:moveTo>
                  <a:pt x="343882" y="717334"/>
                </a:moveTo>
                <a:cubicBezTo>
                  <a:pt x="355755" y="717334"/>
                  <a:pt x="365377" y="726961"/>
                  <a:pt x="365377" y="738825"/>
                </a:cubicBezTo>
                <a:cubicBezTo>
                  <a:pt x="365377" y="750698"/>
                  <a:pt x="355755" y="760325"/>
                  <a:pt x="343882" y="760325"/>
                </a:cubicBezTo>
                <a:cubicBezTo>
                  <a:pt x="332013" y="760325"/>
                  <a:pt x="322390" y="750698"/>
                  <a:pt x="322390" y="738825"/>
                </a:cubicBezTo>
                <a:cubicBezTo>
                  <a:pt x="322390" y="726961"/>
                  <a:pt x="332013" y="717334"/>
                  <a:pt x="343882" y="717334"/>
                </a:cubicBezTo>
                <a:close/>
                <a:moveTo>
                  <a:pt x="263287" y="717334"/>
                </a:moveTo>
                <a:cubicBezTo>
                  <a:pt x="275160" y="717334"/>
                  <a:pt x="284778" y="726961"/>
                  <a:pt x="284778" y="738825"/>
                </a:cubicBezTo>
                <a:cubicBezTo>
                  <a:pt x="284778" y="750698"/>
                  <a:pt x="275156" y="760325"/>
                  <a:pt x="263287" y="760325"/>
                </a:cubicBezTo>
                <a:cubicBezTo>
                  <a:pt x="251414" y="760325"/>
                  <a:pt x="241792" y="750698"/>
                  <a:pt x="241792" y="738825"/>
                </a:cubicBezTo>
                <a:cubicBezTo>
                  <a:pt x="241792" y="726961"/>
                  <a:pt x="251414" y="717334"/>
                  <a:pt x="263287" y="717334"/>
                </a:cubicBezTo>
                <a:close/>
                <a:moveTo>
                  <a:pt x="182689" y="717334"/>
                </a:moveTo>
                <a:cubicBezTo>
                  <a:pt x="194562" y="717334"/>
                  <a:pt x="204184" y="726961"/>
                  <a:pt x="204184" y="738825"/>
                </a:cubicBezTo>
                <a:cubicBezTo>
                  <a:pt x="204184" y="750698"/>
                  <a:pt x="194557" y="760325"/>
                  <a:pt x="182689" y="760325"/>
                </a:cubicBezTo>
                <a:cubicBezTo>
                  <a:pt x="170820" y="760325"/>
                  <a:pt x="161193" y="750698"/>
                  <a:pt x="161193" y="738825"/>
                </a:cubicBezTo>
                <a:cubicBezTo>
                  <a:pt x="161193" y="726961"/>
                  <a:pt x="170816" y="717334"/>
                  <a:pt x="182689" y="717334"/>
                </a:cubicBezTo>
                <a:close/>
                <a:moveTo>
                  <a:pt x="102090" y="717334"/>
                </a:moveTo>
                <a:cubicBezTo>
                  <a:pt x="113963" y="717334"/>
                  <a:pt x="123585" y="726961"/>
                  <a:pt x="123585" y="738825"/>
                </a:cubicBezTo>
                <a:cubicBezTo>
                  <a:pt x="123585" y="750698"/>
                  <a:pt x="113963" y="760325"/>
                  <a:pt x="102090" y="760325"/>
                </a:cubicBezTo>
                <a:cubicBezTo>
                  <a:pt x="90217" y="760325"/>
                  <a:pt x="80599" y="750698"/>
                  <a:pt x="80599" y="738825"/>
                </a:cubicBezTo>
                <a:cubicBezTo>
                  <a:pt x="80599" y="726961"/>
                  <a:pt x="90217" y="717334"/>
                  <a:pt x="102090" y="717334"/>
                </a:cubicBezTo>
                <a:close/>
                <a:moveTo>
                  <a:pt x="21496" y="637631"/>
                </a:moveTo>
                <a:cubicBezTo>
                  <a:pt x="33360" y="637631"/>
                  <a:pt x="42987" y="647258"/>
                  <a:pt x="42987" y="659122"/>
                </a:cubicBezTo>
                <a:cubicBezTo>
                  <a:pt x="42987" y="670995"/>
                  <a:pt x="33360" y="680622"/>
                  <a:pt x="21496" y="680622"/>
                </a:cubicBezTo>
                <a:cubicBezTo>
                  <a:pt x="9623" y="680622"/>
                  <a:pt x="0" y="670995"/>
                  <a:pt x="0" y="659122"/>
                </a:cubicBezTo>
                <a:cubicBezTo>
                  <a:pt x="0" y="647258"/>
                  <a:pt x="9623" y="637631"/>
                  <a:pt x="21496" y="637631"/>
                </a:cubicBezTo>
                <a:close/>
                <a:moveTo>
                  <a:pt x="343882" y="637631"/>
                </a:moveTo>
                <a:cubicBezTo>
                  <a:pt x="355755" y="637631"/>
                  <a:pt x="365377" y="647258"/>
                  <a:pt x="365377" y="659122"/>
                </a:cubicBezTo>
                <a:cubicBezTo>
                  <a:pt x="365377" y="670995"/>
                  <a:pt x="355755" y="680622"/>
                  <a:pt x="343882" y="680622"/>
                </a:cubicBezTo>
                <a:cubicBezTo>
                  <a:pt x="332013" y="680622"/>
                  <a:pt x="322390" y="670995"/>
                  <a:pt x="322390" y="659122"/>
                </a:cubicBezTo>
                <a:cubicBezTo>
                  <a:pt x="322390" y="647258"/>
                  <a:pt x="332013" y="637631"/>
                  <a:pt x="343882" y="637631"/>
                </a:cubicBezTo>
                <a:close/>
                <a:moveTo>
                  <a:pt x="263287" y="637631"/>
                </a:moveTo>
                <a:cubicBezTo>
                  <a:pt x="275160" y="637631"/>
                  <a:pt x="284778" y="647258"/>
                  <a:pt x="284778" y="659122"/>
                </a:cubicBezTo>
                <a:cubicBezTo>
                  <a:pt x="284778" y="670995"/>
                  <a:pt x="275156" y="680622"/>
                  <a:pt x="263287" y="680622"/>
                </a:cubicBezTo>
                <a:cubicBezTo>
                  <a:pt x="251414" y="680622"/>
                  <a:pt x="241792" y="670995"/>
                  <a:pt x="241792" y="659122"/>
                </a:cubicBezTo>
                <a:cubicBezTo>
                  <a:pt x="241792" y="647258"/>
                  <a:pt x="251414" y="637631"/>
                  <a:pt x="263287" y="637631"/>
                </a:cubicBezTo>
                <a:close/>
                <a:moveTo>
                  <a:pt x="182689" y="637631"/>
                </a:moveTo>
                <a:cubicBezTo>
                  <a:pt x="194562" y="637631"/>
                  <a:pt x="204184" y="647258"/>
                  <a:pt x="204184" y="659122"/>
                </a:cubicBezTo>
                <a:cubicBezTo>
                  <a:pt x="204184" y="670995"/>
                  <a:pt x="194557" y="680622"/>
                  <a:pt x="182689" y="680622"/>
                </a:cubicBezTo>
                <a:cubicBezTo>
                  <a:pt x="170820" y="680622"/>
                  <a:pt x="161193" y="670995"/>
                  <a:pt x="161193" y="659122"/>
                </a:cubicBezTo>
                <a:cubicBezTo>
                  <a:pt x="161193" y="647258"/>
                  <a:pt x="170816" y="637631"/>
                  <a:pt x="182689" y="637631"/>
                </a:cubicBezTo>
                <a:close/>
                <a:moveTo>
                  <a:pt x="102090" y="637631"/>
                </a:moveTo>
                <a:cubicBezTo>
                  <a:pt x="113963" y="637631"/>
                  <a:pt x="123585" y="647258"/>
                  <a:pt x="123585" y="659122"/>
                </a:cubicBezTo>
                <a:cubicBezTo>
                  <a:pt x="123585" y="670995"/>
                  <a:pt x="113963" y="680622"/>
                  <a:pt x="102090" y="680622"/>
                </a:cubicBezTo>
                <a:cubicBezTo>
                  <a:pt x="90217" y="680622"/>
                  <a:pt x="80599" y="670995"/>
                  <a:pt x="80599" y="659122"/>
                </a:cubicBezTo>
                <a:cubicBezTo>
                  <a:pt x="80599" y="647258"/>
                  <a:pt x="90217" y="637631"/>
                  <a:pt x="102090" y="637631"/>
                </a:cubicBezTo>
                <a:close/>
                <a:moveTo>
                  <a:pt x="21496" y="557924"/>
                </a:moveTo>
                <a:cubicBezTo>
                  <a:pt x="33360" y="557924"/>
                  <a:pt x="42987" y="567551"/>
                  <a:pt x="42987" y="579424"/>
                </a:cubicBezTo>
                <a:cubicBezTo>
                  <a:pt x="42987" y="591288"/>
                  <a:pt x="33360" y="600920"/>
                  <a:pt x="21496" y="600920"/>
                </a:cubicBezTo>
                <a:cubicBezTo>
                  <a:pt x="9623" y="600920"/>
                  <a:pt x="0" y="591293"/>
                  <a:pt x="0" y="579424"/>
                </a:cubicBezTo>
                <a:cubicBezTo>
                  <a:pt x="0" y="567551"/>
                  <a:pt x="9623" y="557924"/>
                  <a:pt x="21496" y="557924"/>
                </a:cubicBezTo>
                <a:close/>
                <a:moveTo>
                  <a:pt x="343882" y="557924"/>
                </a:moveTo>
                <a:cubicBezTo>
                  <a:pt x="355755" y="557924"/>
                  <a:pt x="365377" y="567551"/>
                  <a:pt x="365377" y="579424"/>
                </a:cubicBezTo>
                <a:cubicBezTo>
                  <a:pt x="365377" y="591288"/>
                  <a:pt x="355755" y="600920"/>
                  <a:pt x="343882" y="600920"/>
                </a:cubicBezTo>
                <a:cubicBezTo>
                  <a:pt x="332013" y="600920"/>
                  <a:pt x="322390" y="591293"/>
                  <a:pt x="322390" y="579424"/>
                </a:cubicBezTo>
                <a:cubicBezTo>
                  <a:pt x="322390" y="567551"/>
                  <a:pt x="332013" y="557924"/>
                  <a:pt x="343882" y="557924"/>
                </a:cubicBezTo>
                <a:close/>
                <a:moveTo>
                  <a:pt x="263287" y="557924"/>
                </a:moveTo>
                <a:cubicBezTo>
                  <a:pt x="275160" y="557924"/>
                  <a:pt x="284778" y="567551"/>
                  <a:pt x="284778" y="579424"/>
                </a:cubicBezTo>
                <a:cubicBezTo>
                  <a:pt x="284778" y="591288"/>
                  <a:pt x="275156" y="600920"/>
                  <a:pt x="263287" y="600920"/>
                </a:cubicBezTo>
                <a:cubicBezTo>
                  <a:pt x="251414" y="600920"/>
                  <a:pt x="241792" y="591293"/>
                  <a:pt x="241792" y="579424"/>
                </a:cubicBezTo>
                <a:cubicBezTo>
                  <a:pt x="241792" y="567551"/>
                  <a:pt x="251414" y="557924"/>
                  <a:pt x="263287" y="557924"/>
                </a:cubicBezTo>
                <a:close/>
                <a:moveTo>
                  <a:pt x="182689" y="557924"/>
                </a:moveTo>
                <a:cubicBezTo>
                  <a:pt x="194562" y="557924"/>
                  <a:pt x="204184" y="567551"/>
                  <a:pt x="204184" y="579424"/>
                </a:cubicBezTo>
                <a:cubicBezTo>
                  <a:pt x="204184" y="591288"/>
                  <a:pt x="194557" y="600920"/>
                  <a:pt x="182689" y="600920"/>
                </a:cubicBezTo>
                <a:cubicBezTo>
                  <a:pt x="170820" y="600920"/>
                  <a:pt x="161193" y="591293"/>
                  <a:pt x="161193" y="579424"/>
                </a:cubicBezTo>
                <a:cubicBezTo>
                  <a:pt x="161193" y="567551"/>
                  <a:pt x="170816" y="557924"/>
                  <a:pt x="182689" y="557924"/>
                </a:cubicBezTo>
                <a:close/>
                <a:moveTo>
                  <a:pt x="102090" y="557924"/>
                </a:moveTo>
                <a:cubicBezTo>
                  <a:pt x="113963" y="557924"/>
                  <a:pt x="123585" y="567551"/>
                  <a:pt x="123585" y="579424"/>
                </a:cubicBezTo>
                <a:cubicBezTo>
                  <a:pt x="123585" y="591288"/>
                  <a:pt x="113963" y="600920"/>
                  <a:pt x="102090" y="600920"/>
                </a:cubicBezTo>
                <a:cubicBezTo>
                  <a:pt x="90217" y="600920"/>
                  <a:pt x="80599" y="591293"/>
                  <a:pt x="80599" y="579424"/>
                </a:cubicBezTo>
                <a:cubicBezTo>
                  <a:pt x="80599" y="567551"/>
                  <a:pt x="90217" y="557924"/>
                  <a:pt x="102090" y="557924"/>
                </a:cubicBezTo>
                <a:close/>
                <a:moveTo>
                  <a:pt x="21496" y="478217"/>
                </a:moveTo>
                <a:cubicBezTo>
                  <a:pt x="33360" y="478217"/>
                  <a:pt x="42987" y="487844"/>
                  <a:pt x="42987" y="499717"/>
                </a:cubicBezTo>
                <a:cubicBezTo>
                  <a:pt x="42987" y="511590"/>
                  <a:pt x="33360" y="521212"/>
                  <a:pt x="21496" y="521212"/>
                </a:cubicBezTo>
                <a:cubicBezTo>
                  <a:pt x="9623" y="521212"/>
                  <a:pt x="0" y="511594"/>
                  <a:pt x="0" y="499717"/>
                </a:cubicBezTo>
                <a:cubicBezTo>
                  <a:pt x="0" y="487844"/>
                  <a:pt x="9623" y="478217"/>
                  <a:pt x="21496" y="478217"/>
                </a:cubicBezTo>
                <a:close/>
                <a:moveTo>
                  <a:pt x="343882" y="478217"/>
                </a:moveTo>
                <a:cubicBezTo>
                  <a:pt x="355755" y="478217"/>
                  <a:pt x="365377" y="487844"/>
                  <a:pt x="365377" y="499717"/>
                </a:cubicBezTo>
                <a:cubicBezTo>
                  <a:pt x="365377" y="511590"/>
                  <a:pt x="355755" y="521212"/>
                  <a:pt x="343882" y="521212"/>
                </a:cubicBezTo>
                <a:cubicBezTo>
                  <a:pt x="332013" y="521212"/>
                  <a:pt x="322390" y="511594"/>
                  <a:pt x="322390" y="499717"/>
                </a:cubicBezTo>
                <a:cubicBezTo>
                  <a:pt x="322390" y="487844"/>
                  <a:pt x="332013" y="478217"/>
                  <a:pt x="343882" y="478217"/>
                </a:cubicBezTo>
                <a:close/>
                <a:moveTo>
                  <a:pt x="263287" y="478217"/>
                </a:moveTo>
                <a:cubicBezTo>
                  <a:pt x="275160" y="478217"/>
                  <a:pt x="284778" y="487844"/>
                  <a:pt x="284778" y="499717"/>
                </a:cubicBezTo>
                <a:cubicBezTo>
                  <a:pt x="284778" y="511590"/>
                  <a:pt x="275156" y="521212"/>
                  <a:pt x="263287" y="521212"/>
                </a:cubicBezTo>
                <a:cubicBezTo>
                  <a:pt x="251414" y="521212"/>
                  <a:pt x="241792" y="511594"/>
                  <a:pt x="241792" y="499717"/>
                </a:cubicBezTo>
                <a:cubicBezTo>
                  <a:pt x="241792" y="487844"/>
                  <a:pt x="251414" y="478217"/>
                  <a:pt x="263287" y="478217"/>
                </a:cubicBezTo>
                <a:close/>
                <a:moveTo>
                  <a:pt x="182689" y="478217"/>
                </a:moveTo>
                <a:cubicBezTo>
                  <a:pt x="194562" y="478217"/>
                  <a:pt x="204184" y="487844"/>
                  <a:pt x="204184" y="499717"/>
                </a:cubicBezTo>
                <a:cubicBezTo>
                  <a:pt x="204184" y="511590"/>
                  <a:pt x="194557" y="521212"/>
                  <a:pt x="182689" y="521212"/>
                </a:cubicBezTo>
                <a:cubicBezTo>
                  <a:pt x="170820" y="521212"/>
                  <a:pt x="161193" y="511594"/>
                  <a:pt x="161193" y="499717"/>
                </a:cubicBezTo>
                <a:cubicBezTo>
                  <a:pt x="161193" y="487844"/>
                  <a:pt x="170816" y="478217"/>
                  <a:pt x="182689" y="478217"/>
                </a:cubicBezTo>
                <a:close/>
                <a:moveTo>
                  <a:pt x="102090" y="478217"/>
                </a:moveTo>
                <a:cubicBezTo>
                  <a:pt x="113963" y="478217"/>
                  <a:pt x="123585" y="487844"/>
                  <a:pt x="123585" y="499717"/>
                </a:cubicBezTo>
                <a:cubicBezTo>
                  <a:pt x="123585" y="511590"/>
                  <a:pt x="113963" y="521212"/>
                  <a:pt x="102090" y="521212"/>
                </a:cubicBezTo>
                <a:cubicBezTo>
                  <a:pt x="90217" y="521212"/>
                  <a:pt x="80599" y="511594"/>
                  <a:pt x="80599" y="499717"/>
                </a:cubicBezTo>
                <a:cubicBezTo>
                  <a:pt x="80599" y="487844"/>
                  <a:pt x="90217" y="478217"/>
                  <a:pt x="102090" y="478217"/>
                </a:cubicBezTo>
                <a:close/>
                <a:moveTo>
                  <a:pt x="21496" y="398518"/>
                </a:moveTo>
                <a:cubicBezTo>
                  <a:pt x="33360" y="398518"/>
                  <a:pt x="42987" y="408145"/>
                  <a:pt x="42987" y="420018"/>
                </a:cubicBezTo>
                <a:cubicBezTo>
                  <a:pt x="42987" y="431883"/>
                  <a:pt x="33360" y="441510"/>
                  <a:pt x="21496" y="441510"/>
                </a:cubicBezTo>
                <a:cubicBezTo>
                  <a:pt x="9623" y="441510"/>
                  <a:pt x="0" y="431883"/>
                  <a:pt x="0" y="420018"/>
                </a:cubicBezTo>
                <a:cubicBezTo>
                  <a:pt x="0" y="408145"/>
                  <a:pt x="9623" y="398518"/>
                  <a:pt x="21496" y="398518"/>
                </a:cubicBezTo>
                <a:close/>
                <a:moveTo>
                  <a:pt x="343882" y="398518"/>
                </a:moveTo>
                <a:cubicBezTo>
                  <a:pt x="355755" y="398518"/>
                  <a:pt x="365377" y="408145"/>
                  <a:pt x="365377" y="420018"/>
                </a:cubicBezTo>
                <a:cubicBezTo>
                  <a:pt x="365377" y="431883"/>
                  <a:pt x="355755" y="441510"/>
                  <a:pt x="343882" y="441510"/>
                </a:cubicBezTo>
                <a:cubicBezTo>
                  <a:pt x="332013" y="441510"/>
                  <a:pt x="322390" y="431883"/>
                  <a:pt x="322390" y="420018"/>
                </a:cubicBezTo>
                <a:cubicBezTo>
                  <a:pt x="322390" y="408145"/>
                  <a:pt x="332013" y="398518"/>
                  <a:pt x="343882" y="398518"/>
                </a:cubicBezTo>
                <a:close/>
                <a:moveTo>
                  <a:pt x="263287" y="398518"/>
                </a:moveTo>
                <a:cubicBezTo>
                  <a:pt x="275160" y="398518"/>
                  <a:pt x="284778" y="408145"/>
                  <a:pt x="284778" y="420018"/>
                </a:cubicBezTo>
                <a:cubicBezTo>
                  <a:pt x="284778" y="431883"/>
                  <a:pt x="275156" y="441510"/>
                  <a:pt x="263287" y="441510"/>
                </a:cubicBezTo>
                <a:cubicBezTo>
                  <a:pt x="251414" y="441510"/>
                  <a:pt x="241792" y="431883"/>
                  <a:pt x="241792" y="420018"/>
                </a:cubicBezTo>
                <a:cubicBezTo>
                  <a:pt x="241792" y="408145"/>
                  <a:pt x="251414" y="398518"/>
                  <a:pt x="263287" y="398518"/>
                </a:cubicBezTo>
                <a:close/>
                <a:moveTo>
                  <a:pt x="182689" y="398518"/>
                </a:moveTo>
                <a:cubicBezTo>
                  <a:pt x="194562" y="398518"/>
                  <a:pt x="204184" y="408145"/>
                  <a:pt x="204184" y="420018"/>
                </a:cubicBezTo>
                <a:cubicBezTo>
                  <a:pt x="204184" y="431883"/>
                  <a:pt x="194557" y="441510"/>
                  <a:pt x="182689" y="441510"/>
                </a:cubicBezTo>
                <a:cubicBezTo>
                  <a:pt x="170820" y="441510"/>
                  <a:pt x="161193" y="431883"/>
                  <a:pt x="161193" y="420018"/>
                </a:cubicBezTo>
                <a:cubicBezTo>
                  <a:pt x="161193" y="408145"/>
                  <a:pt x="170816" y="398518"/>
                  <a:pt x="182689" y="398518"/>
                </a:cubicBezTo>
                <a:close/>
                <a:moveTo>
                  <a:pt x="102090" y="398518"/>
                </a:moveTo>
                <a:cubicBezTo>
                  <a:pt x="113963" y="398518"/>
                  <a:pt x="123585" y="408145"/>
                  <a:pt x="123585" y="420018"/>
                </a:cubicBezTo>
                <a:cubicBezTo>
                  <a:pt x="123585" y="431883"/>
                  <a:pt x="113963" y="441510"/>
                  <a:pt x="102090" y="441510"/>
                </a:cubicBezTo>
                <a:cubicBezTo>
                  <a:pt x="90217" y="441510"/>
                  <a:pt x="80599" y="431883"/>
                  <a:pt x="80599" y="420018"/>
                </a:cubicBezTo>
                <a:cubicBezTo>
                  <a:pt x="80599" y="408145"/>
                  <a:pt x="90217" y="398518"/>
                  <a:pt x="102090" y="398518"/>
                </a:cubicBezTo>
                <a:close/>
                <a:moveTo>
                  <a:pt x="21496" y="318820"/>
                </a:moveTo>
                <a:cubicBezTo>
                  <a:pt x="33360" y="318820"/>
                  <a:pt x="42987" y="328438"/>
                  <a:pt x="42987" y="340311"/>
                </a:cubicBezTo>
                <a:cubicBezTo>
                  <a:pt x="42987" y="352184"/>
                  <a:pt x="33360" y="361802"/>
                  <a:pt x="21496" y="361802"/>
                </a:cubicBezTo>
                <a:cubicBezTo>
                  <a:pt x="9623" y="361802"/>
                  <a:pt x="0" y="352184"/>
                  <a:pt x="0" y="340311"/>
                </a:cubicBezTo>
                <a:cubicBezTo>
                  <a:pt x="0" y="328438"/>
                  <a:pt x="9623" y="318820"/>
                  <a:pt x="21496" y="318820"/>
                </a:cubicBezTo>
                <a:close/>
                <a:moveTo>
                  <a:pt x="343882" y="318820"/>
                </a:moveTo>
                <a:cubicBezTo>
                  <a:pt x="355755" y="318820"/>
                  <a:pt x="365377" y="328438"/>
                  <a:pt x="365377" y="340311"/>
                </a:cubicBezTo>
                <a:cubicBezTo>
                  <a:pt x="365377" y="352184"/>
                  <a:pt x="355755" y="361802"/>
                  <a:pt x="343882" y="361802"/>
                </a:cubicBezTo>
                <a:cubicBezTo>
                  <a:pt x="332013" y="361802"/>
                  <a:pt x="322390" y="352184"/>
                  <a:pt x="322390" y="340311"/>
                </a:cubicBezTo>
                <a:cubicBezTo>
                  <a:pt x="322390" y="328438"/>
                  <a:pt x="332013" y="318820"/>
                  <a:pt x="343882" y="318820"/>
                </a:cubicBezTo>
                <a:close/>
                <a:moveTo>
                  <a:pt x="263287" y="318820"/>
                </a:moveTo>
                <a:cubicBezTo>
                  <a:pt x="275160" y="318820"/>
                  <a:pt x="284778" y="328438"/>
                  <a:pt x="284778" y="340311"/>
                </a:cubicBezTo>
                <a:cubicBezTo>
                  <a:pt x="284778" y="352184"/>
                  <a:pt x="275156" y="361802"/>
                  <a:pt x="263287" y="361802"/>
                </a:cubicBezTo>
                <a:cubicBezTo>
                  <a:pt x="251414" y="361802"/>
                  <a:pt x="241792" y="352184"/>
                  <a:pt x="241792" y="340311"/>
                </a:cubicBezTo>
                <a:cubicBezTo>
                  <a:pt x="241792" y="328438"/>
                  <a:pt x="251414" y="318820"/>
                  <a:pt x="263287" y="318820"/>
                </a:cubicBezTo>
                <a:close/>
                <a:moveTo>
                  <a:pt x="182689" y="318820"/>
                </a:moveTo>
                <a:cubicBezTo>
                  <a:pt x="194562" y="318820"/>
                  <a:pt x="204184" y="328438"/>
                  <a:pt x="204184" y="340311"/>
                </a:cubicBezTo>
                <a:cubicBezTo>
                  <a:pt x="204184" y="352184"/>
                  <a:pt x="194557" y="361802"/>
                  <a:pt x="182689" y="361802"/>
                </a:cubicBezTo>
                <a:cubicBezTo>
                  <a:pt x="170820" y="361802"/>
                  <a:pt x="161193" y="352184"/>
                  <a:pt x="161193" y="340311"/>
                </a:cubicBezTo>
                <a:cubicBezTo>
                  <a:pt x="161193" y="328438"/>
                  <a:pt x="170816" y="318820"/>
                  <a:pt x="182689" y="318820"/>
                </a:cubicBezTo>
                <a:close/>
                <a:moveTo>
                  <a:pt x="102090" y="318820"/>
                </a:moveTo>
                <a:cubicBezTo>
                  <a:pt x="113963" y="318820"/>
                  <a:pt x="123585" y="328438"/>
                  <a:pt x="123585" y="340311"/>
                </a:cubicBezTo>
                <a:cubicBezTo>
                  <a:pt x="123585" y="352184"/>
                  <a:pt x="113963" y="361802"/>
                  <a:pt x="102090" y="361802"/>
                </a:cubicBezTo>
                <a:cubicBezTo>
                  <a:pt x="90217" y="361802"/>
                  <a:pt x="80599" y="352184"/>
                  <a:pt x="80599" y="340311"/>
                </a:cubicBezTo>
                <a:cubicBezTo>
                  <a:pt x="80599" y="328438"/>
                  <a:pt x="90217" y="318820"/>
                  <a:pt x="102090" y="318820"/>
                </a:cubicBezTo>
                <a:close/>
                <a:moveTo>
                  <a:pt x="21496" y="239113"/>
                </a:moveTo>
                <a:cubicBezTo>
                  <a:pt x="33360" y="239113"/>
                  <a:pt x="42987" y="248731"/>
                  <a:pt x="42987" y="260604"/>
                </a:cubicBezTo>
                <a:cubicBezTo>
                  <a:pt x="42987" y="272477"/>
                  <a:pt x="33360" y="282100"/>
                  <a:pt x="21496" y="282100"/>
                </a:cubicBezTo>
                <a:cubicBezTo>
                  <a:pt x="9623" y="282100"/>
                  <a:pt x="0" y="272477"/>
                  <a:pt x="0" y="260604"/>
                </a:cubicBezTo>
                <a:cubicBezTo>
                  <a:pt x="0" y="248731"/>
                  <a:pt x="9623" y="239113"/>
                  <a:pt x="21496" y="239113"/>
                </a:cubicBezTo>
                <a:close/>
                <a:moveTo>
                  <a:pt x="343882" y="239113"/>
                </a:moveTo>
                <a:cubicBezTo>
                  <a:pt x="355755" y="239113"/>
                  <a:pt x="365377" y="248731"/>
                  <a:pt x="365377" y="260604"/>
                </a:cubicBezTo>
                <a:cubicBezTo>
                  <a:pt x="365377" y="272477"/>
                  <a:pt x="355755" y="282100"/>
                  <a:pt x="343882" y="282100"/>
                </a:cubicBezTo>
                <a:cubicBezTo>
                  <a:pt x="332013" y="282100"/>
                  <a:pt x="322390" y="272477"/>
                  <a:pt x="322390" y="260604"/>
                </a:cubicBezTo>
                <a:cubicBezTo>
                  <a:pt x="322390" y="248731"/>
                  <a:pt x="332013" y="239113"/>
                  <a:pt x="343882" y="239113"/>
                </a:cubicBezTo>
                <a:close/>
                <a:moveTo>
                  <a:pt x="263287" y="239113"/>
                </a:moveTo>
                <a:cubicBezTo>
                  <a:pt x="275160" y="239113"/>
                  <a:pt x="284778" y="248731"/>
                  <a:pt x="284778" y="260604"/>
                </a:cubicBezTo>
                <a:cubicBezTo>
                  <a:pt x="284778" y="272477"/>
                  <a:pt x="275156" y="282100"/>
                  <a:pt x="263287" y="282100"/>
                </a:cubicBezTo>
                <a:cubicBezTo>
                  <a:pt x="251414" y="282100"/>
                  <a:pt x="241792" y="272477"/>
                  <a:pt x="241792" y="260604"/>
                </a:cubicBezTo>
                <a:cubicBezTo>
                  <a:pt x="241792" y="248731"/>
                  <a:pt x="251414" y="239113"/>
                  <a:pt x="263287" y="239113"/>
                </a:cubicBezTo>
                <a:close/>
                <a:moveTo>
                  <a:pt x="182689" y="239113"/>
                </a:moveTo>
                <a:cubicBezTo>
                  <a:pt x="194562" y="239113"/>
                  <a:pt x="204184" y="248731"/>
                  <a:pt x="204184" y="260604"/>
                </a:cubicBezTo>
                <a:cubicBezTo>
                  <a:pt x="204184" y="272477"/>
                  <a:pt x="194557" y="282100"/>
                  <a:pt x="182689" y="282100"/>
                </a:cubicBezTo>
                <a:cubicBezTo>
                  <a:pt x="170820" y="282100"/>
                  <a:pt x="161193" y="272477"/>
                  <a:pt x="161193" y="260604"/>
                </a:cubicBezTo>
                <a:cubicBezTo>
                  <a:pt x="161193" y="248731"/>
                  <a:pt x="170816" y="239113"/>
                  <a:pt x="182689" y="239113"/>
                </a:cubicBezTo>
                <a:close/>
                <a:moveTo>
                  <a:pt x="102090" y="239113"/>
                </a:moveTo>
                <a:cubicBezTo>
                  <a:pt x="113963" y="239113"/>
                  <a:pt x="123585" y="248731"/>
                  <a:pt x="123585" y="260604"/>
                </a:cubicBezTo>
                <a:cubicBezTo>
                  <a:pt x="123585" y="272477"/>
                  <a:pt x="113963" y="282100"/>
                  <a:pt x="102090" y="282100"/>
                </a:cubicBezTo>
                <a:cubicBezTo>
                  <a:pt x="90217" y="282100"/>
                  <a:pt x="80599" y="272477"/>
                  <a:pt x="80599" y="260604"/>
                </a:cubicBezTo>
                <a:cubicBezTo>
                  <a:pt x="80599" y="248731"/>
                  <a:pt x="90217" y="239113"/>
                  <a:pt x="102090" y="239113"/>
                </a:cubicBezTo>
                <a:close/>
                <a:moveTo>
                  <a:pt x="21496" y="159406"/>
                </a:moveTo>
                <a:cubicBezTo>
                  <a:pt x="33360" y="159406"/>
                  <a:pt x="42987" y="169024"/>
                  <a:pt x="42987" y="180897"/>
                </a:cubicBezTo>
                <a:cubicBezTo>
                  <a:pt x="42987" y="192774"/>
                  <a:pt x="33360" y="202392"/>
                  <a:pt x="21496" y="202392"/>
                </a:cubicBezTo>
                <a:cubicBezTo>
                  <a:pt x="9623" y="202392"/>
                  <a:pt x="0" y="192774"/>
                  <a:pt x="0" y="180897"/>
                </a:cubicBezTo>
                <a:cubicBezTo>
                  <a:pt x="0" y="169028"/>
                  <a:pt x="9623" y="159406"/>
                  <a:pt x="21496" y="159406"/>
                </a:cubicBezTo>
                <a:close/>
                <a:moveTo>
                  <a:pt x="343882" y="159406"/>
                </a:moveTo>
                <a:cubicBezTo>
                  <a:pt x="355755" y="159406"/>
                  <a:pt x="365377" y="169024"/>
                  <a:pt x="365377" y="180897"/>
                </a:cubicBezTo>
                <a:cubicBezTo>
                  <a:pt x="365377" y="192774"/>
                  <a:pt x="355755" y="202392"/>
                  <a:pt x="343882" y="202392"/>
                </a:cubicBezTo>
                <a:cubicBezTo>
                  <a:pt x="332013" y="202392"/>
                  <a:pt x="322390" y="192774"/>
                  <a:pt x="322390" y="180897"/>
                </a:cubicBezTo>
                <a:cubicBezTo>
                  <a:pt x="322390" y="169028"/>
                  <a:pt x="332013" y="159406"/>
                  <a:pt x="343882" y="159406"/>
                </a:cubicBezTo>
                <a:close/>
                <a:moveTo>
                  <a:pt x="263287" y="159406"/>
                </a:moveTo>
                <a:cubicBezTo>
                  <a:pt x="275160" y="159406"/>
                  <a:pt x="284778" y="169024"/>
                  <a:pt x="284778" y="180897"/>
                </a:cubicBezTo>
                <a:cubicBezTo>
                  <a:pt x="284778" y="192774"/>
                  <a:pt x="275156" y="202392"/>
                  <a:pt x="263287" y="202392"/>
                </a:cubicBezTo>
                <a:cubicBezTo>
                  <a:pt x="251414" y="202392"/>
                  <a:pt x="241792" y="192774"/>
                  <a:pt x="241792" y="180897"/>
                </a:cubicBezTo>
                <a:cubicBezTo>
                  <a:pt x="241792" y="169028"/>
                  <a:pt x="251414" y="159406"/>
                  <a:pt x="263287" y="159406"/>
                </a:cubicBezTo>
                <a:close/>
                <a:moveTo>
                  <a:pt x="182689" y="159406"/>
                </a:moveTo>
                <a:cubicBezTo>
                  <a:pt x="194562" y="159406"/>
                  <a:pt x="204184" y="169024"/>
                  <a:pt x="204184" y="180897"/>
                </a:cubicBezTo>
                <a:cubicBezTo>
                  <a:pt x="204184" y="192774"/>
                  <a:pt x="194557" y="202392"/>
                  <a:pt x="182689" y="202392"/>
                </a:cubicBezTo>
                <a:cubicBezTo>
                  <a:pt x="170820" y="202392"/>
                  <a:pt x="161193" y="192774"/>
                  <a:pt x="161193" y="180897"/>
                </a:cubicBezTo>
                <a:cubicBezTo>
                  <a:pt x="161193" y="169028"/>
                  <a:pt x="170816" y="159406"/>
                  <a:pt x="182689" y="159406"/>
                </a:cubicBezTo>
                <a:close/>
                <a:moveTo>
                  <a:pt x="102090" y="159406"/>
                </a:moveTo>
                <a:cubicBezTo>
                  <a:pt x="113963" y="159406"/>
                  <a:pt x="123585" y="169024"/>
                  <a:pt x="123585" y="180897"/>
                </a:cubicBezTo>
                <a:cubicBezTo>
                  <a:pt x="123585" y="192774"/>
                  <a:pt x="113963" y="202392"/>
                  <a:pt x="102090" y="202392"/>
                </a:cubicBezTo>
                <a:cubicBezTo>
                  <a:pt x="90217" y="202392"/>
                  <a:pt x="80599" y="192774"/>
                  <a:pt x="80599" y="180897"/>
                </a:cubicBezTo>
                <a:cubicBezTo>
                  <a:pt x="80599" y="169028"/>
                  <a:pt x="90217" y="159406"/>
                  <a:pt x="102090" y="159406"/>
                </a:cubicBezTo>
                <a:close/>
                <a:moveTo>
                  <a:pt x="21496" y="79703"/>
                </a:moveTo>
                <a:cubicBezTo>
                  <a:pt x="33360" y="79703"/>
                  <a:pt x="42987" y="89325"/>
                  <a:pt x="42987" y="101198"/>
                </a:cubicBezTo>
                <a:cubicBezTo>
                  <a:pt x="42987" y="113071"/>
                  <a:pt x="33360" y="122690"/>
                  <a:pt x="21496" y="122690"/>
                </a:cubicBezTo>
                <a:cubicBezTo>
                  <a:pt x="9623" y="122690"/>
                  <a:pt x="0" y="113071"/>
                  <a:pt x="0" y="101198"/>
                </a:cubicBezTo>
                <a:cubicBezTo>
                  <a:pt x="0" y="89325"/>
                  <a:pt x="9623" y="79703"/>
                  <a:pt x="21496" y="79703"/>
                </a:cubicBezTo>
                <a:close/>
                <a:moveTo>
                  <a:pt x="343882" y="79703"/>
                </a:moveTo>
                <a:cubicBezTo>
                  <a:pt x="355755" y="79703"/>
                  <a:pt x="365377" y="89325"/>
                  <a:pt x="365377" y="101198"/>
                </a:cubicBezTo>
                <a:cubicBezTo>
                  <a:pt x="365377" y="113071"/>
                  <a:pt x="355755" y="122690"/>
                  <a:pt x="343882" y="122690"/>
                </a:cubicBezTo>
                <a:cubicBezTo>
                  <a:pt x="332013" y="122690"/>
                  <a:pt x="322390" y="113071"/>
                  <a:pt x="322390" y="101198"/>
                </a:cubicBezTo>
                <a:cubicBezTo>
                  <a:pt x="322390" y="89325"/>
                  <a:pt x="332013" y="79703"/>
                  <a:pt x="343882" y="79703"/>
                </a:cubicBezTo>
                <a:close/>
                <a:moveTo>
                  <a:pt x="263287" y="79703"/>
                </a:moveTo>
                <a:cubicBezTo>
                  <a:pt x="275160" y="79703"/>
                  <a:pt x="284778" y="89325"/>
                  <a:pt x="284778" y="101198"/>
                </a:cubicBezTo>
                <a:cubicBezTo>
                  <a:pt x="284778" y="113071"/>
                  <a:pt x="275156" y="122690"/>
                  <a:pt x="263287" y="122690"/>
                </a:cubicBezTo>
                <a:cubicBezTo>
                  <a:pt x="251414" y="122690"/>
                  <a:pt x="241792" y="113071"/>
                  <a:pt x="241792" y="101198"/>
                </a:cubicBezTo>
                <a:cubicBezTo>
                  <a:pt x="241792" y="89325"/>
                  <a:pt x="251414" y="79703"/>
                  <a:pt x="263287" y="79703"/>
                </a:cubicBezTo>
                <a:close/>
                <a:moveTo>
                  <a:pt x="182689" y="79703"/>
                </a:moveTo>
                <a:cubicBezTo>
                  <a:pt x="194562" y="79703"/>
                  <a:pt x="204184" y="89325"/>
                  <a:pt x="204184" y="101198"/>
                </a:cubicBezTo>
                <a:cubicBezTo>
                  <a:pt x="204184" y="113071"/>
                  <a:pt x="194557" y="122690"/>
                  <a:pt x="182689" y="122690"/>
                </a:cubicBezTo>
                <a:cubicBezTo>
                  <a:pt x="170820" y="122690"/>
                  <a:pt x="161193" y="113071"/>
                  <a:pt x="161193" y="101198"/>
                </a:cubicBezTo>
                <a:cubicBezTo>
                  <a:pt x="161193" y="89325"/>
                  <a:pt x="170816" y="79703"/>
                  <a:pt x="182689" y="79703"/>
                </a:cubicBezTo>
                <a:close/>
                <a:moveTo>
                  <a:pt x="102090" y="79703"/>
                </a:moveTo>
                <a:cubicBezTo>
                  <a:pt x="113963" y="79703"/>
                  <a:pt x="123585" y="89325"/>
                  <a:pt x="123585" y="101198"/>
                </a:cubicBezTo>
                <a:cubicBezTo>
                  <a:pt x="123585" y="113071"/>
                  <a:pt x="113963" y="122690"/>
                  <a:pt x="102090" y="122690"/>
                </a:cubicBezTo>
                <a:cubicBezTo>
                  <a:pt x="90217" y="122690"/>
                  <a:pt x="80599" y="113071"/>
                  <a:pt x="80599" y="101198"/>
                </a:cubicBezTo>
                <a:cubicBezTo>
                  <a:pt x="80599" y="89325"/>
                  <a:pt x="90217" y="79703"/>
                  <a:pt x="102090" y="79703"/>
                </a:cubicBezTo>
                <a:close/>
                <a:moveTo>
                  <a:pt x="343882" y="0"/>
                </a:moveTo>
                <a:cubicBezTo>
                  <a:pt x="355755" y="0"/>
                  <a:pt x="365377" y="9618"/>
                  <a:pt x="365377" y="21491"/>
                </a:cubicBezTo>
                <a:cubicBezTo>
                  <a:pt x="365377" y="33364"/>
                  <a:pt x="355755" y="42983"/>
                  <a:pt x="343882" y="42983"/>
                </a:cubicBezTo>
                <a:cubicBezTo>
                  <a:pt x="332013" y="42983"/>
                  <a:pt x="322390" y="33364"/>
                  <a:pt x="322390" y="21491"/>
                </a:cubicBezTo>
                <a:cubicBezTo>
                  <a:pt x="322390" y="9618"/>
                  <a:pt x="332013" y="0"/>
                  <a:pt x="343882" y="0"/>
                </a:cubicBezTo>
                <a:close/>
                <a:moveTo>
                  <a:pt x="263287" y="0"/>
                </a:moveTo>
                <a:cubicBezTo>
                  <a:pt x="275160" y="0"/>
                  <a:pt x="284778" y="9618"/>
                  <a:pt x="284778" y="21491"/>
                </a:cubicBezTo>
                <a:cubicBezTo>
                  <a:pt x="284778" y="33364"/>
                  <a:pt x="275156" y="42983"/>
                  <a:pt x="263287" y="42983"/>
                </a:cubicBezTo>
                <a:cubicBezTo>
                  <a:pt x="251414" y="42983"/>
                  <a:pt x="241792" y="33364"/>
                  <a:pt x="241792" y="21491"/>
                </a:cubicBezTo>
                <a:cubicBezTo>
                  <a:pt x="241792" y="9618"/>
                  <a:pt x="251414" y="0"/>
                  <a:pt x="263287" y="0"/>
                </a:cubicBezTo>
                <a:close/>
                <a:moveTo>
                  <a:pt x="182689" y="0"/>
                </a:moveTo>
                <a:cubicBezTo>
                  <a:pt x="194562" y="0"/>
                  <a:pt x="204184" y="9618"/>
                  <a:pt x="204184" y="21491"/>
                </a:cubicBezTo>
                <a:cubicBezTo>
                  <a:pt x="204184" y="33364"/>
                  <a:pt x="194557" y="42983"/>
                  <a:pt x="182689" y="42983"/>
                </a:cubicBezTo>
                <a:cubicBezTo>
                  <a:pt x="170820" y="42983"/>
                  <a:pt x="161193" y="33364"/>
                  <a:pt x="161193" y="21491"/>
                </a:cubicBezTo>
                <a:cubicBezTo>
                  <a:pt x="161193" y="9618"/>
                  <a:pt x="170816" y="0"/>
                  <a:pt x="182689" y="0"/>
                </a:cubicBezTo>
                <a:close/>
                <a:moveTo>
                  <a:pt x="102090" y="0"/>
                </a:moveTo>
                <a:cubicBezTo>
                  <a:pt x="113963" y="0"/>
                  <a:pt x="123585" y="9618"/>
                  <a:pt x="123585" y="21491"/>
                </a:cubicBezTo>
                <a:cubicBezTo>
                  <a:pt x="123585" y="33364"/>
                  <a:pt x="113963" y="42983"/>
                  <a:pt x="102090" y="42983"/>
                </a:cubicBezTo>
                <a:cubicBezTo>
                  <a:pt x="90217" y="42983"/>
                  <a:pt x="80599" y="33364"/>
                  <a:pt x="80599" y="21491"/>
                </a:cubicBezTo>
                <a:cubicBezTo>
                  <a:pt x="80599" y="9618"/>
                  <a:pt x="90217" y="0"/>
                  <a:pt x="102090" y="0"/>
                </a:cubicBezTo>
                <a:close/>
              </a:path>
            </a:pathLst>
          </a:custGeom>
          <a:solidFill>
            <a:schemeClr val="accent1"/>
          </a:soli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22" name="图形"/>
          <p:cNvSpPr/>
          <p:nvPr/>
        </p:nvSpPr>
        <p:spPr>
          <a:xfrm>
            <a:off x="1" y="6673100"/>
            <a:ext cx="6224180" cy="184903"/>
          </a:xfrm>
          <a:custGeom>
            <a:avLst/>
            <a:gdLst>
              <a:gd name="connsiteX0" fmla="*/ 0 w 6224180"/>
              <a:gd name="connsiteY0" fmla="*/ 0 h 184903"/>
              <a:gd name="connsiteX1" fmla="*/ 6224180 w 6224180"/>
              <a:gd name="connsiteY1" fmla="*/ 0 h 184903"/>
              <a:gd name="connsiteX2" fmla="*/ 6117735 w 6224180"/>
              <a:gd name="connsiteY2" fmla="*/ 184903 h 184903"/>
              <a:gd name="connsiteX3" fmla="*/ 0 w 6224180"/>
              <a:gd name="connsiteY3" fmla="*/ 184903 h 184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4180" h="184903">
                <a:moveTo>
                  <a:pt x="0" y="0"/>
                </a:moveTo>
                <a:lnTo>
                  <a:pt x="6224180" y="0"/>
                </a:lnTo>
                <a:lnTo>
                  <a:pt x="6117735" y="184903"/>
                </a:lnTo>
                <a:lnTo>
                  <a:pt x="0" y="18490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42" name="文本框 41"/>
          <p:cNvSpPr txBox="1"/>
          <p:nvPr/>
        </p:nvSpPr>
        <p:spPr>
          <a:xfrm>
            <a:off x="561975" y="1812210"/>
            <a:ext cx="5956922" cy="2682191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5000" b="1" dirty="0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生活垃圾资源化利用与"无废城市"建设的 实践路径研究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656516" y="4763331"/>
            <a:ext cx="11472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曹紫琳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 prLst="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5" dur="500" tmFilter="0,0; .5, 1; 1, 1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ldLvl="0" animBg="1"/>
      <p:bldP spid="4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65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66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67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68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69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70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71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72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73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74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75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-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880658" y="866553"/>
            <a:ext cx="2425009" cy="915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5400" b="1">
                <a:solidFill>
                  <a:srgbClr val="000000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目录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1921917" y="1942297"/>
            <a:ext cx="8352928" cy="0"/>
          </a:xfrm>
          <a:prstGeom prst="line">
            <a:avLst/>
          </a:prstGeom>
          <a:solidFill>
            <a:srgbClr val="313530"/>
          </a:solidFill>
          <a:ln w="9525" cap="flat" cmpd="sng" algn="ctr">
            <a:solidFill>
              <a:srgbClr val="313530">
                <a:lumMod val="50000"/>
                <a:lumOff val="50000"/>
              </a:srgbClr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4" name="组合 63"/>
          <p:cNvGrpSpPr/>
          <p:nvPr/>
        </p:nvGrpSpPr>
        <p:grpSpPr>
          <a:xfrm>
            <a:off x="3290069" y="2201634"/>
            <a:ext cx="5621084" cy="633119"/>
            <a:chOff x="3290069" y="1528097"/>
            <a:chExt cx="5621084" cy="633119"/>
          </a:xfrm>
        </p:grpSpPr>
        <p:sp>
          <p:nvSpPr>
            <p:cNvPr id="33" name="Freeform 18"/>
            <p:cNvSpPr/>
            <p:nvPr/>
          </p:nvSpPr>
          <p:spPr>
            <a:xfrm>
              <a:off x="3290069" y="1535115"/>
              <a:ext cx="587708" cy="587708"/>
            </a:xfrm>
            <a:custGeom>
              <a:avLst/>
              <a:gdLst>
                <a:gd name="T0" fmla="*/ 56 w 826"/>
                <a:gd name="T1" fmla="*/ 0 h 826"/>
                <a:gd name="T2" fmla="*/ 771 w 826"/>
                <a:gd name="T3" fmla="*/ 0 h 826"/>
                <a:gd name="T4" fmla="*/ 826 w 826"/>
                <a:gd name="T5" fmla="*/ 55 h 826"/>
                <a:gd name="T6" fmla="*/ 826 w 826"/>
                <a:gd name="T7" fmla="*/ 770 h 826"/>
                <a:gd name="T8" fmla="*/ 771 w 826"/>
                <a:gd name="T9" fmla="*/ 826 h 826"/>
                <a:gd name="T10" fmla="*/ 56 w 826"/>
                <a:gd name="T11" fmla="*/ 826 h 826"/>
                <a:gd name="T12" fmla="*/ 0 w 826"/>
                <a:gd name="T13" fmla="*/ 770 h 826"/>
                <a:gd name="T14" fmla="*/ 0 w 826"/>
                <a:gd name="T15" fmla="*/ 55 h 826"/>
                <a:gd name="T16" fmla="*/ 56 w 826"/>
                <a:gd name="T17" fmla="*/ 0 h 8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5" h="825">
                  <a:moveTo>
                    <a:pt x="56" y="0"/>
                  </a:moveTo>
                  <a:lnTo>
                    <a:pt x="771" y="0"/>
                  </a:lnTo>
                  <a:cubicBezTo>
                    <a:pt x="801" y="0"/>
                    <a:pt x="826" y="25"/>
                    <a:pt x="826" y="55"/>
                  </a:cubicBezTo>
                  <a:lnTo>
                    <a:pt x="826" y="770"/>
                  </a:lnTo>
                  <a:cubicBezTo>
                    <a:pt x="826" y="801"/>
                    <a:pt x="801" y="826"/>
                    <a:pt x="771" y="826"/>
                  </a:cubicBezTo>
                  <a:lnTo>
                    <a:pt x="56" y="826"/>
                  </a:lnTo>
                  <a:cubicBezTo>
                    <a:pt x="25" y="826"/>
                    <a:pt x="0" y="801"/>
                    <a:pt x="0" y="770"/>
                  </a:cubicBezTo>
                  <a:lnTo>
                    <a:pt x="0" y="55"/>
                  </a:lnTo>
                  <a:cubicBezTo>
                    <a:pt x="0" y="25"/>
                    <a:pt x="25" y="0"/>
                    <a:pt x="56" y="0"/>
                  </a:cubicBezTo>
                  <a:close/>
                </a:path>
              </a:pathLst>
            </a:custGeom>
            <a:solidFill>
              <a:srgbClr val="3A221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4" name="Freeform 19"/>
            <p:cNvSpPr/>
            <p:nvPr/>
          </p:nvSpPr>
          <p:spPr>
            <a:xfrm>
              <a:off x="3335845" y="1576461"/>
              <a:ext cx="586232" cy="584755"/>
            </a:xfrm>
            <a:custGeom>
              <a:avLst/>
              <a:gdLst>
                <a:gd name="T0" fmla="*/ 785 w 823"/>
                <a:gd name="T1" fmla="*/ 0 h 823"/>
                <a:gd name="T2" fmla="*/ 823 w 823"/>
                <a:gd name="T3" fmla="*/ 52 h 823"/>
                <a:gd name="T4" fmla="*/ 823 w 823"/>
                <a:gd name="T5" fmla="*/ 768 h 823"/>
                <a:gd name="T6" fmla="*/ 768 w 823"/>
                <a:gd name="T7" fmla="*/ 823 h 823"/>
                <a:gd name="T8" fmla="*/ 53 w 823"/>
                <a:gd name="T9" fmla="*/ 823 h 823"/>
                <a:gd name="T10" fmla="*/ 0 w 823"/>
                <a:gd name="T11" fmla="*/ 785 h 823"/>
                <a:gd name="T12" fmla="*/ 17 w 823"/>
                <a:gd name="T13" fmla="*/ 788 h 823"/>
                <a:gd name="T14" fmla="*/ 732 w 823"/>
                <a:gd name="T15" fmla="*/ 788 h 823"/>
                <a:gd name="T16" fmla="*/ 788 w 823"/>
                <a:gd name="T17" fmla="*/ 732 h 823"/>
                <a:gd name="T18" fmla="*/ 788 w 823"/>
                <a:gd name="T19" fmla="*/ 17 h 823"/>
                <a:gd name="T20" fmla="*/ 785 w 823"/>
                <a:gd name="T21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823">
                  <a:moveTo>
                    <a:pt x="785" y="0"/>
                  </a:moveTo>
                  <a:cubicBezTo>
                    <a:pt x="807" y="7"/>
                    <a:pt x="823" y="28"/>
                    <a:pt x="823" y="52"/>
                  </a:cubicBezTo>
                  <a:lnTo>
                    <a:pt x="823" y="768"/>
                  </a:lnTo>
                  <a:cubicBezTo>
                    <a:pt x="823" y="798"/>
                    <a:pt x="798" y="823"/>
                    <a:pt x="768" y="823"/>
                  </a:cubicBezTo>
                  <a:lnTo>
                    <a:pt x="53" y="823"/>
                  </a:lnTo>
                  <a:cubicBezTo>
                    <a:pt x="28" y="823"/>
                    <a:pt x="7" y="807"/>
                    <a:pt x="0" y="785"/>
                  </a:cubicBezTo>
                  <a:cubicBezTo>
                    <a:pt x="5" y="787"/>
                    <a:pt x="11" y="788"/>
                    <a:pt x="17" y="788"/>
                  </a:cubicBezTo>
                  <a:lnTo>
                    <a:pt x="732" y="788"/>
                  </a:lnTo>
                  <a:cubicBezTo>
                    <a:pt x="763" y="788"/>
                    <a:pt x="788" y="763"/>
                    <a:pt x="788" y="732"/>
                  </a:cubicBezTo>
                  <a:lnTo>
                    <a:pt x="788" y="17"/>
                  </a:lnTo>
                  <a:cubicBezTo>
                    <a:pt x="788" y="11"/>
                    <a:pt x="787" y="5"/>
                    <a:pt x="785" y="0"/>
                  </a:cubicBezTo>
                  <a:close/>
                </a:path>
              </a:pathLst>
            </a:custGeom>
            <a:solidFill>
              <a:srgbClr val="3A2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43" name="Freeform 24"/>
            <p:cNvSpPr/>
            <p:nvPr/>
          </p:nvSpPr>
          <p:spPr>
            <a:xfrm>
              <a:off x="4113718" y="1542633"/>
              <a:ext cx="4797435" cy="599091"/>
            </a:xfrm>
            <a:custGeom>
              <a:avLst/>
              <a:gdLst>
                <a:gd name="T0" fmla="*/ 91 w 8683"/>
                <a:gd name="T1" fmla="*/ 0 h 865"/>
                <a:gd name="T2" fmla="*/ 8591 w 8683"/>
                <a:gd name="T3" fmla="*/ 0 h 865"/>
                <a:gd name="T4" fmla="*/ 8683 w 8683"/>
                <a:gd name="T5" fmla="*/ 91 h 865"/>
                <a:gd name="T6" fmla="*/ 8683 w 8683"/>
                <a:gd name="T7" fmla="*/ 774 h 865"/>
                <a:gd name="T8" fmla="*/ 8591 w 8683"/>
                <a:gd name="T9" fmla="*/ 865 h 865"/>
                <a:gd name="T10" fmla="*/ 91 w 8683"/>
                <a:gd name="T11" fmla="*/ 865 h 865"/>
                <a:gd name="T12" fmla="*/ 0 w 8683"/>
                <a:gd name="T13" fmla="*/ 774 h 865"/>
                <a:gd name="T14" fmla="*/ 0 w 8683"/>
                <a:gd name="T15" fmla="*/ 91 h 865"/>
                <a:gd name="T16" fmla="*/ 91 w 8683"/>
                <a:gd name="T17" fmla="*/ 0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83" h="865">
                  <a:moveTo>
                    <a:pt x="91" y="0"/>
                  </a:moveTo>
                  <a:lnTo>
                    <a:pt x="8591" y="0"/>
                  </a:lnTo>
                  <a:cubicBezTo>
                    <a:pt x="8642" y="0"/>
                    <a:pt x="8683" y="41"/>
                    <a:pt x="8683" y="91"/>
                  </a:cubicBezTo>
                  <a:lnTo>
                    <a:pt x="8683" y="774"/>
                  </a:lnTo>
                  <a:cubicBezTo>
                    <a:pt x="8683" y="824"/>
                    <a:pt x="8642" y="865"/>
                    <a:pt x="8591" y="865"/>
                  </a:cubicBezTo>
                  <a:lnTo>
                    <a:pt x="91" y="865"/>
                  </a:lnTo>
                  <a:cubicBezTo>
                    <a:pt x="41" y="865"/>
                    <a:pt x="0" y="824"/>
                    <a:pt x="0" y="774"/>
                  </a:cubicBezTo>
                  <a:lnTo>
                    <a:pt x="0" y="91"/>
                  </a:lnTo>
                  <a:cubicBezTo>
                    <a:pt x="0" y="41"/>
                    <a:pt x="41" y="0"/>
                    <a:pt x="91" y="0"/>
                  </a:cubicBezTo>
                  <a:close/>
                </a:path>
              </a:pathLst>
            </a:custGeom>
            <a:solidFill>
              <a:srgbClr val="F3F3F3"/>
            </a:solidFill>
            <a:ln w="9525" cap="flat">
              <a:solidFill>
                <a:srgbClr val="313530">
                  <a:lumMod val="40000"/>
                  <a:lumOff val="60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163199" y="1565459"/>
              <a:ext cx="4452892" cy="518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2800" kern="120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313530"/>
                  </a:solidFill>
                  <a:uLnTx/>
                  <a:uFillTx/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引言</a:t>
              </a:r>
            </a:p>
          </p:txBody>
        </p:sp>
        <p:sp>
          <p:nvSpPr>
            <p:cNvPr id="53" name="TextBox 58"/>
            <p:cNvSpPr txBox="1"/>
            <p:nvPr/>
          </p:nvSpPr>
          <p:spPr>
            <a:xfrm>
              <a:off x="3418619" y="1528097"/>
              <a:ext cx="342938" cy="57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zh-CN" sz="3200">
                  <a:solidFill>
                    <a:srgbClr val="FFFFF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290069" y="3002382"/>
            <a:ext cx="6053351" cy="648113"/>
            <a:chOff x="3290069" y="2328845"/>
            <a:chExt cx="6053351" cy="648113"/>
          </a:xfrm>
        </p:grpSpPr>
        <p:sp>
          <p:nvSpPr>
            <p:cNvPr id="35" name="Freeform 22"/>
            <p:cNvSpPr/>
            <p:nvPr/>
          </p:nvSpPr>
          <p:spPr>
            <a:xfrm>
              <a:off x="3290069" y="2350228"/>
              <a:ext cx="587708" cy="586231"/>
            </a:xfrm>
            <a:custGeom>
              <a:avLst/>
              <a:gdLst>
                <a:gd name="T0" fmla="*/ 56 w 826"/>
                <a:gd name="T1" fmla="*/ 0 h 826"/>
                <a:gd name="T2" fmla="*/ 771 w 826"/>
                <a:gd name="T3" fmla="*/ 0 h 826"/>
                <a:gd name="T4" fmla="*/ 826 w 826"/>
                <a:gd name="T5" fmla="*/ 56 h 826"/>
                <a:gd name="T6" fmla="*/ 826 w 826"/>
                <a:gd name="T7" fmla="*/ 771 h 826"/>
                <a:gd name="T8" fmla="*/ 771 w 826"/>
                <a:gd name="T9" fmla="*/ 826 h 826"/>
                <a:gd name="T10" fmla="*/ 56 w 826"/>
                <a:gd name="T11" fmla="*/ 826 h 826"/>
                <a:gd name="T12" fmla="*/ 0 w 826"/>
                <a:gd name="T13" fmla="*/ 771 h 826"/>
                <a:gd name="T14" fmla="*/ 0 w 826"/>
                <a:gd name="T15" fmla="*/ 56 h 826"/>
                <a:gd name="T16" fmla="*/ 56 w 826"/>
                <a:gd name="T17" fmla="*/ 0 h 8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5" h="825">
                  <a:moveTo>
                    <a:pt x="56" y="0"/>
                  </a:moveTo>
                  <a:lnTo>
                    <a:pt x="771" y="0"/>
                  </a:lnTo>
                  <a:cubicBezTo>
                    <a:pt x="801" y="0"/>
                    <a:pt x="826" y="25"/>
                    <a:pt x="826" y="56"/>
                  </a:cubicBezTo>
                  <a:lnTo>
                    <a:pt x="826" y="771"/>
                  </a:lnTo>
                  <a:cubicBezTo>
                    <a:pt x="826" y="801"/>
                    <a:pt x="801" y="826"/>
                    <a:pt x="771" y="826"/>
                  </a:cubicBezTo>
                  <a:lnTo>
                    <a:pt x="56" y="826"/>
                  </a:lnTo>
                  <a:cubicBezTo>
                    <a:pt x="25" y="826"/>
                    <a:pt x="0" y="801"/>
                    <a:pt x="0" y="771"/>
                  </a:cubicBezTo>
                  <a:lnTo>
                    <a:pt x="0" y="56"/>
                  </a:lnTo>
                  <a:cubicBezTo>
                    <a:pt x="0" y="25"/>
                    <a:pt x="25" y="0"/>
                    <a:pt x="56" y="0"/>
                  </a:cubicBezTo>
                  <a:close/>
                </a:path>
              </a:pathLst>
            </a:custGeom>
            <a:solidFill>
              <a:srgbClr val="3A221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6" name="Freeform 23"/>
            <p:cNvSpPr/>
            <p:nvPr/>
          </p:nvSpPr>
          <p:spPr>
            <a:xfrm>
              <a:off x="3335845" y="2391575"/>
              <a:ext cx="586232" cy="584755"/>
            </a:xfrm>
            <a:custGeom>
              <a:avLst/>
              <a:gdLst>
                <a:gd name="T0" fmla="*/ 785 w 823"/>
                <a:gd name="T1" fmla="*/ 0 h 823"/>
                <a:gd name="T2" fmla="*/ 823 w 823"/>
                <a:gd name="T3" fmla="*/ 53 h 823"/>
                <a:gd name="T4" fmla="*/ 823 w 823"/>
                <a:gd name="T5" fmla="*/ 768 h 823"/>
                <a:gd name="T6" fmla="*/ 768 w 823"/>
                <a:gd name="T7" fmla="*/ 823 h 823"/>
                <a:gd name="T8" fmla="*/ 53 w 823"/>
                <a:gd name="T9" fmla="*/ 823 h 823"/>
                <a:gd name="T10" fmla="*/ 0 w 823"/>
                <a:gd name="T11" fmla="*/ 785 h 823"/>
                <a:gd name="T12" fmla="*/ 17 w 823"/>
                <a:gd name="T13" fmla="*/ 788 h 823"/>
                <a:gd name="T14" fmla="*/ 732 w 823"/>
                <a:gd name="T15" fmla="*/ 788 h 823"/>
                <a:gd name="T16" fmla="*/ 788 w 823"/>
                <a:gd name="T17" fmla="*/ 733 h 823"/>
                <a:gd name="T18" fmla="*/ 788 w 823"/>
                <a:gd name="T19" fmla="*/ 18 h 823"/>
                <a:gd name="T20" fmla="*/ 785 w 823"/>
                <a:gd name="T21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823">
                  <a:moveTo>
                    <a:pt x="785" y="0"/>
                  </a:moveTo>
                  <a:cubicBezTo>
                    <a:pt x="807" y="8"/>
                    <a:pt x="823" y="29"/>
                    <a:pt x="823" y="53"/>
                  </a:cubicBezTo>
                  <a:lnTo>
                    <a:pt x="823" y="768"/>
                  </a:lnTo>
                  <a:cubicBezTo>
                    <a:pt x="823" y="799"/>
                    <a:pt x="798" y="823"/>
                    <a:pt x="768" y="823"/>
                  </a:cubicBezTo>
                  <a:lnTo>
                    <a:pt x="53" y="823"/>
                  </a:lnTo>
                  <a:cubicBezTo>
                    <a:pt x="28" y="823"/>
                    <a:pt x="7" y="807"/>
                    <a:pt x="0" y="785"/>
                  </a:cubicBezTo>
                  <a:cubicBezTo>
                    <a:pt x="5" y="787"/>
                    <a:pt x="11" y="788"/>
                    <a:pt x="17" y="788"/>
                  </a:cubicBezTo>
                  <a:lnTo>
                    <a:pt x="732" y="788"/>
                  </a:lnTo>
                  <a:cubicBezTo>
                    <a:pt x="763" y="788"/>
                    <a:pt x="788" y="763"/>
                    <a:pt x="788" y="733"/>
                  </a:cubicBezTo>
                  <a:lnTo>
                    <a:pt x="788" y="18"/>
                  </a:lnTo>
                  <a:cubicBezTo>
                    <a:pt x="788" y="12"/>
                    <a:pt x="787" y="6"/>
                    <a:pt x="785" y="0"/>
                  </a:cubicBezTo>
                  <a:close/>
                </a:path>
              </a:pathLst>
            </a:custGeom>
            <a:solidFill>
              <a:srgbClr val="3A2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44" name="Freeform 26"/>
            <p:cNvSpPr/>
            <p:nvPr/>
          </p:nvSpPr>
          <p:spPr>
            <a:xfrm>
              <a:off x="4113718" y="2377867"/>
              <a:ext cx="4797435" cy="599091"/>
            </a:xfrm>
            <a:custGeom>
              <a:avLst/>
              <a:gdLst>
                <a:gd name="T0" fmla="*/ 91 w 8683"/>
                <a:gd name="T1" fmla="*/ 0 h 865"/>
                <a:gd name="T2" fmla="*/ 8591 w 8683"/>
                <a:gd name="T3" fmla="*/ 0 h 865"/>
                <a:gd name="T4" fmla="*/ 8683 w 8683"/>
                <a:gd name="T5" fmla="*/ 91 h 865"/>
                <a:gd name="T6" fmla="*/ 8683 w 8683"/>
                <a:gd name="T7" fmla="*/ 774 h 865"/>
                <a:gd name="T8" fmla="*/ 8591 w 8683"/>
                <a:gd name="T9" fmla="*/ 865 h 865"/>
                <a:gd name="T10" fmla="*/ 91 w 8683"/>
                <a:gd name="T11" fmla="*/ 865 h 865"/>
                <a:gd name="T12" fmla="*/ 0 w 8683"/>
                <a:gd name="T13" fmla="*/ 774 h 865"/>
                <a:gd name="T14" fmla="*/ 0 w 8683"/>
                <a:gd name="T15" fmla="*/ 91 h 865"/>
                <a:gd name="T16" fmla="*/ 91 w 8683"/>
                <a:gd name="T17" fmla="*/ 0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83" h="865">
                  <a:moveTo>
                    <a:pt x="91" y="0"/>
                  </a:moveTo>
                  <a:lnTo>
                    <a:pt x="8591" y="0"/>
                  </a:lnTo>
                  <a:cubicBezTo>
                    <a:pt x="8642" y="0"/>
                    <a:pt x="8683" y="41"/>
                    <a:pt x="8683" y="91"/>
                  </a:cubicBezTo>
                  <a:lnTo>
                    <a:pt x="8683" y="774"/>
                  </a:lnTo>
                  <a:cubicBezTo>
                    <a:pt x="8683" y="824"/>
                    <a:pt x="8642" y="865"/>
                    <a:pt x="8591" y="865"/>
                  </a:cubicBezTo>
                  <a:lnTo>
                    <a:pt x="91" y="865"/>
                  </a:lnTo>
                  <a:cubicBezTo>
                    <a:pt x="41" y="865"/>
                    <a:pt x="0" y="824"/>
                    <a:pt x="0" y="774"/>
                  </a:cubicBezTo>
                  <a:lnTo>
                    <a:pt x="0" y="91"/>
                  </a:lnTo>
                  <a:cubicBezTo>
                    <a:pt x="0" y="41"/>
                    <a:pt x="41" y="0"/>
                    <a:pt x="91" y="0"/>
                  </a:cubicBezTo>
                  <a:close/>
                </a:path>
              </a:pathLst>
            </a:custGeom>
            <a:solidFill>
              <a:srgbClr val="F3F3F3"/>
            </a:solidFill>
            <a:ln w="9525" cap="flat">
              <a:solidFill>
                <a:srgbClr val="313530">
                  <a:lumMod val="40000"/>
                  <a:lumOff val="60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591944" y="2407969"/>
              <a:ext cx="3751476" cy="518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32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lvl="0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 kern="0" dirty="0">
                  <a:solidFill>
                    <a:srgbClr val="313530"/>
                  </a:solidFill>
                  <a:latin typeface="宋体" panose="02010600030101010101" pitchFamily="2" charset="-122"/>
                  <a:sym typeface="宋体" panose="02010600030101010101" pitchFamily="2" charset="-122"/>
                </a:rPr>
                <a:t>现状分析</a:t>
              </a:r>
            </a:p>
          </p:txBody>
        </p:sp>
        <p:sp>
          <p:nvSpPr>
            <p:cNvPr id="54" name="TextBox 59"/>
            <p:cNvSpPr txBox="1"/>
            <p:nvPr/>
          </p:nvSpPr>
          <p:spPr>
            <a:xfrm>
              <a:off x="3392548" y="2328845"/>
              <a:ext cx="411688" cy="57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zh-CN" sz="3200">
                  <a:solidFill>
                    <a:srgbClr val="FFFFF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3290069" y="3834882"/>
            <a:ext cx="5621084" cy="668490"/>
            <a:chOff x="3290069" y="3161345"/>
            <a:chExt cx="5621084" cy="668490"/>
          </a:xfrm>
        </p:grpSpPr>
        <p:sp>
          <p:nvSpPr>
            <p:cNvPr id="37" name="Freeform 26"/>
            <p:cNvSpPr/>
            <p:nvPr/>
          </p:nvSpPr>
          <p:spPr>
            <a:xfrm>
              <a:off x="3290069" y="3202258"/>
              <a:ext cx="587708" cy="587708"/>
            </a:xfrm>
            <a:custGeom>
              <a:avLst/>
              <a:gdLst>
                <a:gd name="T0" fmla="*/ 56 w 826"/>
                <a:gd name="T1" fmla="*/ 0 h 826"/>
                <a:gd name="T2" fmla="*/ 771 w 826"/>
                <a:gd name="T3" fmla="*/ 0 h 826"/>
                <a:gd name="T4" fmla="*/ 826 w 826"/>
                <a:gd name="T5" fmla="*/ 55 h 826"/>
                <a:gd name="T6" fmla="*/ 826 w 826"/>
                <a:gd name="T7" fmla="*/ 770 h 826"/>
                <a:gd name="T8" fmla="*/ 771 w 826"/>
                <a:gd name="T9" fmla="*/ 826 h 826"/>
                <a:gd name="T10" fmla="*/ 56 w 826"/>
                <a:gd name="T11" fmla="*/ 826 h 826"/>
                <a:gd name="T12" fmla="*/ 0 w 826"/>
                <a:gd name="T13" fmla="*/ 770 h 826"/>
                <a:gd name="T14" fmla="*/ 0 w 826"/>
                <a:gd name="T15" fmla="*/ 55 h 826"/>
                <a:gd name="T16" fmla="*/ 56 w 826"/>
                <a:gd name="T17" fmla="*/ 0 h 8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5" h="825">
                  <a:moveTo>
                    <a:pt x="56" y="0"/>
                  </a:moveTo>
                  <a:lnTo>
                    <a:pt x="771" y="0"/>
                  </a:lnTo>
                  <a:cubicBezTo>
                    <a:pt x="801" y="0"/>
                    <a:pt x="826" y="25"/>
                    <a:pt x="826" y="55"/>
                  </a:cubicBezTo>
                  <a:lnTo>
                    <a:pt x="826" y="770"/>
                  </a:lnTo>
                  <a:cubicBezTo>
                    <a:pt x="826" y="801"/>
                    <a:pt x="801" y="826"/>
                    <a:pt x="771" y="826"/>
                  </a:cubicBezTo>
                  <a:lnTo>
                    <a:pt x="56" y="826"/>
                  </a:lnTo>
                  <a:cubicBezTo>
                    <a:pt x="25" y="826"/>
                    <a:pt x="0" y="801"/>
                    <a:pt x="0" y="770"/>
                  </a:cubicBezTo>
                  <a:lnTo>
                    <a:pt x="0" y="55"/>
                  </a:lnTo>
                  <a:cubicBezTo>
                    <a:pt x="0" y="25"/>
                    <a:pt x="25" y="0"/>
                    <a:pt x="56" y="0"/>
                  </a:cubicBezTo>
                  <a:close/>
                </a:path>
              </a:pathLst>
            </a:custGeom>
            <a:solidFill>
              <a:srgbClr val="3A221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8" name="Freeform 27"/>
            <p:cNvSpPr/>
            <p:nvPr/>
          </p:nvSpPr>
          <p:spPr>
            <a:xfrm>
              <a:off x="3335845" y="3243604"/>
              <a:ext cx="586232" cy="586231"/>
            </a:xfrm>
            <a:custGeom>
              <a:avLst/>
              <a:gdLst>
                <a:gd name="T0" fmla="*/ 785 w 823"/>
                <a:gd name="T1" fmla="*/ 0 h 823"/>
                <a:gd name="T2" fmla="*/ 823 w 823"/>
                <a:gd name="T3" fmla="*/ 52 h 823"/>
                <a:gd name="T4" fmla="*/ 823 w 823"/>
                <a:gd name="T5" fmla="*/ 768 h 823"/>
                <a:gd name="T6" fmla="*/ 768 w 823"/>
                <a:gd name="T7" fmla="*/ 823 h 823"/>
                <a:gd name="T8" fmla="*/ 53 w 823"/>
                <a:gd name="T9" fmla="*/ 823 h 823"/>
                <a:gd name="T10" fmla="*/ 0 w 823"/>
                <a:gd name="T11" fmla="*/ 785 h 823"/>
                <a:gd name="T12" fmla="*/ 17 w 823"/>
                <a:gd name="T13" fmla="*/ 788 h 823"/>
                <a:gd name="T14" fmla="*/ 732 w 823"/>
                <a:gd name="T15" fmla="*/ 788 h 823"/>
                <a:gd name="T16" fmla="*/ 788 w 823"/>
                <a:gd name="T17" fmla="*/ 732 h 823"/>
                <a:gd name="T18" fmla="*/ 788 w 823"/>
                <a:gd name="T19" fmla="*/ 17 h 823"/>
                <a:gd name="T20" fmla="*/ 785 w 823"/>
                <a:gd name="T21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823">
                  <a:moveTo>
                    <a:pt x="785" y="0"/>
                  </a:moveTo>
                  <a:cubicBezTo>
                    <a:pt x="807" y="7"/>
                    <a:pt x="823" y="28"/>
                    <a:pt x="823" y="52"/>
                  </a:cubicBezTo>
                  <a:lnTo>
                    <a:pt x="823" y="768"/>
                  </a:lnTo>
                  <a:cubicBezTo>
                    <a:pt x="823" y="798"/>
                    <a:pt x="798" y="823"/>
                    <a:pt x="768" y="823"/>
                  </a:cubicBezTo>
                  <a:lnTo>
                    <a:pt x="53" y="823"/>
                  </a:lnTo>
                  <a:cubicBezTo>
                    <a:pt x="28" y="823"/>
                    <a:pt x="7" y="807"/>
                    <a:pt x="0" y="785"/>
                  </a:cubicBezTo>
                  <a:cubicBezTo>
                    <a:pt x="5" y="787"/>
                    <a:pt x="11" y="788"/>
                    <a:pt x="17" y="788"/>
                  </a:cubicBezTo>
                  <a:lnTo>
                    <a:pt x="732" y="788"/>
                  </a:lnTo>
                  <a:cubicBezTo>
                    <a:pt x="763" y="788"/>
                    <a:pt x="788" y="763"/>
                    <a:pt x="788" y="732"/>
                  </a:cubicBezTo>
                  <a:lnTo>
                    <a:pt x="788" y="17"/>
                  </a:lnTo>
                  <a:cubicBezTo>
                    <a:pt x="788" y="11"/>
                    <a:pt x="787" y="5"/>
                    <a:pt x="785" y="0"/>
                  </a:cubicBezTo>
                  <a:close/>
                </a:path>
              </a:pathLst>
            </a:custGeom>
            <a:solidFill>
              <a:srgbClr val="3A2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45" name="Freeform 28"/>
            <p:cNvSpPr/>
            <p:nvPr/>
          </p:nvSpPr>
          <p:spPr>
            <a:xfrm>
              <a:off x="4113718" y="3212099"/>
              <a:ext cx="4797435" cy="599091"/>
            </a:xfrm>
            <a:custGeom>
              <a:avLst/>
              <a:gdLst>
                <a:gd name="T0" fmla="*/ 91 w 8683"/>
                <a:gd name="T1" fmla="*/ 0 h 866"/>
                <a:gd name="T2" fmla="*/ 8591 w 8683"/>
                <a:gd name="T3" fmla="*/ 0 h 866"/>
                <a:gd name="T4" fmla="*/ 8683 w 8683"/>
                <a:gd name="T5" fmla="*/ 91 h 866"/>
                <a:gd name="T6" fmla="*/ 8683 w 8683"/>
                <a:gd name="T7" fmla="*/ 775 h 866"/>
                <a:gd name="T8" fmla="*/ 8591 w 8683"/>
                <a:gd name="T9" fmla="*/ 866 h 866"/>
                <a:gd name="T10" fmla="*/ 91 w 8683"/>
                <a:gd name="T11" fmla="*/ 866 h 866"/>
                <a:gd name="T12" fmla="*/ 0 w 8683"/>
                <a:gd name="T13" fmla="*/ 775 h 866"/>
                <a:gd name="T14" fmla="*/ 0 w 8683"/>
                <a:gd name="T15" fmla="*/ 91 h 866"/>
                <a:gd name="T16" fmla="*/ 91 w 8683"/>
                <a:gd name="T17" fmla="*/ 0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83" h="865">
                  <a:moveTo>
                    <a:pt x="91" y="0"/>
                  </a:moveTo>
                  <a:lnTo>
                    <a:pt x="8591" y="0"/>
                  </a:lnTo>
                  <a:cubicBezTo>
                    <a:pt x="8642" y="0"/>
                    <a:pt x="8683" y="41"/>
                    <a:pt x="8683" y="91"/>
                  </a:cubicBezTo>
                  <a:lnTo>
                    <a:pt x="8683" y="775"/>
                  </a:lnTo>
                  <a:cubicBezTo>
                    <a:pt x="8683" y="825"/>
                    <a:pt x="8642" y="866"/>
                    <a:pt x="8591" y="866"/>
                  </a:cubicBezTo>
                  <a:lnTo>
                    <a:pt x="91" y="866"/>
                  </a:lnTo>
                  <a:cubicBezTo>
                    <a:pt x="41" y="866"/>
                    <a:pt x="0" y="825"/>
                    <a:pt x="0" y="775"/>
                  </a:cubicBezTo>
                  <a:lnTo>
                    <a:pt x="0" y="91"/>
                  </a:lnTo>
                  <a:cubicBezTo>
                    <a:pt x="0" y="41"/>
                    <a:pt x="41" y="0"/>
                    <a:pt x="91" y="0"/>
                  </a:cubicBezTo>
                  <a:close/>
                </a:path>
              </a:pathLst>
            </a:custGeom>
            <a:solidFill>
              <a:srgbClr val="F3F3F3"/>
            </a:solidFill>
            <a:ln w="9525" cap="flat">
              <a:solidFill>
                <a:srgbClr val="313530">
                  <a:lumMod val="40000"/>
                  <a:lumOff val="60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50" name="TextBox 55"/>
            <p:cNvSpPr txBox="1"/>
            <p:nvPr/>
          </p:nvSpPr>
          <p:spPr>
            <a:xfrm>
              <a:off x="4727848" y="3230252"/>
              <a:ext cx="3751476" cy="518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32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lvl="0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 kern="0" dirty="0">
                  <a:solidFill>
                    <a:srgbClr val="313530"/>
                  </a:solidFill>
                  <a:latin typeface="宋体" panose="02010600030101010101" pitchFamily="2" charset="-122"/>
                  <a:sym typeface="宋体" panose="02010600030101010101" pitchFamily="2" charset="-122"/>
                </a:rPr>
                <a:t>资源化利用的必要性</a:t>
              </a:r>
            </a:p>
          </p:txBody>
        </p:sp>
        <p:sp>
          <p:nvSpPr>
            <p:cNvPr id="55" name="TextBox 60"/>
            <p:cNvSpPr txBox="1"/>
            <p:nvPr/>
          </p:nvSpPr>
          <p:spPr>
            <a:xfrm>
              <a:off x="3364969" y="3161345"/>
              <a:ext cx="422265" cy="57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zh-CN" sz="3200">
                  <a:solidFill>
                    <a:srgbClr val="FFFFF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3290069" y="4763901"/>
            <a:ext cx="5709502" cy="628417"/>
            <a:chOff x="3290069" y="4090364"/>
            <a:chExt cx="5709502" cy="628417"/>
          </a:xfrm>
        </p:grpSpPr>
        <p:sp>
          <p:nvSpPr>
            <p:cNvPr id="39" name="Freeform 30"/>
            <p:cNvSpPr/>
            <p:nvPr/>
          </p:nvSpPr>
          <p:spPr>
            <a:xfrm>
              <a:off x="3290069" y="4092680"/>
              <a:ext cx="587708" cy="587708"/>
            </a:xfrm>
            <a:custGeom>
              <a:avLst/>
              <a:gdLst>
                <a:gd name="T0" fmla="*/ 56 w 826"/>
                <a:gd name="T1" fmla="*/ 0 h 826"/>
                <a:gd name="T2" fmla="*/ 771 w 826"/>
                <a:gd name="T3" fmla="*/ 0 h 826"/>
                <a:gd name="T4" fmla="*/ 826 w 826"/>
                <a:gd name="T5" fmla="*/ 55 h 826"/>
                <a:gd name="T6" fmla="*/ 826 w 826"/>
                <a:gd name="T7" fmla="*/ 770 h 826"/>
                <a:gd name="T8" fmla="*/ 771 w 826"/>
                <a:gd name="T9" fmla="*/ 826 h 826"/>
                <a:gd name="T10" fmla="*/ 56 w 826"/>
                <a:gd name="T11" fmla="*/ 826 h 826"/>
                <a:gd name="T12" fmla="*/ 0 w 826"/>
                <a:gd name="T13" fmla="*/ 770 h 826"/>
                <a:gd name="T14" fmla="*/ 0 w 826"/>
                <a:gd name="T15" fmla="*/ 55 h 826"/>
                <a:gd name="T16" fmla="*/ 56 w 826"/>
                <a:gd name="T17" fmla="*/ 0 h 8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5" h="825">
                  <a:moveTo>
                    <a:pt x="56" y="0"/>
                  </a:moveTo>
                  <a:lnTo>
                    <a:pt x="771" y="0"/>
                  </a:lnTo>
                  <a:cubicBezTo>
                    <a:pt x="801" y="0"/>
                    <a:pt x="826" y="25"/>
                    <a:pt x="826" y="55"/>
                  </a:cubicBezTo>
                  <a:lnTo>
                    <a:pt x="826" y="770"/>
                  </a:lnTo>
                  <a:cubicBezTo>
                    <a:pt x="826" y="801"/>
                    <a:pt x="801" y="826"/>
                    <a:pt x="771" y="826"/>
                  </a:cubicBezTo>
                  <a:lnTo>
                    <a:pt x="56" y="826"/>
                  </a:lnTo>
                  <a:cubicBezTo>
                    <a:pt x="25" y="826"/>
                    <a:pt x="0" y="801"/>
                    <a:pt x="0" y="770"/>
                  </a:cubicBezTo>
                  <a:lnTo>
                    <a:pt x="0" y="55"/>
                  </a:lnTo>
                  <a:cubicBezTo>
                    <a:pt x="0" y="25"/>
                    <a:pt x="25" y="0"/>
                    <a:pt x="56" y="0"/>
                  </a:cubicBezTo>
                  <a:close/>
                </a:path>
              </a:pathLst>
            </a:custGeom>
            <a:solidFill>
              <a:srgbClr val="3A221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40" name="Freeform 31"/>
            <p:cNvSpPr/>
            <p:nvPr/>
          </p:nvSpPr>
          <p:spPr>
            <a:xfrm>
              <a:off x="3335845" y="4134026"/>
              <a:ext cx="586232" cy="584755"/>
            </a:xfrm>
            <a:custGeom>
              <a:avLst/>
              <a:gdLst>
                <a:gd name="T0" fmla="*/ 785 w 823"/>
                <a:gd name="T1" fmla="*/ 0 h 823"/>
                <a:gd name="T2" fmla="*/ 823 w 823"/>
                <a:gd name="T3" fmla="*/ 53 h 823"/>
                <a:gd name="T4" fmla="*/ 823 w 823"/>
                <a:gd name="T5" fmla="*/ 768 h 823"/>
                <a:gd name="T6" fmla="*/ 768 w 823"/>
                <a:gd name="T7" fmla="*/ 823 h 823"/>
                <a:gd name="T8" fmla="*/ 53 w 823"/>
                <a:gd name="T9" fmla="*/ 823 h 823"/>
                <a:gd name="T10" fmla="*/ 0 w 823"/>
                <a:gd name="T11" fmla="*/ 785 h 823"/>
                <a:gd name="T12" fmla="*/ 17 w 823"/>
                <a:gd name="T13" fmla="*/ 788 h 823"/>
                <a:gd name="T14" fmla="*/ 732 w 823"/>
                <a:gd name="T15" fmla="*/ 788 h 823"/>
                <a:gd name="T16" fmla="*/ 788 w 823"/>
                <a:gd name="T17" fmla="*/ 733 h 823"/>
                <a:gd name="T18" fmla="*/ 788 w 823"/>
                <a:gd name="T19" fmla="*/ 17 h 823"/>
                <a:gd name="T20" fmla="*/ 785 w 823"/>
                <a:gd name="T21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823">
                  <a:moveTo>
                    <a:pt x="785" y="0"/>
                  </a:moveTo>
                  <a:cubicBezTo>
                    <a:pt x="807" y="7"/>
                    <a:pt x="823" y="28"/>
                    <a:pt x="823" y="53"/>
                  </a:cubicBezTo>
                  <a:lnTo>
                    <a:pt x="823" y="768"/>
                  </a:lnTo>
                  <a:cubicBezTo>
                    <a:pt x="823" y="798"/>
                    <a:pt x="798" y="823"/>
                    <a:pt x="768" y="823"/>
                  </a:cubicBezTo>
                  <a:lnTo>
                    <a:pt x="53" y="823"/>
                  </a:lnTo>
                  <a:cubicBezTo>
                    <a:pt x="28" y="823"/>
                    <a:pt x="7" y="807"/>
                    <a:pt x="0" y="785"/>
                  </a:cubicBezTo>
                  <a:cubicBezTo>
                    <a:pt x="5" y="787"/>
                    <a:pt x="11" y="788"/>
                    <a:pt x="17" y="788"/>
                  </a:cubicBezTo>
                  <a:lnTo>
                    <a:pt x="732" y="788"/>
                  </a:lnTo>
                  <a:cubicBezTo>
                    <a:pt x="763" y="788"/>
                    <a:pt x="788" y="763"/>
                    <a:pt x="788" y="733"/>
                  </a:cubicBezTo>
                  <a:lnTo>
                    <a:pt x="788" y="17"/>
                  </a:lnTo>
                  <a:cubicBezTo>
                    <a:pt x="788" y="11"/>
                    <a:pt x="787" y="6"/>
                    <a:pt x="785" y="0"/>
                  </a:cubicBezTo>
                  <a:close/>
                </a:path>
              </a:pathLst>
            </a:custGeom>
            <a:solidFill>
              <a:srgbClr val="3A2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46" name="Freeform 30"/>
            <p:cNvSpPr/>
            <p:nvPr/>
          </p:nvSpPr>
          <p:spPr>
            <a:xfrm>
              <a:off x="4113718" y="4110812"/>
              <a:ext cx="4797435" cy="600422"/>
            </a:xfrm>
            <a:custGeom>
              <a:avLst/>
              <a:gdLst>
                <a:gd name="T0" fmla="*/ 91 w 8683"/>
                <a:gd name="T1" fmla="*/ 0 h 866"/>
                <a:gd name="T2" fmla="*/ 8591 w 8683"/>
                <a:gd name="T3" fmla="*/ 0 h 866"/>
                <a:gd name="T4" fmla="*/ 8683 w 8683"/>
                <a:gd name="T5" fmla="*/ 91 h 866"/>
                <a:gd name="T6" fmla="*/ 8683 w 8683"/>
                <a:gd name="T7" fmla="*/ 775 h 866"/>
                <a:gd name="T8" fmla="*/ 8591 w 8683"/>
                <a:gd name="T9" fmla="*/ 866 h 866"/>
                <a:gd name="T10" fmla="*/ 91 w 8683"/>
                <a:gd name="T11" fmla="*/ 866 h 866"/>
                <a:gd name="T12" fmla="*/ 0 w 8683"/>
                <a:gd name="T13" fmla="*/ 775 h 866"/>
                <a:gd name="T14" fmla="*/ 0 w 8683"/>
                <a:gd name="T15" fmla="*/ 91 h 866"/>
                <a:gd name="T16" fmla="*/ 91 w 8683"/>
                <a:gd name="T17" fmla="*/ 0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83" h="865">
                  <a:moveTo>
                    <a:pt x="91" y="0"/>
                  </a:moveTo>
                  <a:lnTo>
                    <a:pt x="8591" y="0"/>
                  </a:lnTo>
                  <a:cubicBezTo>
                    <a:pt x="8642" y="0"/>
                    <a:pt x="8683" y="41"/>
                    <a:pt x="8683" y="91"/>
                  </a:cubicBezTo>
                  <a:lnTo>
                    <a:pt x="8683" y="775"/>
                  </a:lnTo>
                  <a:cubicBezTo>
                    <a:pt x="8683" y="825"/>
                    <a:pt x="8642" y="866"/>
                    <a:pt x="8591" y="866"/>
                  </a:cubicBezTo>
                  <a:lnTo>
                    <a:pt x="91" y="866"/>
                  </a:lnTo>
                  <a:cubicBezTo>
                    <a:pt x="41" y="866"/>
                    <a:pt x="0" y="825"/>
                    <a:pt x="0" y="775"/>
                  </a:cubicBezTo>
                  <a:lnTo>
                    <a:pt x="0" y="91"/>
                  </a:lnTo>
                  <a:cubicBezTo>
                    <a:pt x="0" y="41"/>
                    <a:pt x="41" y="0"/>
                    <a:pt x="91" y="0"/>
                  </a:cubicBezTo>
                  <a:close/>
                </a:path>
              </a:pathLst>
            </a:custGeom>
            <a:solidFill>
              <a:srgbClr val="F3F3F3"/>
            </a:solidFill>
            <a:ln w="9525" cap="flat">
              <a:solidFill>
                <a:srgbClr val="313530">
                  <a:lumMod val="40000"/>
                  <a:lumOff val="60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51" name="TextBox 56"/>
            <p:cNvSpPr txBox="1"/>
            <p:nvPr/>
          </p:nvSpPr>
          <p:spPr>
            <a:xfrm>
              <a:off x="5248095" y="4134026"/>
              <a:ext cx="3751476" cy="518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32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lvl="0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 kern="0">
                  <a:solidFill>
                    <a:srgbClr val="313530"/>
                  </a:solidFill>
                  <a:latin typeface="宋体" panose="02010600030101010101" pitchFamily="2" charset="-122"/>
                  <a:sym typeface="宋体" panose="02010600030101010101" pitchFamily="2" charset="-122"/>
                </a:rPr>
                <a:t>实践路径探索</a:t>
              </a:r>
            </a:p>
          </p:txBody>
        </p:sp>
        <p:sp>
          <p:nvSpPr>
            <p:cNvPr id="56" name="TextBox 61"/>
            <p:cNvSpPr txBox="1"/>
            <p:nvPr/>
          </p:nvSpPr>
          <p:spPr>
            <a:xfrm>
              <a:off x="3361649" y="4090364"/>
              <a:ext cx="421451" cy="57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zh-CN" sz="3200">
                  <a:solidFill>
                    <a:srgbClr val="FFFFF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3290069" y="5667816"/>
            <a:ext cx="5621084" cy="641504"/>
            <a:chOff x="3290069" y="4994279"/>
            <a:chExt cx="5621084" cy="641504"/>
          </a:xfrm>
        </p:grpSpPr>
        <p:sp>
          <p:nvSpPr>
            <p:cNvPr id="41" name="Freeform 34"/>
            <p:cNvSpPr/>
            <p:nvPr/>
          </p:nvSpPr>
          <p:spPr>
            <a:xfrm>
              <a:off x="3290069" y="5008205"/>
              <a:ext cx="587708" cy="587708"/>
            </a:xfrm>
            <a:custGeom>
              <a:avLst/>
              <a:gdLst>
                <a:gd name="T0" fmla="*/ 56 w 826"/>
                <a:gd name="T1" fmla="*/ 0 h 826"/>
                <a:gd name="T2" fmla="*/ 771 w 826"/>
                <a:gd name="T3" fmla="*/ 0 h 826"/>
                <a:gd name="T4" fmla="*/ 826 w 826"/>
                <a:gd name="T5" fmla="*/ 55 h 826"/>
                <a:gd name="T6" fmla="*/ 826 w 826"/>
                <a:gd name="T7" fmla="*/ 770 h 826"/>
                <a:gd name="T8" fmla="*/ 771 w 826"/>
                <a:gd name="T9" fmla="*/ 826 h 826"/>
                <a:gd name="T10" fmla="*/ 56 w 826"/>
                <a:gd name="T11" fmla="*/ 826 h 826"/>
                <a:gd name="T12" fmla="*/ 0 w 826"/>
                <a:gd name="T13" fmla="*/ 770 h 826"/>
                <a:gd name="T14" fmla="*/ 0 w 826"/>
                <a:gd name="T15" fmla="*/ 55 h 826"/>
                <a:gd name="T16" fmla="*/ 56 w 826"/>
                <a:gd name="T17" fmla="*/ 0 h 8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5" h="825">
                  <a:moveTo>
                    <a:pt x="56" y="0"/>
                  </a:moveTo>
                  <a:lnTo>
                    <a:pt x="771" y="0"/>
                  </a:lnTo>
                  <a:cubicBezTo>
                    <a:pt x="801" y="0"/>
                    <a:pt x="826" y="25"/>
                    <a:pt x="826" y="55"/>
                  </a:cubicBezTo>
                  <a:lnTo>
                    <a:pt x="826" y="770"/>
                  </a:lnTo>
                  <a:cubicBezTo>
                    <a:pt x="826" y="801"/>
                    <a:pt x="801" y="826"/>
                    <a:pt x="771" y="826"/>
                  </a:cubicBezTo>
                  <a:lnTo>
                    <a:pt x="56" y="826"/>
                  </a:lnTo>
                  <a:cubicBezTo>
                    <a:pt x="25" y="826"/>
                    <a:pt x="0" y="801"/>
                    <a:pt x="0" y="770"/>
                  </a:cubicBezTo>
                  <a:lnTo>
                    <a:pt x="0" y="55"/>
                  </a:lnTo>
                  <a:cubicBezTo>
                    <a:pt x="0" y="25"/>
                    <a:pt x="25" y="0"/>
                    <a:pt x="56" y="0"/>
                  </a:cubicBezTo>
                  <a:close/>
                </a:path>
              </a:pathLst>
            </a:custGeom>
            <a:solidFill>
              <a:srgbClr val="3A221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42" name="Freeform 35"/>
            <p:cNvSpPr/>
            <p:nvPr/>
          </p:nvSpPr>
          <p:spPr>
            <a:xfrm>
              <a:off x="3335845" y="5049552"/>
              <a:ext cx="586232" cy="586231"/>
            </a:xfrm>
            <a:custGeom>
              <a:avLst/>
              <a:gdLst>
                <a:gd name="T0" fmla="*/ 785 w 823"/>
                <a:gd name="T1" fmla="*/ 0 h 823"/>
                <a:gd name="T2" fmla="*/ 823 w 823"/>
                <a:gd name="T3" fmla="*/ 52 h 823"/>
                <a:gd name="T4" fmla="*/ 823 w 823"/>
                <a:gd name="T5" fmla="*/ 768 h 823"/>
                <a:gd name="T6" fmla="*/ 768 w 823"/>
                <a:gd name="T7" fmla="*/ 823 h 823"/>
                <a:gd name="T8" fmla="*/ 53 w 823"/>
                <a:gd name="T9" fmla="*/ 823 h 823"/>
                <a:gd name="T10" fmla="*/ 0 w 823"/>
                <a:gd name="T11" fmla="*/ 785 h 823"/>
                <a:gd name="T12" fmla="*/ 17 w 823"/>
                <a:gd name="T13" fmla="*/ 788 h 823"/>
                <a:gd name="T14" fmla="*/ 732 w 823"/>
                <a:gd name="T15" fmla="*/ 788 h 823"/>
                <a:gd name="T16" fmla="*/ 788 w 823"/>
                <a:gd name="T17" fmla="*/ 732 h 823"/>
                <a:gd name="T18" fmla="*/ 788 w 823"/>
                <a:gd name="T19" fmla="*/ 17 h 823"/>
                <a:gd name="T20" fmla="*/ 785 w 823"/>
                <a:gd name="T21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3" h="823">
                  <a:moveTo>
                    <a:pt x="785" y="0"/>
                  </a:moveTo>
                  <a:cubicBezTo>
                    <a:pt x="807" y="7"/>
                    <a:pt x="823" y="28"/>
                    <a:pt x="823" y="52"/>
                  </a:cubicBezTo>
                  <a:lnTo>
                    <a:pt x="823" y="768"/>
                  </a:lnTo>
                  <a:cubicBezTo>
                    <a:pt x="823" y="798"/>
                    <a:pt x="798" y="823"/>
                    <a:pt x="768" y="823"/>
                  </a:cubicBezTo>
                  <a:lnTo>
                    <a:pt x="53" y="823"/>
                  </a:lnTo>
                  <a:cubicBezTo>
                    <a:pt x="28" y="823"/>
                    <a:pt x="7" y="807"/>
                    <a:pt x="0" y="785"/>
                  </a:cubicBezTo>
                  <a:cubicBezTo>
                    <a:pt x="5" y="787"/>
                    <a:pt x="11" y="788"/>
                    <a:pt x="17" y="788"/>
                  </a:cubicBezTo>
                  <a:lnTo>
                    <a:pt x="732" y="788"/>
                  </a:lnTo>
                  <a:cubicBezTo>
                    <a:pt x="763" y="788"/>
                    <a:pt x="788" y="763"/>
                    <a:pt x="788" y="732"/>
                  </a:cubicBezTo>
                  <a:lnTo>
                    <a:pt x="788" y="17"/>
                  </a:lnTo>
                  <a:cubicBezTo>
                    <a:pt x="788" y="11"/>
                    <a:pt x="787" y="5"/>
                    <a:pt x="785" y="0"/>
                  </a:cubicBezTo>
                  <a:close/>
                </a:path>
              </a:pathLst>
            </a:custGeom>
            <a:solidFill>
              <a:srgbClr val="3A22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47" name="Freeform 32"/>
            <p:cNvSpPr/>
            <p:nvPr/>
          </p:nvSpPr>
          <p:spPr>
            <a:xfrm>
              <a:off x="4113718" y="5017662"/>
              <a:ext cx="4797435" cy="600422"/>
            </a:xfrm>
            <a:custGeom>
              <a:avLst/>
              <a:gdLst>
                <a:gd name="T0" fmla="*/ 91 w 8683"/>
                <a:gd name="T1" fmla="*/ 0 h 866"/>
                <a:gd name="T2" fmla="*/ 8591 w 8683"/>
                <a:gd name="T3" fmla="*/ 0 h 866"/>
                <a:gd name="T4" fmla="*/ 8683 w 8683"/>
                <a:gd name="T5" fmla="*/ 91 h 866"/>
                <a:gd name="T6" fmla="*/ 8683 w 8683"/>
                <a:gd name="T7" fmla="*/ 775 h 866"/>
                <a:gd name="T8" fmla="*/ 8591 w 8683"/>
                <a:gd name="T9" fmla="*/ 866 h 866"/>
                <a:gd name="T10" fmla="*/ 91 w 8683"/>
                <a:gd name="T11" fmla="*/ 866 h 866"/>
                <a:gd name="T12" fmla="*/ 0 w 8683"/>
                <a:gd name="T13" fmla="*/ 775 h 866"/>
                <a:gd name="T14" fmla="*/ 0 w 8683"/>
                <a:gd name="T15" fmla="*/ 91 h 866"/>
                <a:gd name="T16" fmla="*/ 91 w 8683"/>
                <a:gd name="T17" fmla="*/ 0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83" h="865">
                  <a:moveTo>
                    <a:pt x="91" y="0"/>
                  </a:moveTo>
                  <a:lnTo>
                    <a:pt x="8591" y="0"/>
                  </a:lnTo>
                  <a:cubicBezTo>
                    <a:pt x="8642" y="0"/>
                    <a:pt x="8683" y="41"/>
                    <a:pt x="8683" y="91"/>
                  </a:cubicBezTo>
                  <a:lnTo>
                    <a:pt x="8683" y="775"/>
                  </a:lnTo>
                  <a:cubicBezTo>
                    <a:pt x="8683" y="825"/>
                    <a:pt x="8642" y="866"/>
                    <a:pt x="8591" y="866"/>
                  </a:cubicBezTo>
                  <a:lnTo>
                    <a:pt x="91" y="866"/>
                  </a:lnTo>
                  <a:cubicBezTo>
                    <a:pt x="41" y="866"/>
                    <a:pt x="0" y="825"/>
                    <a:pt x="0" y="775"/>
                  </a:cubicBezTo>
                  <a:lnTo>
                    <a:pt x="0" y="91"/>
                  </a:lnTo>
                  <a:cubicBezTo>
                    <a:pt x="0" y="41"/>
                    <a:pt x="41" y="0"/>
                    <a:pt x="91" y="0"/>
                  </a:cubicBezTo>
                  <a:close/>
                </a:path>
              </a:pathLst>
            </a:custGeom>
            <a:solidFill>
              <a:srgbClr val="F3F3F3"/>
            </a:solidFill>
            <a:ln w="9525" cap="flat">
              <a:solidFill>
                <a:srgbClr val="313530">
                  <a:lumMod val="40000"/>
                  <a:lumOff val="60000"/>
                </a:srgbClr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52" name="TextBox 57"/>
            <p:cNvSpPr txBox="1"/>
            <p:nvPr/>
          </p:nvSpPr>
          <p:spPr>
            <a:xfrm>
              <a:off x="5087888" y="5038579"/>
              <a:ext cx="3751476" cy="518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32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lvl="0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 kern="0">
                  <a:solidFill>
                    <a:srgbClr val="313530"/>
                  </a:solidFill>
                  <a:latin typeface="宋体" panose="02010600030101010101" pitchFamily="2" charset="-122"/>
                  <a:sym typeface="宋体" panose="02010600030101010101" pitchFamily="2" charset="-122"/>
                </a:rPr>
                <a:t>展望未来与结论</a:t>
              </a:r>
            </a:p>
          </p:txBody>
        </p:sp>
        <p:sp>
          <p:nvSpPr>
            <p:cNvPr id="57" name="TextBox 62"/>
            <p:cNvSpPr txBox="1"/>
            <p:nvPr/>
          </p:nvSpPr>
          <p:spPr>
            <a:xfrm>
              <a:off x="3384685" y="4994279"/>
              <a:ext cx="425926" cy="5796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zh-CN" sz="3200">
                  <a:solidFill>
                    <a:srgbClr val="FFFFF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图形"/>
          <p:cNvSpPr/>
          <p:nvPr/>
        </p:nvSpPr>
        <p:spPr>
          <a:xfrm>
            <a:off x="3823337" y="-22859"/>
            <a:ext cx="14079855" cy="6857365"/>
          </a:xfrm>
          <a:prstGeom prst="parallelogram">
            <a:avLst>
              <a:gd name="adj" fmla="val 86452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9pPr>
          </a:lstStyle>
          <a:p>
            <a:endParaRPr/>
          </a:p>
        </p:txBody>
      </p:sp>
      <p:sp>
        <p:nvSpPr>
          <p:cNvPr id="25" name="图形"/>
          <p:cNvSpPr/>
          <p:nvPr/>
        </p:nvSpPr>
        <p:spPr>
          <a:xfrm>
            <a:off x="1919605" y="635"/>
            <a:ext cx="7730491" cy="6857365"/>
          </a:xfrm>
          <a:prstGeom prst="parallelogram">
            <a:avLst>
              <a:gd name="adj" fmla="val 86452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chemeClr val="accent2">
                  <a:lumMod val="20000"/>
                  <a:lumOff val="80000"/>
                  <a:alpha val="5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9pPr>
          </a:lstStyle>
          <a:p>
            <a:endParaRPr/>
          </a:p>
        </p:txBody>
      </p:sp>
      <p:sp>
        <p:nvSpPr>
          <p:cNvPr id="45" name="图形"/>
          <p:cNvSpPr/>
          <p:nvPr/>
        </p:nvSpPr>
        <p:spPr>
          <a:xfrm>
            <a:off x="1906" y="2577465"/>
            <a:ext cx="5621020" cy="4280535"/>
          </a:xfrm>
          <a:custGeom>
            <a:avLst/>
            <a:gdLst>
              <a:gd name="connsiteX0" fmla="*/ 0 w 1404175"/>
              <a:gd name="connsiteY0" fmla="*/ 334756 h 1069419"/>
              <a:gd name="connsiteX1" fmla="*/ 334756 w 1404175"/>
              <a:gd name="connsiteY1" fmla="*/ 0 h 1069419"/>
              <a:gd name="connsiteX2" fmla="*/ 1404176 w 1404175"/>
              <a:gd name="connsiteY2" fmla="*/ 1069419 h 1069419"/>
              <a:gd name="connsiteX3" fmla="*/ 0 w 1404175"/>
              <a:gd name="connsiteY3" fmla="*/ 1069419 h 1069419"/>
              <a:gd name="connsiteX4" fmla="*/ 0 w 1404175"/>
              <a:gd name="connsiteY4" fmla="*/ 334756 h 106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4175" h="1069419">
                <a:moveTo>
                  <a:pt x="0" y="334756"/>
                </a:moveTo>
                <a:lnTo>
                  <a:pt x="334756" y="0"/>
                </a:lnTo>
                <a:lnTo>
                  <a:pt x="1404176" y="1069419"/>
                </a:lnTo>
                <a:lnTo>
                  <a:pt x="0" y="1069419"/>
                </a:lnTo>
                <a:lnTo>
                  <a:pt x="0" y="33475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8" name="图形"/>
          <p:cNvSpPr/>
          <p:nvPr userDrawn="1"/>
        </p:nvSpPr>
        <p:spPr>
          <a:xfrm rot="16200000" flipH="1" flipV="1">
            <a:off x="-153036" y="4723131"/>
            <a:ext cx="2264410" cy="1958340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accent2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46" name="图形"/>
          <p:cNvSpPr/>
          <p:nvPr/>
        </p:nvSpPr>
        <p:spPr>
          <a:xfrm>
            <a:off x="1906" y="3306446"/>
            <a:ext cx="4864100" cy="3551555"/>
          </a:xfrm>
          <a:custGeom>
            <a:avLst/>
            <a:gdLst>
              <a:gd name="connsiteX0" fmla="*/ 1208294 w 1215151"/>
              <a:gd name="connsiteY0" fmla="*/ 887254 h 887253"/>
              <a:gd name="connsiteX1" fmla="*/ 1215152 w 1215151"/>
              <a:gd name="connsiteY1" fmla="*/ 880396 h 887253"/>
              <a:gd name="connsiteX2" fmla="*/ 334756 w 1215151"/>
              <a:gd name="connsiteY2" fmla="*/ 0 h 887253"/>
              <a:gd name="connsiteX3" fmla="*/ 0 w 1215151"/>
              <a:gd name="connsiteY3" fmla="*/ 334756 h 887253"/>
              <a:gd name="connsiteX4" fmla="*/ 0 w 1215151"/>
              <a:gd name="connsiteY4" fmla="*/ 644652 h 887253"/>
              <a:gd name="connsiteX5" fmla="*/ 334756 w 1215151"/>
              <a:gd name="connsiteY5" fmla="*/ 309896 h 887253"/>
              <a:gd name="connsiteX6" fmla="*/ 905256 w 1215151"/>
              <a:gd name="connsiteY6" fmla="*/ 880396 h 887253"/>
              <a:gd name="connsiteX7" fmla="*/ 898398 w 1215151"/>
              <a:gd name="connsiteY7" fmla="*/ 887254 h 887253"/>
              <a:gd name="connsiteX8" fmla="*/ 1208294 w 1215151"/>
              <a:gd name="connsiteY8" fmla="*/ 887254 h 887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5151" h="887253">
                <a:moveTo>
                  <a:pt x="1208294" y="887254"/>
                </a:moveTo>
                <a:lnTo>
                  <a:pt x="1215152" y="880396"/>
                </a:lnTo>
                <a:lnTo>
                  <a:pt x="334756" y="0"/>
                </a:lnTo>
                <a:lnTo>
                  <a:pt x="0" y="334756"/>
                </a:lnTo>
                <a:lnTo>
                  <a:pt x="0" y="644652"/>
                </a:lnTo>
                <a:lnTo>
                  <a:pt x="334756" y="309896"/>
                </a:lnTo>
                <a:lnTo>
                  <a:pt x="905256" y="880396"/>
                </a:lnTo>
                <a:lnTo>
                  <a:pt x="898398" y="887254"/>
                </a:lnTo>
                <a:lnTo>
                  <a:pt x="1208294" y="88725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pic>
        <p:nvPicPr>
          <p:cNvPr id="4" name="图形" descr="D:/002包图/商务办公/13010.jpg13010"/>
          <p:cNvPicPr>
            <a:picLocks noChangeAspect="1"/>
          </p:cNvPicPr>
          <p:nvPr/>
        </p:nvPicPr>
        <p:blipFill>
          <a:blip r:embed="rId6"/>
          <a:srcRect l="6187" r="6187"/>
          <a:stretch>
            <a:fillRect/>
          </a:stretch>
        </p:blipFill>
        <p:spPr>
          <a:xfrm>
            <a:off x="1906" y="0"/>
            <a:ext cx="6118225" cy="46596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35" h="7338">
                <a:moveTo>
                  <a:pt x="0" y="0"/>
                </a:moveTo>
                <a:lnTo>
                  <a:pt x="9635" y="0"/>
                </a:lnTo>
                <a:lnTo>
                  <a:pt x="9635" y="0"/>
                </a:lnTo>
                <a:lnTo>
                  <a:pt x="2297" y="7338"/>
                </a:lnTo>
                <a:lnTo>
                  <a:pt x="0" y="504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3" name="图形"/>
          <p:cNvSpPr/>
          <p:nvPr userDrawn="1"/>
        </p:nvSpPr>
        <p:spPr>
          <a:xfrm flipH="1" flipV="1">
            <a:off x="1" y="1"/>
            <a:ext cx="1790700" cy="1548765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bg1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7" name="图形"/>
          <p:cNvSpPr/>
          <p:nvPr userDrawn="1"/>
        </p:nvSpPr>
        <p:spPr>
          <a:xfrm flipH="1" flipV="1">
            <a:off x="0" y="1"/>
            <a:ext cx="1296035" cy="1120775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accent2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grpSp>
        <p:nvGrpSpPr>
          <p:cNvPr id="14" name="图形"/>
          <p:cNvGrpSpPr/>
          <p:nvPr userDrawn="1"/>
        </p:nvGrpSpPr>
        <p:grpSpPr>
          <a:xfrm flipH="1">
            <a:off x="9921241" y="5936615"/>
            <a:ext cx="1149351" cy="198120"/>
            <a:chOff x="4880668" y="1547674"/>
            <a:chExt cx="1278655" cy="220917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</p:grpSpPr>
        <p:sp>
          <p:nvSpPr>
            <p:cNvPr id="15" name="图形"/>
            <p:cNvSpPr/>
            <p:nvPr/>
          </p:nvSpPr>
          <p:spPr>
            <a:xfrm>
              <a:off x="4880668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507 w 159742"/>
                <a:gd name="connsiteY1" fmla="*/ 220917 h 220917"/>
                <a:gd name="connsiteX2" fmla="*/ 159742 w 159742"/>
                <a:gd name="connsiteY2" fmla="*/ 220917 h 220917"/>
                <a:gd name="connsiteX3" fmla="*/ 32378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507" y="220917"/>
                  </a:lnTo>
                  <a:lnTo>
                    <a:pt x="159742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6" name="图形"/>
            <p:cNvSpPr/>
            <p:nvPr/>
          </p:nvSpPr>
          <p:spPr>
            <a:xfrm>
              <a:off x="5040410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651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651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7" name="图形"/>
            <p:cNvSpPr/>
            <p:nvPr/>
          </p:nvSpPr>
          <p:spPr>
            <a:xfrm>
              <a:off x="5200296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8" name="图形"/>
            <p:cNvSpPr/>
            <p:nvPr/>
          </p:nvSpPr>
          <p:spPr>
            <a:xfrm>
              <a:off x="5360182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5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5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9" name="图形"/>
            <p:cNvSpPr/>
            <p:nvPr/>
          </p:nvSpPr>
          <p:spPr>
            <a:xfrm>
              <a:off x="5520067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364 w 159742"/>
                <a:gd name="connsiteY1" fmla="*/ 220917 h 220917"/>
                <a:gd name="connsiteX2" fmla="*/ 159743 w 159742"/>
                <a:gd name="connsiteY2" fmla="*/ 220917 h 220917"/>
                <a:gd name="connsiteX3" fmla="*/ 32235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364" y="220917"/>
                  </a:lnTo>
                  <a:lnTo>
                    <a:pt x="159743" y="220917"/>
                  </a:lnTo>
                  <a:lnTo>
                    <a:pt x="322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0" name="图形"/>
            <p:cNvSpPr/>
            <p:nvPr/>
          </p:nvSpPr>
          <p:spPr>
            <a:xfrm>
              <a:off x="5679810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5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5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1" name="图形"/>
            <p:cNvSpPr/>
            <p:nvPr/>
          </p:nvSpPr>
          <p:spPr>
            <a:xfrm>
              <a:off x="5839695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8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8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2" name="图形"/>
            <p:cNvSpPr/>
            <p:nvPr/>
          </p:nvSpPr>
          <p:spPr>
            <a:xfrm>
              <a:off x="5999581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508 w 159742"/>
                <a:gd name="connsiteY1" fmla="*/ 220917 h 220917"/>
                <a:gd name="connsiteX2" fmla="*/ 159743 w 159742"/>
                <a:gd name="connsiteY2" fmla="*/ 220917 h 220917"/>
                <a:gd name="connsiteX3" fmla="*/ 32235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508" y="220917"/>
                  </a:lnTo>
                  <a:lnTo>
                    <a:pt x="159743" y="220917"/>
                  </a:lnTo>
                  <a:lnTo>
                    <a:pt x="322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sp>
        <p:nvSpPr>
          <p:cNvPr id="71" name="图形"/>
          <p:cNvSpPr/>
          <p:nvPr/>
        </p:nvSpPr>
        <p:spPr>
          <a:xfrm rot="16200000">
            <a:off x="187495" y="5892028"/>
            <a:ext cx="492500" cy="1132297"/>
          </a:xfrm>
          <a:custGeom>
            <a:avLst/>
            <a:gdLst>
              <a:gd name="connsiteX0" fmla="*/ 21496 w 365377"/>
              <a:gd name="connsiteY0" fmla="*/ 0 h 840032"/>
              <a:gd name="connsiteX1" fmla="*/ 42987 w 365377"/>
              <a:gd name="connsiteY1" fmla="*/ 21491 h 840032"/>
              <a:gd name="connsiteX2" fmla="*/ 21496 w 365377"/>
              <a:gd name="connsiteY2" fmla="*/ 42983 h 840032"/>
              <a:gd name="connsiteX3" fmla="*/ 0 w 365377"/>
              <a:gd name="connsiteY3" fmla="*/ 21491 h 840032"/>
              <a:gd name="connsiteX4" fmla="*/ 21496 w 365377"/>
              <a:gd name="connsiteY4" fmla="*/ 0 h 840032"/>
              <a:gd name="connsiteX5" fmla="*/ 21496 w 365377"/>
              <a:gd name="connsiteY5" fmla="*/ 797037 h 840032"/>
              <a:gd name="connsiteX6" fmla="*/ 42987 w 365377"/>
              <a:gd name="connsiteY6" fmla="*/ 818532 h 840032"/>
              <a:gd name="connsiteX7" fmla="*/ 21496 w 365377"/>
              <a:gd name="connsiteY7" fmla="*/ 840032 h 840032"/>
              <a:gd name="connsiteX8" fmla="*/ 0 w 365377"/>
              <a:gd name="connsiteY8" fmla="*/ 818532 h 840032"/>
              <a:gd name="connsiteX9" fmla="*/ 21496 w 365377"/>
              <a:gd name="connsiteY9" fmla="*/ 797037 h 840032"/>
              <a:gd name="connsiteX10" fmla="*/ 343882 w 365377"/>
              <a:gd name="connsiteY10" fmla="*/ 797037 h 840032"/>
              <a:gd name="connsiteX11" fmla="*/ 365377 w 365377"/>
              <a:gd name="connsiteY11" fmla="*/ 818532 h 840032"/>
              <a:gd name="connsiteX12" fmla="*/ 343882 w 365377"/>
              <a:gd name="connsiteY12" fmla="*/ 840032 h 840032"/>
              <a:gd name="connsiteX13" fmla="*/ 322390 w 365377"/>
              <a:gd name="connsiteY13" fmla="*/ 818532 h 840032"/>
              <a:gd name="connsiteX14" fmla="*/ 343882 w 365377"/>
              <a:gd name="connsiteY14" fmla="*/ 797037 h 840032"/>
              <a:gd name="connsiteX15" fmla="*/ 263287 w 365377"/>
              <a:gd name="connsiteY15" fmla="*/ 797037 h 840032"/>
              <a:gd name="connsiteX16" fmla="*/ 284778 w 365377"/>
              <a:gd name="connsiteY16" fmla="*/ 818532 h 840032"/>
              <a:gd name="connsiteX17" fmla="*/ 263287 w 365377"/>
              <a:gd name="connsiteY17" fmla="*/ 840032 h 840032"/>
              <a:gd name="connsiteX18" fmla="*/ 241792 w 365377"/>
              <a:gd name="connsiteY18" fmla="*/ 818532 h 840032"/>
              <a:gd name="connsiteX19" fmla="*/ 263287 w 365377"/>
              <a:gd name="connsiteY19" fmla="*/ 797037 h 840032"/>
              <a:gd name="connsiteX20" fmla="*/ 182689 w 365377"/>
              <a:gd name="connsiteY20" fmla="*/ 797037 h 840032"/>
              <a:gd name="connsiteX21" fmla="*/ 204184 w 365377"/>
              <a:gd name="connsiteY21" fmla="*/ 818532 h 840032"/>
              <a:gd name="connsiteX22" fmla="*/ 182689 w 365377"/>
              <a:gd name="connsiteY22" fmla="*/ 840032 h 840032"/>
              <a:gd name="connsiteX23" fmla="*/ 161193 w 365377"/>
              <a:gd name="connsiteY23" fmla="*/ 818532 h 840032"/>
              <a:gd name="connsiteX24" fmla="*/ 182689 w 365377"/>
              <a:gd name="connsiteY24" fmla="*/ 797037 h 840032"/>
              <a:gd name="connsiteX25" fmla="*/ 102090 w 365377"/>
              <a:gd name="connsiteY25" fmla="*/ 797037 h 840032"/>
              <a:gd name="connsiteX26" fmla="*/ 123585 w 365377"/>
              <a:gd name="connsiteY26" fmla="*/ 818532 h 840032"/>
              <a:gd name="connsiteX27" fmla="*/ 102090 w 365377"/>
              <a:gd name="connsiteY27" fmla="*/ 840032 h 840032"/>
              <a:gd name="connsiteX28" fmla="*/ 80599 w 365377"/>
              <a:gd name="connsiteY28" fmla="*/ 818532 h 840032"/>
              <a:gd name="connsiteX29" fmla="*/ 102090 w 365377"/>
              <a:gd name="connsiteY29" fmla="*/ 797037 h 840032"/>
              <a:gd name="connsiteX30" fmla="*/ 21496 w 365377"/>
              <a:gd name="connsiteY30" fmla="*/ 717334 h 840032"/>
              <a:gd name="connsiteX31" fmla="*/ 42987 w 365377"/>
              <a:gd name="connsiteY31" fmla="*/ 738825 h 840032"/>
              <a:gd name="connsiteX32" fmla="*/ 21496 w 365377"/>
              <a:gd name="connsiteY32" fmla="*/ 760325 h 840032"/>
              <a:gd name="connsiteX33" fmla="*/ 0 w 365377"/>
              <a:gd name="connsiteY33" fmla="*/ 738825 h 840032"/>
              <a:gd name="connsiteX34" fmla="*/ 21496 w 365377"/>
              <a:gd name="connsiteY34" fmla="*/ 717334 h 840032"/>
              <a:gd name="connsiteX35" fmla="*/ 343882 w 365377"/>
              <a:gd name="connsiteY35" fmla="*/ 717334 h 840032"/>
              <a:gd name="connsiteX36" fmla="*/ 365377 w 365377"/>
              <a:gd name="connsiteY36" fmla="*/ 738825 h 840032"/>
              <a:gd name="connsiteX37" fmla="*/ 343882 w 365377"/>
              <a:gd name="connsiteY37" fmla="*/ 760325 h 840032"/>
              <a:gd name="connsiteX38" fmla="*/ 322390 w 365377"/>
              <a:gd name="connsiteY38" fmla="*/ 738825 h 840032"/>
              <a:gd name="connsiteX39" fmla="*/ 343882 w 365377"/>
              <a:gd name="connsiteY39" fmla="*/ 717334 h 840032"/>
              <a:gd name="connsiteX40" fmla="*/ 263287 w 365377"/>
              <a:gd name="connsiteY40" fmla="*/ 717334 h 840032"/>
              <a:gd name="connsiteX41" fmla="*/ 284778 w 365377"/>
              <a:gd name="connsiteY41" fmla="*/ 738825 h 840032"/>
              <a:gd name="connsiteX42" fmla="*/ 263287 w 365377"/>
              <a:gd name="connsiteY42" fmla="*/ 760325 h 840032"/>
              <a:gd name="connsiteX43" fmla="*/ 241792 w 365377"/>
              <a:gd name="connsiteY43" fmla="*/ 738825 h 840032"/>
              <a:gd name="connsiteX44" fmla="*/ 263287 w 365377"/>
              <a:gd name="connsiteY44" fmla="*/ 717334 h 840032"/>
              <a:gd name="connsiteX45" fmla="*/ 182689 w 365377"/>
              <a:gd name="connsiteY45" fmla="*/ 717334 h 840032"/>
              <a:gd name="connsiteX46" fmla="*/ 204184 w 365377"/>
              <a:gd name="connsiteY46" fmla="*/ 738825 h 840032"/>
              <a:gd name="connsiteX47" fmla="*/ 182689 w 365377"/>
              <a:gd name="connsiteY47" fmla="*/ 760325 h 840032"/>
              <a:gd name="connsiteX48" fmla="*/ 161193 w 365377"/>
              <a:gd name="connsiteY48" fmla="*/ 738825 h 840032"/>
              <a:gd name="connsiteX49" fmla="*/ 182689 w 365377"/>
              <a:gd name="connsiteY49" fmla="*/ 717334 h 840032"/>
              <a:gd name="connsiteX50" fmla="*/ 102090 w 365377"/>
              <a:gd name="connsiteY50" fmla="*/ 717334 h 840032"/>
              <a:gd name="connsiteX51" fmla="*/ 123585 w 365377"/>
              <a:gd name="connsiteY51" fmla="*/ 738825 h 840032"/>
              <a:gd name="connsiteX52" fmla="*/ 102090 w 365377"/>
              <a:gd name="connsiteY52" fmla="*/ 760325 h 840032"/>
              <a:gd name="connsiteX53" fmla="*/ 80599 w 365377"/>
              <a:gd name="connsiteY53" fmla="*/ 738825 h 840032"/>
              <a:gd name="connsiteX54" fmla="*/ 102090 w 365377"/>
              <a:gd name="connsiteY54" fmla="*/ 717334 h 840032"/>
              <a:gd name="connsiteX55" fmla="*/ 21496 w 365377"/>
              <a:gd name="connsiteY55" fmla="*/ 637631 h 840032"/>
              <a:gd name="connsiteX56" fmla="*/ 42987 w 365377"/>
              <a:gd name="connsiteY56" fmla="*/ 659122 h 840032"/>
              <a:gd name="connsiteX57" fmla="*/ 21496 w 365377"/>
              <a:gd name="connsiteY57" fmla="*/ 680622 h 840032"/>
              <a:gd name="connsiteX58" fmla="*/ 0 w 365377"/>
              <a:gd name="connsiteY58" fmla="*/ 659122 h 840032"/>
              <a:gd name="connsiteX59" fmla="*/ 21496 w 365377"/>
              <a:gd name="connsiteY59" fmla="*/ 637631 h 840032"/>
              <a:gd name="connsiteX60" fmla="*/ 343882 w 365377"/>
              <a:gd name="connsiteY60" fmla="*/ 637631 h 840032"/>
              <a:gd name="connsiteX61" fmla="*/ 365377 w 365377"/>
              <a:gd name="connsiteY61" fmla="*/ 659122 h 840032"/>
              <a:gd name="connsiteX62" fmla="*/ 343882 w 365377"/>
              <a:gd name="connsiteY62" fmla="*/ 680622 h 840032"/>
              <a:gd name="connsiteX63" fmla="*/ 322390 w 365377"/>
              <a:gd name="connsiteY63" fmla="*/ 659122 h 840032"/>
              <a:gd name="connsiteX64" fmla="*/ 343882 w 365377"/>
              <a:gd name="connsiteY64" fmla="*/ 637631 h 840032"/>
              <a:gd name="connsiteX65" fmla="*/ 263287 w 365377"/>
              <a:gd name="connsiteY65" fmla="*/ 637631 h 840032"/>
              <a:gd name="connsiteX66" fmla="*/ 284778 w 365377"/>
              <a:gd name="connsiteY66" fmla="*/ 659122 h 840032"/>
              <a:gd name="connsiteX67" fmla="*/ 263287 w 365377"/>
              <a:gd name="connsiteY67" fmla="*/ 680622 h 840032"/>
              <a:gd name="connsiteX68" fmla="*/ 241792 w 365377"/>
              <a:gd name="connsiteY68" fmla="*/ 659122 h 840032"/>
              <a:gd name="connsiteX69" fmla="*/ 263287 w 365377"/>
              <a:gd name="connsiteY69" fmla="*/ 637631 h 840032"/>
              <a:gd name="connsiteX70" fmla="*/ 182689 w 365377"/>
              <a:gd name="connsiteY70" fmla="*/ 637631 h 840032"/>
              <a:gd name="connsiteX71" fmla="*/ 204184 w 365377"/>
              <a:gd name="connsiteY71" fmla="*/ 659122 h 840032"/>
              <a:gd name="connsiteX72" fmla="*/ 182689 w 365377"/>
              <a:gd name="connsiteY72" fmla="*/ 680622 h 840032"/>
              <a:gd name="connsiteX73" fmla="*/ 161193 w 365377"/>
              <a:gd name="connsiteY73" fmla="*/ 659122 h 840032"/>
              <a:gd name="connsiteX74" fmla="*/ 182689 w 365377"/>
              <a:gd name="connsiteY74" fmla="*/ 637631 h 840032"/>
              <a:gd name="connsiteX75" fmla="*/ 102090 w 365377"/>
              <a:gd name="connsiteY75" fmla="*/ 637631 h 840032"/>
              <a:gd name="connsiteX76" fmla="*/ 123585 w 365377"/>
              <a:gd name="connsiteY76" fmla="*/ 659122 h 840032"/>
              <a:gd name="connsiteX77" fmla="*/ 102090 w 365377"/>
              <a:gd name="connsiteY77" fmla="*/ 680622 h 840032"/>
              <a:gd name="connsiteX78" fmla="*/ 80599 w 365377"/>
              <a:gd name="connsiteY78" fmla="*/ 659122 h 840032"/>
              <a:gd name="connsiteX79" fmla="*/ 102090 w 365377"/>
              <a:gd name="connsiteY79" fmla="*/ 637631 h 840032"/>
              <a:gd name="connsiteX80" fmla="*/ 21496 w 365377"/>
              <a:gd name="connsiteY80" fmla="*/ 557924 h 840032"/>
              <a:gd name="connsiteX81" fmla="*/ 42987 w 365377"/>
              <a:gd name="connsiteY81" fmla="*/ 579424 h 840032"/>
              <a:gd name="connsiteX82" fmla="*/ 21496 w 365377"/>
              <a:gd name="connsiteY82" fmla="*/ 600920 h 840032"/>
              <a:gd name="connsiteX83" fmla="*/ 0 w 365377"/>
              <a:gd name="connsiteY83" fmla="*/ 579424 h 840032"/>
              <a:gd name="connsiteX84" fmla="*/ 21496 w 365377"/>
              <a:gd name="connsiteY84" fmla="*/ 557924 h 840032"/>
              <a:gd name="connsiteX85" fmla="*/ 343882 w 365377"/>
              <a:gd name="connsiteY85" fmla="*/ 557924 h 840032"/>
              <a:gd name="connsiteX86" fmla="*/ 365377 w 365377"/>
              <a:gd name="connsiteY86" fmla="*/ 579424 h 840032"/>
              <a:gd name="connsiteX87" fmla="*/ 343882 w 365377"/>
              <a:gd name="connsiteY87" fmla="*/ 600920 h 840032"/>
              <a:gd name="connsiteX88" fmla="*/ 322390 w 365377"/>
              <a:gd name="connsiteY88" fmla="*/ 579424 h 840032"/>
              <a:gd name="connsiteX89" fmla="*/ 343882 w 365377"/>
              <a:gd name="connsiteY89" fmla="*/ 557924 h 840032"/>
              <a:gd name="connsiteX90" fmla="*/ 263287 w 365377"/>
              <a:gd name="connsiteY90" fmla="*/ 557924 h 840032"/>
              <a:gd name="connsiteX91" fmla="*/ 284778 w 365377"/>
              <a:gd name="connsiteY91" fmla="*/ 579424 h 840032"/>
              <a:gd name="connsiteX92" fmla="*/ 263287 w 365377"/>
              <a:gd name="connsiteY92" fmla="*/ 600920 h 840032"/>
              <a:gd name="connsiteX93" fmla="*/ 241792 w 365377"/>
              <a:gd name="connsiteY93" fmla="*/ 579424 h 840032"/>
              <a:gd name="connsiteX94" fmla="*/ 263287 w 365377"/>
              <a:gd name="connsiteY94" fmla="*/ 557924 h 840032"/>
              <a:gd name="connsiteX95" fmla="*/ 182689 w 365377"/>
              <a:gd name="connsiteY95" fmla="*/ 557924 h 840032"/>
              <a:gd name="connsiteX96" fmla="*/ 204184 w 365377"/>
              <a:gd name="connsiteY96" fmla="*/ 579424 h 840032"/>
              <a:gd name="connsiteX97" fmla="*/ 182689 w 365377"/>
              <a:gd name="connsiteY97" fmla="*/ 600920 h 840032"/>
              <a:gd name="connsiteX98" fmla="*/ 161193 w 365377"/>
              <a:gd name="connsiteY98" fmla="*/ 579424 h 840032"/>
              <a:gd name="connsiteX99" fmla="*/ 182689 w 365377"/>
              <a:gd name="connsiteY99" fmla="*/ 557924 h 840032"/>
              <a:gd name="connsiteX100" fmla="*/ 102090 w 365377"/>
              <a:gd name="connsiteY100" fmla="*/ 557924 h 840032"/>
              <a:gd name="connsiteX101" fmla="*/ 123585 w 365377"/>
              <a:gd name="connsiteY101" fmla="*/ 579424 h 840032"/>
              <a:gd name="connsiteX102" fmla="*/ 102090 w 365377"/>
              <a:gd name="connsiteY102" fmla="*/ 600920 h 840032"/>
              <a:gd name="connsiteX103" fmla="*/ 80599 w 365377"/>
              <a:gd name="connsiteY103" fmla="*/ 579424 h 840032"/>
              <a:gd name="connsiteX104" fmla="*/ 102090 w 365377"/>
              <a:gd name="connsiteY104" fmla="*/ 557924 h 840032"/>
              <a:gd name="connsiteX105" fmla="*/ 21496 w 365377"/>
              <a:gd name="connsiteY105" fmla="*/ 478217 h 840032"/>
              <a:gd name="connsiteX106" fmla="*/ 42987 w 365377"/>
              <a:gd name="connsiteY106" fmla="*/ 499717 h 840032"/>
              <a:gd name="connsiteX107" fmla="*/ 21496 w 365377"/>
              <a:gd name="connsiteY107" fmla="*/ 521212 h 840032"/>
              <a:gd name="connsiteX108" fmla="*/ 0 w 365377"/>
              <a:gd name="connsiteY108" fmla="*/ 499717 h 840032"/>
              <a:gd name="connsiteX109" fmla="*/ 21496 w 365377"/>
              <a:gd name="connsiteY109" fmla="*/ 478217 h 840032"/>
              <a:gd name="connsiteX110" fmla="*/ 343882 w 365377"/>
              <a:gd name="connsiteY110" fmla="*/ 478217 h 840032"/>
              <a:gd name="connsiteX111" fmla="*/ 365377 w 365377"/>
              <a:gd name="connsiteY111" fmla="*/ 499717 h 840032"/>
              <a:gd name="connsiteX112" fmla="*/ 343882 w 365377"/>
              <a:gd name="connsiteY112" fmla="*/ 521212 h 840032"/>
              <a:gd name="connsiteX113" fmla="*/ 322390 w 365377"/>
              <a:gd name="connsiteY113" fmla="*/ 499717 h 840032"/>
              <a:gd name="connsiteX114" fmla="*/ 343882 w 365377"/>
              <a:gd name="connsiteY114" fmla="*/ 478217 h 840032"/>
              <a:gd name="connsiteX115" fmla="*/ 263287 w 365377"/>
              <a:gd name="connsiteY115" fmla="*/ 478217 h 840032"/>
              <a:gd name="connsiteX116" fmla="*/ 284778 w 365377"/>
              <a:gd name="connsiteY116" fmla="*/ 499717 h 840032"/>
              <a:gd name="connsiteX117" fmla="*/ 263287 w 365377"/>
              <a:gd name="connsiteY117" fmla="*/ 521212 h 840032"/>
              <a:gd name="connsiteX118" fmla="*/ 241792 w 365377"/>
              <a:gd name="connsiteY118" fmla="*/ 499717 h 840032"/>
              <a:gd name="connsiteX119" fmla="*/ 263287 w 365377"/>
              <a:gd name="connsiteY119" fmla="*/ 478217 h 840032"/>
              <a:gd name="connsiteX120" fmla="*/ 182689 w 365377"/>
              <a:gd name="connsiteY120" fmla="*/ 478217 h 840032"/>
              <a:gd name="connsiteX121" fmla="*/ 204184 w 365377"/>
              <a:gd name="connsiteY121" fmla="*/ 499717 h 840032"/>
              <a:gd name="connsiteX122" fmla="*/ 182689 w 365377"/>
              <a:gd name="connsiteY122" fmla="*/ 521212 h 840032"/>
              <a:gd name="connsiteX123" fmla="*/ 161193 w 365377"/>
              <a:gd name="connsiteY123" fmla="*/ 499717 h 840032"/>
              <a:gd name="connsiteX124" fmla="*/ 182689 w 365377"/>
              <a:gd name="connsiteY124" fmla="*/ 478217 h 840032"/>
              <a:gd name="connsiteX125" fmla="*/ 102090 w 365377"/>
              <a:gd name="connsiteY125" fmla="*/ 478217 h 840032"/>
              <a:gd name="connsiteX126" fmla="*/ 123585 w 365377"/>
              <a:gd name="connsiteY126" fmla="*/ 499717 h 840032"/>
              <a:gd name="connsiteX127" fmla="*/ 102090 w 365377"/>
              <a:gd name="connsiteY127" fmla="*/ 521212 h 840032"/>
              <a:gd name="connsiteX128" fmla="*/ 80599 w 365377"/>
              <a:gd name="connsiteY128" fmla="*/ 499717 h 840032"/>
              <a:gd name="connsiteX129" fmla="*/ 102090 w 365377"/>
              <a:gd name="connsiteY129" fmla="*/ 478217 h 840032"/>
              <a:gd name="connsiteX130" fmla="*/ 21496 w 365377"/>
              <a:gd name="connsiteY130" fmla="*/ 398518 h 840032"/>
              <a:gd name="connsiteX131" fmla="*/ 42987 w 365377"/>
              <a:gd name="connsiteY131" fmla="*/ 420018 h 840032"/>
              <a:gd name="connsiteX132" fmla="*/ 21496 w 365377"/>
              <a:gd name="connsiteY132" fmla="*/ 441510 h 840032"/>
              <a:gd name="connsiteX133" fmla="*/ 0 w 365377"/>
              <a:gd name="connsiteY133" fmla="*/ 420018 h 840032"/>
              <a:gd name="connsiteX134" fmla="*/ 21496 w 365377"/>
              <a:gd name="connsiteY134" fmla="*/ 398518 h 840032"/>
              <a:gd name="connsiteX135" fmla="*/ 343882 w 365377"/>
              <a:gd name="connsiteY135" fmla="*/ 398518 h 840032"/>
              <a:gd name="connsiteX136" fmla="*/ 365377 w 365377"/>
              <a:gd name="connsiteY136" fmla="*/ 420018 h 840032"/>
              <a:gd name="connsiteX137" fmla="*/ 343882 w 365377"/>
              <a:gd name="connsiteY137" fmla="*/ 441510 h 840032"/>
              <a:gd name="connsiteX138" fmla="*/ 322390 w 365377"/>
              <a:gd name="connsiteY138" fmla="*/ 420018 h 840032"/>
              <a:gd name="connsiteX139" fmla="*/ 343882 w 365377"/>
              <a:gd name="connsiteY139" fmla="*/ 398518 h 840032"/>
              <a:gd name="connsiteX140" fmla="*/ 263287 w 365377"/>
              <a:gd name="connsiteY140" fmla="*/ 398518 h 840032"/>
              <a:gd name="connsiteX141" fmla="*/ 284778 w 365377"/>
              <a:gd name="connsiteY141" fmla="*/ 420018 h 840032"/>
              <a:gd name="connsiteX142" fmla="*/ 263287 w 365377"/>
              <a:gd name="connsiteY142" fmla="*/ 441510 h 840032"/>
              <a:gd name="connsiteX143" fmla="*/ 241792 w 365377"/>
              <a:gd name="connsiteY143" fmla="*/ 420018 h 840032"/>
              <a:gd name="connsiteX144" fmla="*/ 263287 w 365377"/>
              <a:gd name="connsiteY144" fmla="*/ 398518 h 840032"/>
              <a:gd name="connsiteX145" fmla="*/ 182689 w 365377"/>
              <a:gd name="connsiteY145" fmla="*/ 398518 h 840032"/>
              <a:gd name="connsiteX146" fmla="*/ 204184 w 365377"/>
              <a:gd name="connsiteY146" fmla="*/ 420018 h 840032"/>
              <a:gd name="connsiteX147" fmla="*/ 182689 w 365377"/>
              <a:gd name="connsiteY147" fmla="*/ 441510 h 840032"/>
              <a:gd name="connsiteX148" fmla="*/ 161193 w 365377"/>
              <a:gd name="connsiteY148" fmla="*/ 420018 h 840032"/>
              <a:gd name="connsiteX149" fmla="*/ 182689 w 365377"/>
              <a:gd name="connsiteY149" fmla="*/ 398518 h 840032"/>
              <a:gd name="connsiteX150" fmla="*/ 102090 w 365377"/>
              <a:gd name="connsiteY150" fmla="*/ 398518 h 840032"/>
              <a:gd name="connsiteX151" fmla="*/ 123585 w 365377"/>
              <a:gd name="connsiteY151" fmla="*/ 420018 h 840032"/>
              <a:gd name="connsiteX152" fmla="*/ 102090 w 365377"/>
              <a:gd name="connsiteY152" fmla="*/ 441510 h 840032"/>
              <a:gd name="connsiteX153" fmla="*/ 80599 w 365377"/>
              <a:gd name="connsiteY153" fmla="*/ 420018 h 840032"/>
              <a:gd name="connsiteX154" fmla="*/ 102090 w 365377"/>
              <a:gd name="connsiteY154" fmla="*/ 398518 h 840032"/>
              <a:gd name="connsiteX155" fmla="*/ 21496 w 365377"/>
              <a:gd name="connsiteY155" fmla="*/ 318820 h 840032"/>
              <a:gd name="connsiteX156" fmla="*/ 42987 w 365377"/>
              <a:gd name="connsiteY156" fmla="*/ 340311 h 840032"/>
              <a:gd name="connsiteX157" fmla="*/ 21496 w 365377"/>
              <a:gd name="connsiteY157" fmla="*/ 361802 h 840032"/>
              <a:gd name="connsiteX158" fmla="*/ 0 w 365377"/>
              <a:gd name="connsiteY158" fmla="*/ 340311 h 840032"/>
              <a:gd name="connsiteX159" fmla="*/ 21496 w 365377"/>
              <a:gd name="connsiteY159" fmla="*/ 318820 h 840032"/>
              <a:gd name="connsiteX160" fmla="*/ 343882 w 365377"/>
              <a:gd name="connsiteY160" fmla="*/ 318820 h 840032"/>
              <a:gd name="connsiteX161" fmla="*/ 365377 w 365377"/>
              <a:gd name="connsiteY161" fmla="*/ 340311 h 840032"/>
              <a:gd name="connsiteX162" fmla="*/ 343882 w 365377"/>
              <a:gd name="connsiteY162" fmla="*/ 361802 h 840032"/>
              <a:gd name="connsiteX163" fmla="*/ 322390 w 365377"/>
              <a:gd name="connsiteY163" fmla="*/ 340311 h 840032"/>
              <a:gd name="connsiteX164" fmla="*/ 343882 w 365377"/>
              <a:gd name="connsiteY164" fmla="*/ 318820 h 840032"/>
              <a:gd name="connsiteX165" fmla="*/ 263287 w 365377"/>
              <a:gd name="connsiteY165" fmla="*/ 318820 h 840032"/>
              <a:gd name="connsiteX166" fmla="*/ 284778 w 365377"/>
              <a:gd name="connsiteY166" fmla="*/ 340311 h 840032"/>
              <a:gd name="connsiteX167" fmla="*/ 263287 w 365377"/>
              <a:gd name="connsiteY167" fmla="*/ 361802 h 840032"/>
              <a:gd name="connsiteX168" fmla="*/ 241792 w 365377"/>
              <a:gd name="connsiteY168" fmla="*/ 340311 h 840032"/>
              <a:gd name="connsiteX169" fmla="*/ 263287 w 365377"/>
              <a:gd name="connsiteY169" fmla="*/ 318820 h 840032"/>
              <a:gd name="connsiteX170" fmla="*/ 182689 w 365377"/>
              <a:gd name="connsiteY170" fmla="*/ 318820 h 840032"/>
              <a:gd name="connsiteX171" fmla="*/ 204184 w 365377"/>
              <a:gd name="connsiteY171" fmla="*/ 340311 h 840032"/>
              <a:gd name="connsiteX172" fmla="*/ 182689 w 365377"/>
              <a:gd name="connsiteY172" fmla="*/ 361802 h 840032"/>
              <a:gd name="connsiteX173" fmla="*/ 161193 w 365377"/>
              <a:gd name="connsiteY173" fmla="*/ 340311 h 840032"/>
              <a:gd name="connsiteX174" fmla="*/ 182689 w 365377"/>
              <a:gd name="connsiteY174" fmla="*/ 318820 h 840032"/>
              <a:gd name="connsiteX175" fmla="*/ 102090 w 365377"/>
              <a:gd name="connsiteY175" fmla="*/ 318820 h 840032"/>
              <a:gd name="connsiteX176" fmla="*/ 123585 w 365377"/>
              <a:gd name="connsiteY176" fmla="*/ 340311 h 840032"/>
              <a:gd name="connsiteX177" fmla="*/ 102090 w 365377"/>
              <a:gd name="connsiteY177" fmla="*/ 361802 h 840032"/>
              <a:gd name="connsiteX178" fmla="*/ 80599 w 365377"/>
              <a:gd name="connsiteY178" fmla="*/ 340311 h 840032"/>
              <a:gd name="connsiteX179" fmla="*/ 102090 w 365377"/>
              <a:gd name="connsiteY179" fmla="*/ 318820 h 840032"/>
              <a:gd name="connsiteX180" fmla="*/ 21496 w 365377"/>
              <a:gd name="connsiteY180" fmla="*/ 239113 h 840032"/>
              <a:gd name="connsiteX181" fmla="*/ 42987 w 365377"/>
              <a:gd name="connsiteY181" fmla="*/ 260604 h 840032"/>
              <a:gd name="connsiteX182" fmla="*/ 21496 w 365377"/>
              <a:gd name="connsiteY182" fmla="*/ 282100 h 840032"/>
              <a:gd name="connsiteX183" fmla="*/ 0 w 365377"/>
              <a:gd name="connsiteY183" fmla="*/ 260604 h 840032"/>
              <a:gd name="connsiteX184" fmla="*/ 21496 w 365377"/>
              <a:gd name="connsiteY184" fmla="*/ 239113 h 840032"/>
              <a:gd name="connsiteX185" fmla="*/ 343882 w 365377"/>
              <a:gd name="connsiteY185" fmla="*/ 239113 h 840032"/>
              <a:gd name="connsiteX186" fmla="*/ 365377 w 365377"/>
              <a:gd name="connsiteY186" fmla="*/ 260604 h 840032"/>
              <a:gd name="connsiteX187" fmla="*/ 343882 w 365377"/>
              <a:gd name="connsiteY187" fmla="*/ 282100 h 840032"/>
              <a:gd name="connsiteX188" fmla="*/ 322390 w 365377"/>
              <a:gd name="connsiteY188" fmla="*/ 260604 h 840032"/>
              <a:gd name="connsiteX189" fmla="*/ 343882 w 365377"/>
              <a:gd name="connsiteY189" fmla="*/ 239113 h 840032"/>
              <a:gd name="connsiteX190" fmla="*/ 263287 w 365377"/>
              <a:gd name="connsiteY190" fmla="*/ 239113 h 840032"/>
              <a:gd name="connsiteX191" fmla="*/ 284778 w 365377"/>
              <a:gd name="connsiteY191" fmla="*/ 260604 h 840032"/>
              <a:gd name="connsiteX192" fmla="*/ 263287 w 365377"/>
              <a:gd name="connsiteY192" fmla="*/ 282100 h 840032"/>
              <a:gd name="connsiteX193" fmla="*/ 241792 w 365377"/>
              <a:gd name="connsiteY193" fmla="*/ 260604 h 840032"/>
              <a:gd name="connsiteX194" fmla="*/ 263287 w 365377"/>
              <a:gd name="connsiteY194" fmla="*/ 239113 h 840032"/>
              <a:gd name="connsiteX195" fmla="*/ 182689 w 365377"/>
              <a:gd name="connsiteY195" fmla="*/ 239113 h 840032"/>
              <a:gd name="connsiteX196" fmla="*/ 204184 w 365377"/>
              <a:gd name="connsiteY196" fmla="*/ 260604 h 840032"/>
              <a:gd name="connsiteX197" fmla="*/ 182689 w 365377"/>
              <a:gd name="connsiteY197" fmla="*/ 282100 h 840032"/>
              <a:gd name="connsiteX198" fmla="*/ 161193 w 365377"/>
              <a:gd name="connsiteY198" fmla="*/ 260604 h 840032"/>
              <a:gd name="connsiteX199" fmla="*/ 182689 w 365377"/>
              <a:gd name="connsiteY199" fmla="*/ 239113 h 840032"/>
              <a:gd name="connsiteX200" fmla="*/ 102090 w 365377"/>
              <a:gd name="connsiteY200" fmla="*/ 239113 h 840032"/>
              <a:gd name="connsiteX201" fmla="*/ 123585 w 365377"/>
              <a:gd name="connsiteY201" fmla="*/ 260604 h 840032"/>
              <a:gd name="connsiteX202" fmla="*/ 102090 w 365377"/>
              <a:gd name="connsiteY202" fmla="*/ 282100 h 840032"/>
              <a:gd name="connsiteX203" fmla="*/ 80599 w 365377"/>
              <a:gd name="connsiteY203" fmla="*/ 260604 h 840032"/>
              <a:gd name="connsiteX204" fmla="*/ 102090 w 365377"/>
              <a:gd name="connsiteY204" fmla="*/ 239113 h 840032"/>
              <a:gd name="connsiteX205" fmla="*/ 21496 w 365377"/>
              <a:gd name="connsiteY205" fmla="*/ 159406 h 840032"/>
              <a:gd name="connsiteX206" fmla="*/ 42987 w 365377"/>
              <a:gd name="connsiteY206" fmla="*/ 180897 h 840032"/>
              <a:gd name="connsiteX207" fmla="*/ 21496 w 365377"/>
              <a:gd name="connsiteY207" fmla="*/ 202392 h 840032"/>
              <a:gd name="connsiteX208" fmla="*/ 0 w 365377"/>
              <a:gd name="connsiteY208" fmla="*/ 180897 h 840032"/>
              <a:gd name="connsiteX209" fmla="*/ 21496 w 365377"/>
              <a:gd name="connsiteY209" fmla="*/ 159406 h 840032"/>
              <a:gd name="connsiteX210" fmla="*/ 343882 w 365377"/>
              <a:gd name="connsiteY210" fmla="*/ 159406 h 840032"/>
              <a:gd name="connsiteX211" fmla="*/ 365377 w 365377"/>
              <a:gd name="connsiteY211" fmla="*/ 180897 h 840032"/>
              <a:gd name="connsiteX212" fmla="*/ 343882 w 365377"/>
              <a:gd name="connsiteY212" fmla="*/ 202392 h 840032"/>
              <a:gd name="connsiteX213" fmla="*/ 322390 w 365377"/>
              <a:gd name="connsiteY213" fmla="*/ 180897 h 840032"/>
              <a:gd name="connsiteX214" fmla="*/ 343882 w 365377"/>
              <a:gd name="connsiteY214" fmla="*/ 159406 h 840032"/>
              <a:gd name="connsiteX215" fmla="*/ 263287 w 365377"/>
              <a:gd name="connsiteY215" fmla="*/ 159406 h 840032"/>
              <a:gd name="connsiteX216" fmla="*/ 284778 w 365377"/>
              <a:gd name="connsiteY216" fmla="*/ 180897 h 840032"/>
              <a:gd name="connsiteX217" fmla="*/ 263287 w 365377"/>
              <a:gd name="connsiteY217" fmla="*/ 202392 h 840032"/>
              <a:gd name="connsiteX218" fmla="*/ 241792 w 365377"/>
              <a:gd name="connsiteY218" fmla="*/ 180897 h 840032"/>
              <a:gd name="connsiteX219" fmla="*/ 263287 w 365377"/>
              <a:gd name="connsiteY219" fmla="*/ 159406 h 840032"/>
              <a:gd name="connsiteX220" fmla="*/ 182689 w 365377"/>
              <a:gd name="connsiteY220" fmla="*/ 159406 h 840032"/>
              <a:gd name="connsiteX221" fmla="*/ 204184 w 365377"/>
              <a:gd name="connsiteY221" fmla="*/ 180897 h 840032"/>
              <a:gd name="connsiteX222" fmla="*/ 182689 w 365377"/>
              <a:gd name="connsiteY222" fmla="*/ 202392 h 840032"/>
              <a:gd name="connsiteX223" fmla="*/ 161193 w 365377"/>
              <a:gd name="connsiteY223" fmla="*/ 180897 h 840032"/>
              <a:gd name="connsiteX224" fmla="*/ 182689 w 365377"/>
              <a:gd name="connsiteY224" fmla="*/ 159406 h 840032"/>
              <a:gd name="connsiteX225" fmla="*/ 102090 w 365377"/>
              <a:gd name="connsiteY225" fmla="*/ 159406 h 840032"/>
              <a:gd name="connsiteX226" fmla="*/ 123585 w 365377"/>
              <a:gd name="connsiteY226" fmla="*/ 180897 h 840032"/>
              <a:gd name="connsiteX227" fmla="*/ 102090 w 365377"/>
              <a:gd name="connsiteY227" fmla="*/ 202392 h 840032"/>
              <a:gd name="connsiteX228" fmla="*/ 80599 w 365377"/>
              <a:gd name="connsiteY228" fmla="*/ 180897 h 840032"/>
              <a:gd name="connsiteX229" fmla="*/ 102090 w 365377"/>
              <a:gd name="connsiteY229" fmla="*/ 159406 h 840032"/>
              <a:gd name="connsiteX230" fmla="*/ 21496 w 365377"/>
              <a:gd name="connsiteY230" fmla="*/ 79703 h 840032"/>
              <a:gd name="connsiteX231" fmla="*/ 42987 w 365377"/>
              <a:gd name="connsiteY231" fmla="*/ 101198 h 840032"/>
              <a:gd name="connsiteX232" fmla="*/ 21496 w 365377"/>
              <a:gd name="connsiteY232" fmla="*/ 122690 h 840032"/>
              <a:gd name="connsiteX233" fmla="*/ 0 w 365377"/>
              <a:gd name="connsiteY233" fmla="*/ 101198 h 840032"/>
              <a:gd name="connsiteX234" fmla="*/ 21496 w 365377"/>
              <a:gd name="connsiteY234" fmla="*/ 79703 h 840032"/>
              <a:gd name="connsiteX235" fmla="*/ 343882 w 365377"/>
              <a:gd name="connsiteY235" fmla="*/ 79703 h 840032"/>
              <a:gd name="connsiteX236" fmla="*/ 365377 w 365377"/>
              <a:gd name="connsiteY236" fmla="*/ 101198 h 840032"/>
              <a:gd name="connsiteX237" fmla="*/ 343882 w 365377"/>
              <a:gd name="connsiteY237" fmla="*/ 122690 h 840032"/>
              <a:gd name="connsiteX238" fmla="*/ 322390 w 365377"/>
              <a:gd name="connsiteY238" fmla="*/ 101198 h 840032"/>
              <a:gd name="connsiteX239" fmla="*/ 343882 w 365377"/>
              <a:gd name="connsiteY239" fmla="*/ 79703 h 840032"/>
              <a:gd name="connsiteX240" fmla="*/ 263287 w 365377"/>
              <a:gd name="connsiteY240" fmla="*/ 79703 h 840032"/>
              <a:gd name="connsiteX241" fmla="*/ 284778 w 365377"/>
              <a:gd name="connsiteY241" fmla="*/ 101198 h 840032"/>
              <a:gd name="connsiteX242" fmla="*/ 263287 w 365377"/>
              <a:gd name="connsiteY242" fmla="*/ 122690 h 840032"/>
              <a:gd name="connsiteX243" fmla="*/ 241792 w 365377"/>
              <a:gd name="connsiteY243" fmla="*/ 101198 h 840032"/>
              <a:gd name="connsiteX244" fmla="*/ 263287 w 365377"/>
              <a:gd name="connsiteY244" fmla="*/ 79703 h 840032"/>
              <a:gd name="connsiteX245" fmla="*/ 182689 w 365377"/>
              <a:gd name="connsiteY245" fmla="*/ 79703 h 840032"/>
              <a:gd name="connsiteX246" fmla="*/ 204184 w 365377"/>
              <a:gd name="connsiteY246" fmla="*/ 101198 h 840032"/>
              <a:gd name="connsiteX247" fmla="*/ 182689 w 365377"/>
              <a:gd name="connsiteY247" fmla="*/ 122690 h 840032"/>
              <a:gd name="connsiteX248" fmla="*/ 161193 w 365377"/>
              <a:gd name="connsiteY248" fmla="*/ 101198 h 840032"/>
              <a:gd name="connsiteX249" fmla="*/ 182689 w 365377"/>
              <a:gd name="connsiteY249" fmla="*/ 79703 h 840032"/>
              <a:gd name="connsiteX250" fmla="*/ 102090 w 365377"/>
              <a:gd name="connsiteY250" fmla="*/ 79703 h 840032"/>
              <a:gd name="connsiteX251" fmla="*/ 123585 w 365377"/>
              <a:gd name="connsiteY251" fmla="*/ 101198 h 840032"/>
              <a:gd name="connsiteX252" fmla="*/ 102090 w 365377"/>
              <a:gd name="connsiteY252" fmla="*/ 122690 h 840032"/>
              <a:gd name="connsiteX253" fmla="*/ 80599 w 365377"/>
              <a:gd name="connsiteY253" fmla="*/ 101198 h 840032"/>
              <a:gd name="connsiteX254" fmla="*/ 102090 w 365377"/>
              <a:gd name="connsiteY254" fmla="*/ 79703 h 840032"/>
              <a:gd name="connsiteX255" fmla="*/ 343882 w 365377"/>
              <a:gd name="connsiteY255" fmla="*/ 0 h 840032"/>
              <a:gd name="connsiteX256" fmla="*/ 365377 w 365377"/>
              <a:gd name="connsiteY256" fmla="*/ 21491 h 840032"/>
              <a:gd name="connsiteX257" fmla="*/ 343882 w 365377"/>
              <a:gd name="connsiteY257" fmla="*/ 42983 h 840032"/>
              <a:gd name="connsiteX258" fmla="*/ 322390 w 365377"/>
              <a:gd name="connsiteY258" fmla="*/ 21491 h 840032"/>
              <a:gd name="connsiteX259" fmla="*/ 343882 w 365377"/>
              <a:gd name="connsiteY259" fmla="*/ 0 h 840032"/>
              <a:gd name="connsiteX260" fmla="*/ 263287 w 365377"/>
              <a:gd name="connsiteY260" fmla="*/ 0 h 840032"/>
              <a:gd name="connsiteX261" fmla="*/ 284778 w 365377"/>
              <a:gd name="connsiteY261" fmla="*/ 21491 h 840032"/>
              <a:gd name="connsiteX262" fmla="*/ 263287 w 365377"/>
              <a:gd name="connsiteY262" fmla="*/ 42983 h 840032"/>
              <a:gd name="connsiteX263" fmla="*/ 241792 w 365377"/>
              <a:gd name="connsiteY263" fmla="*/ 21491 h 840032"/>
              <a:gd name="connsiteX264" fmla="*/ 263287 w 365377"/>
              <a:gd name="connsiteY264" fmla="*/ 0 h 840032"/>
              <a:gd name="connsiteX265" fmla="*/ 182689 w 365377"/>
              <a:gd name="connsiteY265" fmla="*/ 0 h 840032"/>
              <a:gd name="connsiteX266" fmla="*/ 204184 w 365377"/>
              <a:gd name="connsiteY266" fmla="*/ 21491 h 840032"/>
              <a:gd name="connsiteX267" fmla="*/ 182689 w 365377"/>
              <a:gd name="connsiteY267" fmla="*/ 42983 h 840032"/>
              <a:gd name="connsiteX268" fmla="*/ 161193 w 365377"/>
              <a:gd name="connsiteY268" fmla="*/ 21491 h 840032"/>
              <a:gd name="connsiteX269" fmla="*/ 182689 w 365377"/>
              <a:gd name="connsiteY269" fmla="*/ 0 h 840032"/>
              <a:gd name="connsiteX270" fmla="*/ 102090 w 365377"/>
              <a:gd name="connsiteY270" fmla="*/ 0 h 840032"/>
              <a:gd name="connsiteX271" fmla="*/ 123585 w 365377"/>
              <a:gd name="connsiteY271" fmla="*/ 21491 h 840032"/>
              <a:gd name="connsiteX272" fmla="*/ 102090 w 365377"/>
              <a:gd name="connsiteY272" fmla="*/ 42983 h 840032"/>
              <a:gd name="connsiteX273" fmla="*/ 80599 w 365377"/>
              <a:gd name="connsiteY273" fmla="*/ 21491 h 840032"/>
              <a:gd name="connsiteX274" fmla="*/ 102090 w 365377"/>
              <a:gd name="connsiteY274" fmla="*/ 0 h 84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</a:cxnLst>
            <a:rect l="l" t="t" r="r" b="b"/>
            <a:pathLst>
              <a:path w="365377" h="840032">
                <a:moveTo>
                  <a:pt x="21496" y="0"/>
                </a:moveTo>
                <a:cubicBezTo>
                  <a:pt x="33360" y="0"/>
                  <a:pt x="42987" y="9618"/>
                  <a:pt x="42987" y="21491"/>
                </a:cubicBezTo>
                <a:cubicBezTo>
                  <a:pt x="42987" y="33364"/>
                  <a:pt x="33360" y="42983"/>
                  <a:pt x="21496" y="42983"/>
                </a:cubicBezTo>
                <a:cubicBezTo>
                  <a:pt x="9623" y="42983"/>
                  <a:pt x="0" y="33364"/>
                  <a:pt x="0" y="21491"/>
                </a:cubicBezTo>
                <a:cubicBezTo>
                  <a:pt x="0" y="9618"/>
                  <a:pt x="9623" y="0"/>
                  <a:pt x="21496" y="0"/>
                </a:cubicBezTo>
                <a:close/>
                <a:moveTo>
                  <a:pt x="21496" y="797037"/>
                </a:moveTo>
                <a:cubicBezTo>
                  <a:pt x="33360" y="797037"/>
                  <a:pt x="42987" y="806664"/>
                  <a:pt x="42987" y="818532"/>
                </a:cubicBezTo>
                <a:cubicBezTo>
                  <a:pt x="42987" y="830405"/>
                  <a:pt x="33360" y="840032"/>
                  <a:pt x="21496" y="840032"/>
                </a:cubicBezTo>
                <a:cubicBezTo>
                  <a:pt x="9623" y="840032"/>
                  <a:pt x="0" y="830405"/>
                  <a:pt x="0" y="818532"/>
                </a:cubicBezTo>
                <a:cubicBezTo>
                  <a:pt x="0" y="806664"/>
                  <a:pt x="9623" y="797037"/>
                  <a:pt x="21496" y="797037"/>
                </a:cubicBezTo>
                <a:close/>
                <a:moveTo>
                  <a:pt x="343882" y="797037"/>
                </a:moveTo>
                <a:cubicBezTo>
                  <a:pt x="355755" y="797037"/>
                  <a:pt x="365377" y="806664"/>
                  <a:pt x="365377" y="818532"/>
                </a:cubicBezTo>
                <a:cubicBezTo>
                  <a:pt x="365377" y="830405"/>
                  <a:pt x="355755" y="840032"/>
                  <a:pt x="343882" y="840032"/>
                </a:cubicBezTo>
                <a:cubicBezTo>
                  <a:pt x="332013" y="840032"/>
                  <a:pt x="322390" y="830405"/>
                  <a:pt x="322390" y="818532"/>
                </a:cubicBezTo>
                <a:cubicBezTo>
                  <a:pt x="322390" y="806664"/>
                  <a:pt x="332013" y="797037"/>
                  <a:pt x="343882" y="797037"/>
                </a:cubicBezTo>
                <a:close/>
                <a:moveTo>
                  <a:pt x="263287" y="797037"/>
                </a:moveTo>
                <a:cubicBezTo>
                  <a:pt x="275160" y="797037"/>
                  <a:pt x="284778" y="806664"/>
                  <a:pt x="284778" y="818532"/>
                </a:cubicBezTo>
                <a:cubicBezTo>
                  <a:pt x="284778" y="830405"/>
                  <a:pt x="275156" y="840032"/>
                  <a:pt x="263287" y="840032"/>
                </a:cubicBezTo>
                <a:cubicBezTo>
                  <a:pt x="251414" y="840032"/>
                  <a:pt x="241792" y="830405"/>
                  <a:pt x="241792" y="818532"/>
                </a:cubicBezTo>
                <a:cubicBezTo>
                  <a:pt x="241792" y="806664"/>
                  <a:pt x="251414" y="797037"/>
                  <a:pt x="263287" y="797037"/>
                </a:cubicBezTo>
                <a:close/>
                <a:moveTo>
                  <a:pt x="182689" y="797037"/>
                </a:moveTo>
                <a:cubicBezTo>
                  <a:pt x="194562" y="797037"/>
                  <a:pt x="204184" y="806664"/>
                  <a:pt x="204184" y="818532"/>
                </a:cubicBezTo>
                <a:cubicBezTo>
                  <a:pt x="204184" y="830405"/>
                  <a:pt x="194557" y="840032"/>
                  <a:pt x="182689" y="840032"/>
                </a:cubicBezTo>
                <a:cubicBezTo>
                  <a:pt x="170820" y="840032"/>
                  <a:pt x="161193" y="830405"/>
                  <a:pt x="161193" y="818532"/>
                </a:cubicBezTo>
                <a:cubicBezTo>
                  <a:pt x="161193" y="806664"/>
                  <a:pt x="170816" y="797037"/>
                  <a:pt x="182689" y="797037"/>
                </a:cubicBezTo>
                <a:close/>
                <a:moveTo>
                  <a:pt x="102090" y="797037"/>
                </a:moveTo>
                <a:cubicBezTo>
                  <a:pt x="113963" y="797037"/>
                  <a:pt x="123585" y="806664"/>
                  <a:pt x="123585" y="818532"/>
                </a:cubicBezTo>
                <a:cubicBezTo>
                  <a:pt x="123585" y="830405"/>
                  <a:pt x="113963" y="840032"/>
                  <a:pt x="102090" y="840032"/>
                </a:cubicBezTo>
                <a:cubicBezTo>
                  <a:pt x="90217" y="840032"/>
                  <a:pt x="80599" y="830405"/>
                  <a:pt x="80599" y="818532"/>
                </a:cubicBezTo>
                <a:cubicBezTo>
                  <a:pt x="80599" y="806664"/>
                  <a:pt x="90217" y="797037"/>
                  <a:pt x="102090" y="797037"/>
                </a:cubicBezTo>
                <a:close/>
                <a:moveTo>
                  <a:pt x="21496" y="717334"/>
                </a:moveTo>
                <a:cubicBezTo>
                  <a:pt x="33360" y="717334"/>
                  <a:pt x="42987" y="726961"/>
                  <a:pt x="42987" y="738825"/>
                </a:cubicBezTo>
                <a:cubicBezTo>
                  <a:pt x="42987" y="750698"/>
                  <a:pt x="33360" y="760325"/>
                  <a:pt x="21496" y="760325"/>
                </a:cubicBezTo>
                <a:cubicBezTo>
                  <a:pt x="9623" y="760325"/>
                  <a:pt x="0" y="750698"/>
                  <a:pt x="0" y="738825"/>
                </a:cubicBezTo>
                <a:cubicBezTo>
                  <a:pt x="0" y="726961"/>
                  <a:pt x="9623" y="717334"/>
                  <a:pt x="21496" y="717334"/>
                </a:cubicBezTo>
                <a:close/>
                <a:moveTo>
                  <a:pt x="343882" y="717334"/>
                </a:moveTo>
                <a:cubicBezTo>
                  <a:pt x="355755" y="717334"/>
                  <a:pt x="365377" y="726961"/>
                  <a:pt x="365377" y="738825"/>
                </a:cubicBezTo>
                <a:cubicBezTo>
                  <a:pt x="365377" y="750698"/>
                  <a:pt x="355755" y="760325"/>
                  <a:pt x="343882" y="760325"/>
                </a:cubicBezTo>
                <a:cubicBezTo>
                  <a:pt x="332013" y="760325"/>
                  <a:pt x="322390" y="750698"/>
                  <a:pt x="322390" y="738825"/>
                </a:cubicBezTo>
                <a:cubicBezTo>
                  <a:pt x="322390" y="726961"/>
                  <a:pt x="332013" y="717334"/>
                  <a:pt x="343882" y="717334"/>
                </a:cubicBezTo>
                <a:close/>
                <a:moveTo>
                  <a:pt x="263287" y="717334"/>
                </a:moveTo>
                <a:cubicBezTo>
                  <a:pt x="275160" y="717334"/>
                  <a:pt x="284778" y="726961"/>
                  <a:pt x="284778" y="738825"/>
                </a:cubicBezTo>
                <a:cubicBezTo>
                  <a:pt x="284778" y="750698"/>
                  <a:pt x="275156" y="760325"/>
                  <a:pt x="263287" y="760325"/>
                </a:cubicBezTo>
                <a:cubicBezTo>
                  <a:pt x="251414" y="760325"/>
                  <a:pt x="241792" y="750698"/>
                  <a:pt x="241792" y="738825"/>
                </a:cubicBezTo>
                <a:cubicBezTo>
                  <a:pt x="241792" y="726961"/>
                  <a:pt x="251414" y="717334"/>
                  <a:pt x="263287" y="717334"/>
                </a:cubicBezTo>
                <a:close/>
                <a:moveTo>
                  <a:pt x="182689" y="717334"/>
                </a:moveTo>
                <a:cubicBezTo>
                  <a:pt x="194562" y="717334"/>
                  <a:pt x="204184" y="726961"/>
                  <a:pt x="204184" y="738825"/>
                </a:cubicBezTo>
                <a:cubicBezTo>
                  <a:pt x="204184" y="750698"/>
                  <a:pt x="194557" y="760325"/>
                  <a:pt x="182689" y="760325"/>
                </a:cubicBezTo>
                <a:cubicBezTo>
                  <a:pt x="170820" y="760325"/>
                  <a:pt x="161193" y="750698"/>
                  <a:pt x="161193" y="738825"/>
                </a:cubicBezTo>
                <a:cubicBezTo>
                  <a:pt x="161193" y="726961"/>
                  <a:pt x="170816" y="717334"/>
                  <a:pt x="182689" y="717334"/>
                </a:cubicBezTo>
                <a:close/>
                <a:moveTo>
                  <a:pt x="102090" y="717334"/>
                </a:moveTo>
                <a:cubicBezTo>
                  <a:pt x="113963" y="717334"/>
                  <a:pt x="123585" y="726961"/>
                  <a:pt x="123585" y="738825"/>
                </a:cubicBezTo>
                <a:cubicBezTo>
                  <a:pt x="123585" y="750698"/>
                  <a:pt x="113963" y="760325"/>
                  <a:pt x="102090" y="760325"/>
                </a:cubicBezTo>
                <a:cubicBezTo>
                  <a:pt x="90217" y="760325"/>
                  <a:pt x="80599" y="750698"/>
                  <a:pt x="80599" y="738825"/>
                </a:cubicBezTo>
                <a:cubicBezTo>
                  <a:pt x="80599" y="726961"/>
                  <a:pt x="90217" y="717334"/>
                  <a:pt x="102090" y="717334"/>
                </a:cubicBezTo>
                <a:close/>
                <a:moveTo>
                  <a:pt x="21496" y="637631"/>
                </a:moveTo>
                <a:cubicBezTo>
                  <a:pt x="33360" y="637631"/>
                  <a:pt x="42987" y="647258"/>
                  <a:pt x="42987" y="659122"/>
                </a:cubicBezTo>
                <a:cubicBezTo>
                  <a:pt x="42987" y="670995"/>
                  <a:pt x="33360" y="680622"/>
                  <a:pt x="21496" y="680622"/>
                </a:cubicBezTo>
                <a:cubicBezTo>
                  <a:pt x="9623" y="680622"/>
                  <a:pt x="0" y="670995"/>
                  <a:pt x="0" y="659122"/>
                </a:cubicBezTo>
                <a:cubicBezTo>
                  <a:pt x="0" y="647258"/>
                  <a:pt x="9623" y="637631"/>
                  <a:pt x="21496" y="637631"/>
                </a:cubicBezTo>
                <a:close/>
                <a:moveTo>
                  <a:pt x="343882" y="637631"/>
                </a:moveTo>
                <a:cubicBezTo>
                  <a:pt x="355755" y="637631"/>
                  <a:pt x="365377" y="647258"/>
                  <a:pt x="365377" y="659122"/>
                </a:cubicBezTo>
                <a:cubicBezTo>
                  <a:pt x="365377" y="670995"/>
                  <a:pt x="355755" y="680622"/>
                  <a:pt x="343882" y="680622"/>
                </a:cubicBezTo>
                <a:cubicBezTo>
                  <a:pt x="332013" y="680622"/>
                  <a:pt x="322390" y="670995"/>
                  <a:pt x="322390" y="659122"/>
                </a:cubicBezTo>
                <a:cubicBezTo>
                  <a:pt x="322390" y="647258"/>
                  <a:pt x="332013" y="637631"/>
                  <a:pt x="343882" y="637631"/>
                </a:cubicBezTo>
                <a:close/>
                <a:moveTo>
                  <a:pt x="263287" y="637631"/>
                </a:moveTo>
                <a:cubicBezTo>
                  <a:pt x="275160" y="637631"/>
                  <a:pt x="284778" y="647258"/>
                  <a:pt x="284778" y="659122"/>
                </a:cubicBezTo>
                <a:cubicBezTo>
                  <a:pt x="284778" y="670995"/>
                  <a:pt x="275156" y="680622"/>
                  <a:pt x="263287" y="680622"/>
                </a:cubicBezTo>
                <a:cubicBezTo>
                  <a:pt x="251414" y="680622"/>
                  <a:pt x="241792" y="670995"/>
                  <a:pt x="241792" y="659122"/>
                </a:cubicBezTo>
                <a:cubicBezTo>
                  <a:pt x="241792" y="647258"/>
                  <a:pt x="251414" y="637631"/>
                  <a:pt x="263287" y="637631"/>
                </a:cubicBezTo>
                <a:close/>
                <a:moveTo>
                  <a:pt x="182689" y="637631"/>
                </a:moveTo>
                <a:cubicBezTo>
                  <a:pt x="194562" y="637631"/>
                  <a:pt x="204184" y="647258"/>
                  <a:pt x="204184" y="659122"/>
                </a:cubicBezTo>
                <a:cubicBezTo>
                  <a:pt x="204184" y="670995"/>
                  <a:pt x="194557" y="680622"/>
                  <a:pt x="182689" y="680622"/>
                </a:cubicBezTo>
                <a:cubicBezTo>
                  <a:pt x="170820" y="680622"/>
                  <a:pt x="161193" y="670995"/>
                  <a:pt x="161193" y="659122"/>
                </a:cubicBezTo>
                <a:cubicBezTo>
                  <a:pt x="161193" y="647258"/>
                  <a:pt x="170816" y="637631"/>
                  <a:pt x="182689" y="637631"/>
                </a:cubicBezTo>
                <a:close/>
                <a:moveTo>
                  <a:pt x="102090" y="637631"/>
                </a:moveTo>
                <a:cubicBezTo>
                  <a:pt x="113963" y="637631"/>
                  <a:pt x="123585" y="647258"/>
                  <a:pt x="123585" y="659122"/>
                </a:cubicBezTo>
                <a:cubicBezTo>
                  <a:pt x="123585" y="670995"/>
                  <a:pt x="113963" y="680622"/>
                  <a:pt x="102090" y="680622"/>
                </a:cubicBezTo>
                <a:cubicBezTo>
                  <a:pt x="90217" y="680622"/>
                  <a:pt x="80599" y="670995"/>
                  <a:pt x="80599" y="659122"/>
                </a:cubicBezTo>
                <a:cubicBezTo>
                  <a:pt x="80599" y="647258"/>
                  <a:pt x="90217" y="637631"/>
                  <a:pt x="102090" y="637631"/>
                </a:cubicBezTo>
                <a:close/>
                <a:moveTo>
                  <a:pt x="21496" y="557924"/>
                </a:moveTo>
                <a:cubicBezTo>
                  <a:pt x="33360" y="557924"/>
                  <a:pt x="42987" y="567551"/>
                  <a:pt x="42987" y="579424"/>
                </a:cubicBezTo>
                <a:cubicBezTo>
                  <a:pt x="42987" y="591288"/>
                  <a:pt x="33360" y="600920"/>
                  <a:pt x="21496" y="600920"/>
                </a:cubicBezTo>
                <a:cubicBezTo>
                  <a:pt x="9623" y="600920"/>
                  <a:pt x="0" y="591293"/>
                  <a:pt x="0" y="579424"/>
                </a:cubicBezTo>
                <a:cubicBezTo>
                  <a:pt x="0" y="567551"/>
                  <a:pt x="9623" y="557924"/>
                  <a:pt x="21496" y="557924"/>
                </a:cubicBezTo>
                <a:close/>
                <a:moveTo>
                  <a:pt x="343882" y="557924"/>
                </a:moveTo>
                <a:cubicBezTo>
                  <a:pt x="355755" y="557924"/>
                  <a:pt x="365377" y="567551"/>
                  <a:pt x="365377" y="579424"/>
                </a:cubicBezTo>
                <a:cubicBezTo>
                  <a:pt x="365377" y="591288"/>
                  <a:pt x="355755" y="600920"/>
                  <a:pt x="343882" y="600920"/>
                </a:cubicBezTo>
                <a:cubicBezTo>
                  <a:pt x="332013" y="600920"/>
                  <a:pt x="322390" y="591293"/>
                  <a:pt x="322390" y="579424"/>
                </a:cubicBezTo>
                <a:cubicBezTo>
                  <a:pt x="322390" y="567551"/>
                  <a:pt x="332013" y="557924"/>
                  <a:pt x="343882" y="557924"/>
                </a:cubicBezTo>
                <a:close/>
                <a:moveTo>
                  <a:pt x="263287" y="557924"/>
                </a:moveTo>
                <a:cubicBezTo>
                  <a:pt x="275160" y="557924"/>
                  <a:pt x="284778" y="567551"/>
                  <a:pt x="284778" y="579424"/>
                </a:cubicBezTo>
                <a:cubicBezTo>
                  <a:pt x="284778" y="591288"/>
                  <a:pt x="275156" y="600920"/>
                  <a:pt x="263287" y="600920"/>
                </a:cubicBezTo>
                <a:cubicBezTo>
                  <a:pt x="251414" y="600920"/>
                  <a:pt x="241792" y="591293"/>
                  <a:pt x="241792" y="579424"/>
                </a:cubicBezTo>
                <a:cubicBezTo>
                  <a:pt x="241792" y="567551"/>
                  <a:pt x="251414" y="557924"/>
                  <a:pt x="263287" y="557924"/>
                </a:cubicBezTo>
                <a:close/>
                <a:moveTo>
                  <a:pt x="182689" y="557924"/>
                </a:moveTo>
                <a:cubicBezTo>
                  <a:pt x="194562" y="557924"/>
                  <a:pt x="204184" y="567551"/>
                  <a:pt x="204184" y="579424"/>
                </a:cubicBezTo>
                <a:cubicBezTo>
                  <a:pt x="204184" y="591288"/>
                  <a:pt x="194557" y="600920"/>
                  <a:pt x="182689" y="600920"/>
                </a:cubicBezTo>
                <a:cubicBezTo>
                  <a:pt x="170820" y="600920"/>
                  <a:pt x="161193" y="591293"/>
                  <a:pt x="161193" y="579424"/>
                </a:cubicBezTo>
                <a:cubicBezTo>
                  <a:pt x="161193" y="567551"/>
                  <a:pt x="170816" y="557924"/>
                  <a:pt x="182689" y="557924"/>
                </a:cubicBezTo>
                <a:close/>
                <a:moveTo>
                  <a:pt x="102090" y="557924"/>
                </a:moveTo>
                <a:cubicBezTo>
                  <a:pt x="113963" y="557924"/>
                  <a:pt x="123585" y="567551"/>
                  <a:pt x="123585" y="579424"/>
                </a:cubicBezTo>
                <a:cubicBezTo>
                  <a:pt x="123585" y="591288"/>
                  <a:pt x="113963" y="600920"/>
                  <a:pt x="102090" y="600920"/>
                </a:cubicBezTo>
                <a:cubicBezTo>
                  <a:pt x="90217" y="600920"/>
                  <a:pt x="80599" y="591293"/>
                  <a:pt x="80599" y="579424"/>
                </a:cubicBezTo>
                <a:cubicBezTo>
                  <a:pt x="80599" y="567551"/>
                  <a:pt x="90217" y="557924"/>
                  <a:pt x="102090" y="557924"/>
                </a:cubicBezTo>
                <a:close/>
                <a:moveTo>
                  <a:pt x="21496" y="478217"/>
                </a:moveTo>
                <a:cubicBezTo>
                  <a:pt x="33360" y="478217"/>
                  <a:pt x="42987" y="487844"/>
                  <a:pt x="42987" y="499717"/>
                </a:cubicBezTo>
                <a:cubicBezTo>
                  <a:pt x="42987" y="511590"/>
                  <a:pt x="33360" y="521212"/>
                  <a:pt x="21496" y="521212"/>
                </a:cubicBezTo>
                <a:cubicBezTo>
                  <a:pt x="9623" y="521212"/>
                  <a:pt x="0" y="511594"/>
                  <a:pt x="0" y="499717"/>
                </a:cubicBezTo>
                <a:cubicBezTo>
                  <a:pt x="0" y="487844"/>
                  <a:pt x="9623" y="478217"/>
                  <a:pt x="21496" y="478217"/>
                </a:cubicBezTo>
                <a:close/>
                <a:moveTo>
                  <a:pt x="343882" y="478217"/>
                </a:moveTo>
                <a:cubicBezTo>
                  <a:pt x="355755" y="478217"/>
                  <a:pt x="365377" y="487844"/>
                  <a:pt x="365377" y="499717"/>
                </a:cubicBezTo>
                <a:cubicBezTo>
                  <a:pt x="365377" y="511590"/>
                  <a:pt x="355755" y="521212"/>
                  <a:pt x="343882" y="521212"/>
                </a:cubicBezTo>
                <a:cubicBezTo>
                  <a:pt x="332013" y="521212"/>
                  <a:pt x="322390" y="511594"/>
                  <a:pt x="322390" y="499717"/>
                </a:cubicBezTo>
                <a:cubicBezTo>
                  <a:pt x="322390" y="487844"/>
                  <a:pt x="332013" y="478217"/>
                  <a:pt x="343882" y="478217"/>
                </a:cubicBezTo>
                <a:close/>
                <a:moveTo>
                  <a:pt x="263287" y="478217"/>
                </a:moveTo>
                <a:cubicBezTo>
                  <a:pt x="275160" y="478217"/>
                  <a:pt x="284778" y="487844"/>
                  <a:pt x="284778" y="499717"/>
                </a:cubicBezTo>
                <a:cubicBezTo>
                  <a:pt x="284778" y="511590"/>
                  <a:pt x="275156" y="521212"/>
                  <a:pt x="263287" y="521212"/>
                </a:cubicBezTo>
                <a:cubicBezTo>
                  <a:pt x="251414" y="521212"/>
                  <a:pt x="241792" y="511594"/>
                  <a:pt x="241792" y="499717"/>
                </a:cubicBezTo>
                <a:cubicBezTo>
                  <a:pt x="241792" y="487844"/>
                  <a:pt x="251414" y="478217"/>
                  <a:pt x="263287" y="478217"/>
                </a:cubicBezTo>
                <a:close/>
                <a:moveTo>
                  <a:pt x="182689" y="478217"/>
                </a:moveTo>
                <a:cubicBezTo>
                  <a:pt x="194562" y="478217"/>
                  <a:pt x="204184" y="487844"/>
                  <a:pt x="204184" y="499717"/>
                </a:cubicBezTo>
                <a:cubicBezTo>
                  <a:pt x="204184" y="511590"/>
                  <a:pt x="194557" y="521212"/>
                  <a:pt x="182689" y="521212"/>
                </a:cubicBezTo>
                <a:cubicBezTo>
                  <a:pt x="170820" y="521212"/>
                  <a:pt x="161193" y="511594"/>
                  <a:pt x="161193" y="499717"/>
                </a:cubicBezTo>
                <a:cubicBezTo>
                  <a:pt x="161193" y="487844"/>
                  <a:pt x="170816" y="478217"/>
                  <a:pt x="182689" y="478217"/>
                </a:cubicBezTo>
                <a:close/>
                <a:moveTo>
                  <a:pt x="102090" y="478217"/>
                </a:moveTo>
                <a:cubicBezTo>
                  <a:pt x="113963" y="478217"/>
                  <a:pt x="123585" y="487844"/>
                  <a:pt x="123585" y="499717"/>
                </a:cubicBezTo>
                <a:cubicBezTo>
                  <a:pt x="123585" y="511590"/>
                  <a:pt x="113963" y="521212"/>
                  <a:pt x="102090" y="521212"/>
                </a:cubicBezTo>
                <a:cubicBezTo>
                  <a:pt x="90217" y="521212"/>
                  <a:pt x="80599" y="511594"/>
                  <a:pt x="80599" y="499717"/>
                </a:cubicBezTo>
                <a:cubicBezTo>
                  <a:pt x="80599" y="487844"/>
                  <a:pt x="90217" y="478217"/>
                  <a:pt x="102090" y="478217"/>
                </a:cubicBezTo>
                <a:close/>
                <a:moveTo>
                  <a:pt x="21496" y="398518"/>
                </a:moveTo>
                <a:cubicBezTo>
                  <a:pt x="33360" y="398518"/>
                  <a:pt x="42987" y="408145"/>
                  <a:pt x="42987" y="420018"/>
                </a:cubicBezTo>
                <a:cubicBezTo>
                  <a:pt x="42987" y="431883"/>
                  <a:pt x="33360" y="441510"/>
                  <a:pt x="21496" y="441510"/>
                </a:cubicBezTo>
                <a:cubicBezTo>
                  <a:pt x="9623" y="441510"/>
                  <a:pt x="0" y="431883"/>
                  <a:pt x="0" y="420018"/>
                </a:cubicBezTo>
                <a:cubicBezTo>
                  <a:pt x="0" y="408145"/>
                  <a:pt x="9623" y="398518"/>
                  <a:pt x="21496" y="398518"/>
                </a:cubicBezTo>
                <a:close/>
                <a:moveTo>
                  <a:pt x="343882" y="398518"/>
                </a:moveTo>
                <a:cubicBezTo>
                  <a:pt x="355755" y="398518"/>
                  <a:pt x="365377" y="408145"/>
                  <a:pt x="365377" y="420018"/>
                </a:cubicBezTo>
                <a:cubicBezTo>
                  <a:pt x="365377" y="431883"/>
                  <a:pt x="355755" y="441510"/>
                  <a:pt x="343882" y="441510"/>
                </a:cubicBezTo>
                <a:cubicBezTo>
                  <a:pt x="332013" y="441510"/>
                  <a:pt x="322390" y="431883"/>
                  <a:pt x="322390" y="420018"/>
                </a:cubicBezTo>
                <a:cubicBezTo>
                  <a:pt x="322390" y="408145"/>
                  <a:pt x="332013" y="398518"/>
                  <a:pt x="343882" y="398518"/>
                </a:cubicBezTo>
                <a:close/>
                <a:moveTo>
                  <a:pt x="263287" y="398518"/>
                </a:moveTo>
                <a:cubicBezTo>
                  <a:pt x="275160" y="398518"/>
                  <a:pt x="284778" y="408145"/>
                  <a:pt x="284778" y="420018"/>
                </a:cubicBezTo>
                <a:cubicBezTo>
                  <a:pt x="284778" y="431883"/>
                  <a:pt x="275156" y="441510"/>
                  <a:pt x="263287" y="441510"/>
                </a:cubicBezTo>
                <a:cubicBezTo>
                  <a:pt x="251414" y="441510"/>
                  <a:pt x="241792" y="431883"/>
                  <a:pt x="241792" y="420018"/>
                </a:cubicBezTo>
                <a:cubicBezTo>
                  <a:pt x="241792" y="408145"/>
                  <a:pt x="251414" y="398518"/>
                  <a:pt x="263287" y="398518"/>
                </a:cubicBezTo>
                <a:close/>
                <a:moveTo>
                  <a:pt x="182689" y="398518"/>
                </a:moveTo>
                <a:cubicBezTo>
                  <a:pt x="194562" y="398518"/>
                  <a:pt x="204184" y="408145"/>
                  <a:pt x="204184" y="420018"/>
                </a:cubicBezTo>
                <a:cubicBezTo>
                  <a:pt x="204184" y="431883"/>
                  <a:pt x="194557" y="441510"/>
                  <a:pt x="182689" y="441510"/>
                </a:cubicBezTo>
                <a:cubicBezTo>
                  <a:pt x="170820" y="441510"/>
                  <a:pt x="161193" y="431883"/>
                  <a:pt x="161193" y="420018"/>
                </a:cubicBezTo>
                <a:cubicBezTo>
                  <a:pt x="161193" y="408145"/>
                  <a:pt x="170816" y="398518"/>
                  <a:pt x="182689" y="398518"/>
                </a:cubicBezTo>
                <a:close/>
                <a:moveTo>
                  <a:pt x="102090" y="398518"/>
                </a:moveTo>
                <a:cubicBezTo>
                  <a:pt x="113963" y="398518"/>
                  <a:pt x="123585" y="408145"/>
                  <a:pt x="123585" y="420018"/>
                </a:cubicBezTo>
                <a:cubicBezTo>
                  <a:pt x="123585" y="431883"/>
                  <a:pt x="113963" y="441510"/>
                  <a:pt x="102090" y="441510"/>
                </a:cubicBezTo>
                <a:cubicBezTo>
                  <a:pt x="90217" y="441510"/>
                  <a:pt x="80599" y="431883"/>
                  <a:pt x="80599" y="420018"/>
                </a:cubicBezTo>
                <a:cubicBezTo>
                  <a:pt x="80599" y="408145"/>
                  <a:pt x="90217" y="398518"/>
                  <a:pt x="102090" y="398518"/>
                </a:cubicBezTo>
                <a:close/>
                <a:moveTo>
                  <a:pt x="21496" y="318820"/>
                </a:moveTo>
                <a:cubicBezTo>
                  <a:pt x="33360" y="318820"/>
                  <a:pt x="42987" y="328438"/>
                  <a:pt x="42987" y="340311"/>
                </a:cubicBezTo>
                <a:cubicBezTo>
                  <a:pt x="42987" y="352184"/>
                  <a:pt x="33360" y="361802"/>
                  <a:pt x="21496" y="361802"/>
                </a:cubicBezTo>
                <a:cubicBezTo>
                  <a:pt x="9623" y="361802"/>
                  <a:pt x="0" y="352184"/>
                  <a:pt x="0" y="340311"/>
                </a:cubicBezTo>
                <a:cubicBezTo>
                  <a:pt x="0" y="328438"/>
                  <a:pt x="9623" y="318820"/>
                  <a:pt x="21496" y="318820"/>
                </a:cubicBezTo>
                <a:close/>
                <a:moveTo>
                  <a:pt x="343882" y="318820"/>
                </a:moveTo>
                <a:cubicBezTo>
                  <a:pt x="355755" y="318820"/>
                  <a:pt x="365377" y="328438"/>
                  <a:pt x="365377" y="340311"/>
                </a:cubicBezTo>
                <a:cubicBezTo>
                  <a:pt x="365377" y="352184"/>
                  <a:pt x="355755" y="361802"/>
                  <a:pt x="343882" y="361802"/>
                </a:cubicBezTo>
                <a:cubicBezTo>
                  <a:pt x="332013" y="361802"/>
                  <a:pt x="322390" y="352184"/>
                  <a:pt x="322390" y="340311"/>
                </a:cubicBezTo>
                <a:cubicBezTo>
                  <a:pt x="322390" y="328438"/>
                  <a:pt x="332013" y="318820"/>
                  <a:pt x="343882" y="318820"/>
                </a:cubicBezTo>
                <a:close/>
                <a:moveTo>
                  <a:pt x="263287" y="318820"/>
                </a:moveTo>
                <a:cubicBezTo>
                  <a:pt x="275160" y="318820"/>
                  <a:pt x="284778" y="328438"/>
                  <a:pt x="284778" y="340311"/>
                </a:cubicBezTo>
                <a:cubicBezTo>
                  <a:pt x="284778" y="352184"/>
                  <a:pt x="275156" y="361802"/>
                  <a:pt x="263287" y="361802"/>
                </a:cubicBezTo>
                <a:cubicBezTo>
                  <a:pt x="251414" y="361802"/>
                  <a:pt x="241792" y="352184"/>
                  <a:pt x="241792" y="340311"/>
                </a:cubicBezTo>
                <a:cubicBezTo>
                  <a:pt x="241792" y="328438"/>
                  <a:pt x="251414" y="318820"/>
                  <a:pt x="263287" y="318820"/>
                </a:cubicBezTo>
                <a:close/>
                <a:moveTo>
                  <a:pt x="182689" y="318820"/>
                </a:moveTo>
                <a:cubicBezTo>
                  <a:pt x="194562" y="318820"/>
                  <a:pt x="204184" y="328438"/>
                  <a:pt x="204184" y="340311"/>
                </a:cubicBezTo>
                <a:cubicBezTo>
                  <a:pt x="204184" y="352184"/>
                  <a:pt x="194557" y="361802"/>
                  <a:pt x="182689" y="361802"/>
                </a:cubicBezTo>
                <a:cubicBezTo>
                  <a:pt x="170820" y="361802"/>
                  <a:pt x="161193" y="352184"/>
                  <a:pt x="161193" y="340311"/>
                </a:cubicBezTo>
                <a:cubicBezTo>
                  <a:pt x="161193" y="328438"/>
                  <a:pt x="170816" y="318820"/>
                  <a:pt x="182689" y="318820"/>
                </a:cubicBezTo>
                <a:close/>
                <a:moveTo>
                  <a:pt x="102090" y="318820"/>
                </a:moveTo>
                <a:cubicBezTo>
                  <a:pt x="113963" y="318820"/>
                  <a:pt x="123585" y="328438"/>
                  <a:pt x="123585" y="340311"/>
                </a:cubicBezTo>
                <a:cubicBezTo>
                  <a:pt x="123585" y="352184"/>
                  <a:pt x="113963" y="361802"/>
                  <a:pt x="102090" y="361802"/>
                </a:cubicBezTo>
                <a:cubicBezTo>
                  <a:pt x="90217" y="361802"/>
                  <a:pt x="80599" y="352184"/>
                  <a:pt x="80599" y="340311"/>
                </a:cubicBezTo>
                <a:cubicBezTo>
                  <a:pt x="80599" y="328438"/>
                  <a:pt x="90217" y="318820"/>
                  <a:pt x="102090" y="318820"/>
                </a:cubicBezTo>
                <a:close/>
                <a:moveTo>
                  <a:pt x="21496" y="239113"/>
                </a:moveTo>
                <a:cubicBezTo>
                  <a:pt x="33360" y="239113"/>
                  <a:pt x="42987" y="248731"/>
                  <a:pt x="42987" y="260604"/>
                </a:cubicBezTo>
                <a:cubicBezTo>
                  <a:pt x="42987" y="272477"/>
                  <a:pt x="33360" y="282100"/>
                  <a:pt x="21496" y="282100"/>
                </a:cubicBezTo>
                <a:cubicBezTo>
                  <a:pt x="9623" y="282100"/>
                  <a:pt x="0" y="272477"/>
                  <a:pt x="0" y="260604"/>
                </a:cubicBezTo>
                <a:cubicBezTo>
                  <a:pt x="0" y="248731"/>
                  <a:pt x="9623" y="239113"/>
                  <a:pt x="21496" y="239113"/>
                </a:cubicBezTo>
                <a:close/>
                <a:moveTo>
                  <a:pt x="343882" y="239113"/>
                </a:moveTo>
                <a:cubicBezTo>
                  <a:pt x="355755" y="239113"/>
                  <a:pt x="365377" y="248731"/>
                  <a:pt x="365377" y="260604"/>
                </a:cubicBezTo>
                <a:cubicBezTo>
                  <a:pt x="365377" y="272477"/>
                  <a:pt x="355755" y="282100"/>
                  <a:pt x="343882" y="282100"/>
                </a:cubicBezTo>
                <a:cubicBezTo>
                  <a:pt x="332013" y="282100"/>
                  <a:pt x="322390" y="272477"/>
                  <a:pt x="322390" y="260604"/>
                </a:cubicBezTo>
                <a:cubicBezTo>
                  <a:pt x="322390" y="248731"/>
                  <a:pt x="332013" y="239113"/>
                  <a:pt x="343882" y="239113"/>
                </a:cubicBezTo>
                <a:close/>
                <a:moveTo>
                  <a:pt x="263287" y="239113"/>
                </a:moveTo>
                <a:cubicBezTo>
                  <a:pt x="275160" y="239113"/>
                  <a:pt x="284778" y="248731"/>
                  <a:pt x="284778" y="260604"/>
                </a:cubicBezTo>
                <a:cubicBezTo>
                  <a:pt x="284778" y="272477"/>
                  <a:pt x="275156" y="282100"/>
                  <a:pt x="263287" y="282100"/>
                </a:cubicBezTo>
                <a:cubicBezTo>
                  <a:pt x="251414" y="282100"/>
                  <a:pt x="241792" y="272477"/>
                  <a:pt x="241792" y="260604"/>
                </a:cubicBezTo>
                <a:cubicBezTo>
                  <a:pt x="241792" y="248731"/>
                  <a:pt x="251414" y="239113"/>
                  <a:pt x="263287" y="239113"/>
                </a:cubicBezTo>
                <a:close/>
                <a:moveTo>
                  <a:pt x="182689" y="239113"/>
                </a:moveTo>
                <a:cubicBezTo>
                  <a:pt x="194562" y="239113"/>
                  <a:pt x="204184" y="248731"/>
                  <a:pt x="204184" y="260604"/>
                </a:cubicBezTo>
                <a:cubicBezTo>
                  <a:pt x="204184" y="272477"/>
                  <a:pt x="194557" y="282100"/>
                  <a:pt x="182689" y="282100"/>
                </a:cubicBezTo>
                <a:cubicBezTo>
                  <a:pt x="170820" y="282100"/>
                  <a:pt x="161193" y="272477"/>
                  <a:pt x="161193" y="260604"/>
                </a:cubicBezTo>
                <a:cubicBezTo>
                  <a:pt x="161193" y="248731"/>
                  <a:pt x="170816" y="239113"/>
                  <a:pt x="182689" y="239113"/>
                </a:cubicBezTo>
                <a:close/>
                <a:moveTo>
                  <a:pt x="102090" y="239113"/>
                </a:moveTo>
                <a:cubicBezTo>
                  <a:pt x="113963" y="239113"/>
                  <a:pt x="123585" y="248731"/>
                  <a:pt x="123585" y="260604"/>
                </a:cubicBezTo>
                <a:cubicBezTo>
                  <a:pt x="123585" y="272477"/>
                  <a:pt x="113963" y="282100"/>
                  <a:pt x="102090" y="282100"/>
                </a:cubicBezTo>
                <a:cubicBezTo>
                  <a:pt x="90217" y="282100"/>
                  <a:pt x="80599" y="272477"/>
                  <a:pt x="80599" y="260604"/>
                </a:cubicBezTo>
                <a:cubicBezTo>
                  <a:pt x="80599" y="248731"/>
                  <a:pt x="90217" y="239113"/>
                  <a:pt x="102090" y="239113"/>
                </a:cubicBezTo>
                <a:close/>
                <a:moveTo>
                  <a:pt x="21496" y="159406"/>
                </a:moveTo>
                <a:cubicBezTo>
                  <a:pt x="33360" y="159406"/>
                  <a:pt x="42987" y="169024"/>
                  <a:pt x="42987" y="180897"/>
                </a:cubicBezTo>
                <a:cubicBezTo>
                  <a:pt x="42987" y="192774"/>
                  <a:pt x="33360" y="202392"/>
                  <a:pt x="21496" y="202392"/>
                </a:cubicBezTo>
                <a:cubicBezTo>
                  <a:pt x="9623" y="202392"/>
                  <a:pt x="0" y="192774"/>
                  <a:pt x="0" y="180897"/>
                </a:cubicBezTo>
                <a:cubicBezTo>
                  <a:pt x="0" y="169028"/>
                  <a:pt x="9623" y="159406"/>
                  <a:pt x="21496" y="159406"/>
                </a:cubicBezTo>
                <a:close/>
                <a:moveTo>
                  <a:pt x="343882" y="159406"/>
                </a:moveTo>
                <a:cubicBezTo>
                  <a:pt x="355755" y="159406"/>
                  <a:pt x="365377" y="169024"/>
                  <a:pt x="365377" y="180897"/>
                </a:cubicBezTo>
                <a:cubicBezTo>
                  <a:pt x="365377" y="192774"/>
                  <a:pt x="355755" y="202392"/>
                  <a:pt x="343882" y="202392"/>
                </a:cubicBezTo>
                <a:cubicBezTo>
                  <a:pt x="332013" y="202392"/>
                  <a:pt x="322390" y="192774"/>
                  <a:pt x="322390" y="180897"/>
                </a:cubicBezTo>
                <a:cubicBezTo>
                  <a:pt x="322390" y="169028"/>
                  <a:pt x="332013" y="159406"/>
                  <a:pt x="343882" y="159406"/>
                </a:cubicBezTo>
                <a:close/>
                <a:moveTo>
                  <a:pt x="263287" y="159406"/>
                </a:moveTo>
                <a:cubicBezTo>
                  <a:pt x="275160" y="159406"/>
                  <a:pt x="284778" y="169024"/>
                  <a:pt x="284778" y="180897"/>
                </a:cubicBezTo>
                <a:cubicBezTo>
                  <a:pt x="284778" y="192774"/>
                  <a:pt x="275156" y="202392"/>
                  <a:pt x="263287" y="202392"/>
                </a:cubicBezTo>
                <a:cubicBezTo>
                  <a:pt x="251414" y="202392"/>
                  <a:pt x="241792" y="192774"/>
                  <a:pt x="241792" y="180897"/>
                </a:cubicBezTo>
                <a:cubicBezTo>
                  <a:pt x="241792" y="169028"/>
                  <a:pt x="251414" y="159406"/>
                  <a:pt x="263287" y="159406"/>
                </a:cubicBezTo>
                <a:close/>
                <a:moveTo>
                  <a:pt x="182689" y="159406"/>
                </a:moveTo>
                <a:cubicBezTo>
                  <a:pt x="194562" y="159406"/>
                  <a:pt x="204184" y="169024"/>
                  <a:pt x="204184" y="180897"/>
                </a:cubicBezTo>
                <a:cubicBezTo>
                  <a:pt x="204184" y="192774"/>
                  <a:pt x="194557" y="202392"/>
                  <a:pt x="182689" y="202392"/>
                </a:cubicBezTo>
                <a:cubicBezTo>
                  <a:pt x="170820" y="202392"/>
                  <a:pt x="161193" y="192774"/>
                  <a:pt x="161193" y="180897"/>
                </a:cubicBezTo>
                <a:cubicBezTo>
                  <a:pt x="161193" y="169028"/>
                  <a:pt x="170816" y="159406"/>
                  <a:pt x="182689" y="159406"/>
                </a:cubicBezTo>
                <a:close/>
                <a:moveTo>
                  <a:pt x="102090" y="159406"/>
                </a:moveTo>
                <a:cubicBezTo>
                  <a:pt x="113963" y="159406"/>
                  <a:pt x="123585" y="169024"/>
                  <a:pt x="123585" y="180897"/>
                </a:cubicBezTo>
                <a:cubicBezTo>
                  <a:pt x="123585" y="192774"/>
                  <a:pt x="113963" y="202392"/>
                  <a:pt x="102090" y="202392"/>
                </a:cubicBezTo>
                <a:cubicBezTo>
                  <a:pt x="90217" y="202392"/>
                  <a:pt x="80599" y="192774"/>
                  <a:pt x="80599" y="180897"/>
                </a:cubicBezTo>
                <a:cubicBezTo>
                  <a:pt x="80599" y="169028"/>
                  <a:pt x="90217" y="159406"/>
                  <a:pt x="102090" y="159406"/>
                </a:cubicBezTo>
                <a:close/>
                <a:moveTo>
                  <a:pt x="21496" y="79703"/>
                </a:moveTo>
                <a:cubicBezTo>
                  <a:pt x="33360" y="79703"/>
                  <a:pt x="42987" y="89325"/>
                  <a:pt x="42987" y="101198"/>
                </a:cubicBezTo>
                <a:cubicBezTo>
                  <a:pt x="42987" y="113071"/>
                  <a:pt x="33360" y="122690"/>
                  <a:pt x="21496" y="122690"/>
                </a:cubicBezTo>
                <a:cubicBezTo>
                  <a:pt x="9623" y="122690"/>
                  <a:pt x="0" y="113071"/>
                  <a:pt x="0" y="101198"/>
                </a:cubicBezTo>
                <a:cubicBezTo>
                  <a:pt x="0" y="89325"/>
                  <a:pt x="9623" y="79703"/>
                  <a:pt x="21496" y="79703"/>
                </a:cubicBezTo>
                <a:close/>
                <a:moveTo>
                  <a:pt x="343882" y="79703"/>
                </a:moveTo>
                <a:cubicBezTo>
                  <a:pt x="355755" y="79703"/>
                  <a:pt x="365377" y="89325"/>
                  <a:pt x="365377" y="101198"/>
                </a:cubicBezTo>
                <a:cubicBezTo>
                  <a:pt x="365377" y="113071"/>
                  <a:pt x="355755" y="122690"/>
                  <a:pt x="343882" y="122690"/>
                </a:cubicBezTo>
                <a:cubicBezTo>
                  <a:pt x="332013" y="122690"/>
                  <a:pt x="322390" y="113071"/>
                  <a:pt x="322390" y="101198"/>
                </a:cubicBezTo>
                <a:cubicBezTo>
                  <a:pt x="322390" y="89325"/>
                  <a:pt x="332013" y="79703"/>
                  <a:pt x="343882" y="79703"/>
                </a:cubicBezTo>
                <a:close/>
                <a:moveTo>
                  <a:pt x="263287" y="79703"/>
                </a:moveTo>
                <a:cubicBezTo>
                  <a:pt x="275160" y="79703"/>
                  <a:pt x="284778" y="89325"/>
                  <a:pt x="284778" y="101198"/>
                </a:cubicBezTo>
                <a:cubicBezTo>
                  <a:pt x="284778" y="113071"/>
                  <a:pt x="275156" y="122690"/>
                  <a:pt x="263287" y="122690"/>
                </a:cubicBezTo>
                <a:cubicBezTo>
                  <a:pt x="251414" y="122690"/>
                  <a:pt x="241792" y="113071"/>
                  <a:pt x="241792" y="101198"/>
                </a:cubicBezTo>
                <a:cubicBezTo>
                  <a:pt x="241792" y="89325"/>
                  <a:pt x="251414" y="79703"/>
                  <a:pt x="263287" y="79703"/>
                </a:cubicBezTo>
                <a:close/>
                <a:moveTo>
                  <a:pt x="182689" y="79703"/>
                </a:moveTo>
                <a:cubicBezTo>
                  <a:pt x="194562" y="79703"/>
                  <a:pt x="204184" y="89325"/>
                  <a:pt x="204184" y="101198"/>
                </a:cubicBezTo>
                <a:cubicBezTo>
                  <a:pt x="204184" y="113071"/>
                  <a:pt x="194557" y="122690"/>
                  <a:pt x="182689" y="122690"/>
                </a:cubicBezTo>
                <a:cubicBezTo>
                  <a:pt x="170820" y="122690"/>
                  <a:pt x="161193" y="113071"/>
                  <a:pt x="161193" y="101198"/>
                </a:cubicBezTo>
                <a:cubicBezTo>
                  <a:pt x="161193" y="89325"/>
                  <a:pt x="170816" y="79703"/>
                  <a:pt x="182689" y="79703"/>
                </a:cubicBezTo>
                <a:close/>
                <a:moveTo>
                  <a:pt x="102090" y="79703"/>
                </a:moveTo>
                <a:cubicBezTo>
                  <a:pt x="113963" y="79703"/>
                  <a:pt x="123585" y="89325"/>
                  <a:pt x="123585" y="101198"/>
                </a:cubicBezTo>
                <a:cubicBezTo>
                  <a:pt x="123585" y="113071"/>
                  <a:pt x="113963" y="122690"/>
                  <a:pt x="102090" y="122690"/>
                </a:cubicBezTo>
                <a:cubicBezTo>
                  <a:pt x="90217" y="122690"/>
                  <a:pt x="80599" y="113071"/>
                  <a:pt x="80599" y="101198"/>
                </a:cubicBezTo>
                <a:cubicBezTo>
                  <a:pt x="80599" y="89325"/>
                  <a:pt x="90217" y="79703"/>
                  <a:pt x="102090" y="79703"/>
                </a:cubicBezTo>
                <a:close/>
                <a:moveTo>
                  <a:pt x="343882" y="0"/>
                </a:moveTo>
                <a:cubicBezTo>
                  <a:pt x="355755" y="0"/>
                  <a:pt x="365377" y="9618"/>
                  <a:pt x="365377" y="21491"/>
                </a:cubicBezTo>
                <a:cubicBezTo>
                  <a:pt x="365377" y="33364"/>
                  <a:pt x="355755" y="42983"/>
                  <a:pt x="343882" y="42983"/>
                </a:cubicBezTo>
                <a:cubicBezTo>
                  <a:pt x="332013" y="42983"/>
                  <a:pt x="322390" y="33364"/>
                  <a:pt x="322390" y="21491"/>
                </a:cubicBezTo>
                <a:cubicBezTo>
                  <a:pt x="322390" y="9618"/>
                  <a:pt x="332013" y="0"/>
                  <a:pt x="343882" y="0"/>
                </a:cubicBezTo>
                <a:close/>
                <a:moveTo>
                  <a:pt x="263287" y="0"/>
                </a:moveTo>
                <a:cubicBezTo>
                  <a:pt x="275160" y="0"/>
                  <a:pt x="284778" y="9618"/>
                  <a:pt x="284778" y="21491"/>
                </a:cubicBezTo>
                <a:cubicBezTo>
                  <a:pt x="284778" y="33364"/>
                  <a:pt x="275156" y="42983"/>
                  <a:pt x="263287" y="42983"/>
                </a:cubicBezTo>
                <a:cubicBezTo>
                  <a:pt x="251414" y="42983"/>
                  <a:pt x="241792" y="33364"/>
                  <a:pt x="241792" y="21491"/>
                </a:cubicBezTo>
                <a:cubicBezTo>
                  <a:pt x="241792" y="9618"/>
                  <a:pt x="251414" y="0"/>
                  <a:pt x="263287" y="0"/>
                </a:cubicBezTo>
                <a:close/>
                <a:moveTo>
                  <a:pt x="182689" y="0"/>
                </a:moveTo>
                <a:cubicBezTo>
                  <a:pt x="194562" y="0"/>
                  <a:pt x="204184" y="9618"/>
                  <a:pt x="204184" y="21491"/>
                </a:cubicBezTo>
                <a:cubicBezTo>
                  <a:pt x="204184" y="33364"/>
                  <a:pt x="194557" y="42983"/>
                  <a:pt x="182689" y="42983"/>
                </a:cubicBezTo>
                <a:cubicBezTo>
                  <a:pt x="170820" y="42983"/>
                  <a:pt x="161193" y="33364"/>
                  <a:pt x="161193" y="21491"/>
                </a:cubicBezTo>
                <a:cubicBezTo>
                  <a:pt x="161193" y="9618"/>
                  <a:pt x="170816" y="0"/>
                  <a:pt x="182689" y="0"/>
                </a:cubicBezTo>
                <a:close/>
                <a:moveTo>
                  <a:pt x="102090" y="0"/>
                </a:moveTo>
                <a:cubicBezTo>
                  <a:pt x="113963" y="0"/>
                  <a:pt x="123585" y="9618"/>
                  <a:pt x="123585" y="21491"/>
                </a:cubicBezTo>
                <a:cubicBezTo>
                  <a:pt x="123585" y="33364"/>
                  <a:pt x="113963" y="42983"/>
                  <a:pt x="102090" y="42983"/>
                </a:cubicBezTo>
                <a:cubicBezTo>
                  <a:pt x="90217" y="42983"/>
                  <a:pt x="80599" y="33364"/>
                  <a:pt x="80599" y="21491"/>
                </a:cubicBezTo>
                <a:cubicBezTo>
                  <a:pt x="80599" y="9618"/>
                  <a:pt x="90217" y="0"/>
                  <a:pt x="102090" y="0"/>
                </a:cubicBezTo>
                <a:close/>
              </a:path>
            </a:pathLst>
          </a:custGeom>
          <a:solidFill>
            <a:schemeClr val="bg1"/>
          </a:soli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22" name="图形"/>
          <p:cNvSpPr/>
          <p:nvPr/>
        </p:nvSpPr>
        <p:spPr>
          <a:xfrm flipH="1">
            <a:off x="8686801" y="-116"/>
            <a:ext cx="6224180" cy="184903"/>
          </a:xfrm>
          <a:custGeom>
            <a:avLst/>
            <a:gdLst>
              <a:gd name="connsiteX0" fmla="*/ 0 w 6224180"/>
              <a:gd name="connsiteY0" fmla="*/ 0 h 184903"/>
              <a:gd name="connsiteX1" fmla="*/ 6224180 w 6224180"/>
              <a:gd name="connsiteY1" fmla="*/ 0 h 184903"/>
              <a:gd name="connsiteX2" fmla="*/ 6117735 w 6224180"/>
              <a:gd name="connsiteY2" fmla="*/ 184903 h 184903"/>
              <a:gd name="connsiteX3" fmla="*/ 0 w 6224180"/>
              <a:gd name="connsiteY3" fmla="*/ 184903 h 184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4180" h="184903">
                <a:moveTo>
                  <a:pt x="0" y="0"/>
                </a:moveTo>
                <a:lnTo>
                  <a:pt x="6224180" y="0"/>
                </a:lnTo>
                <a:lnTo>
                  <a:pt x="6117735" y="184903"/>
                </a:lnTo>
                <a:lnTo>
                  <a:pt x="0" y="18490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0" name="图形"/>
          <p:cNvSpPr txBox="1"/>
          <p:nvPr/>
        </p:nvSpPr>
        <p:spPr>
          <a:xfrm>
            <a:off x="8905953" y="184947"/>
            <a:ext cx="1377128" cy="3737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3900">
                <a:solidFill>
                  <a:srgbClr val="000000"/>
                </a:solidFill>
                <a:latin typeface="宋体" panose="02010600030101010101" pitchFamily="2" charset="-122"/>
                <a:ea typeface="包图粗黑体" panose="02000800000000000000" charset="-122"/>
                <a:sym typeface="宋体" panose="02010600030101010101" pitchFamily="2" charset="-122"/>
              </a:rPr>
              <a:t>1</a:t>
            </a:r>
          </a:p>
        </p:txBody>
      </p:sp>
      <p:grpSp>
        <p:nvGrpSpPr>
          <p:cNvPr id="12" name="图形"/>
          <p:cNvGrpSpPr/>
          <p:nvPr/>
        </p:nvGrpSpPr>
        <p:grpSpPr>
          <a:xfrm>
            <a:off x="5534660" y="2013585"/>
            <a:ext cx="2697480" cy="651510"/>
            <a:chOff x="1719" y="3692"/>
            <a:chExt cx="2266" cy="771"/>
          </a:xfrm>
        </p:grpSpPr>
        <p:sp>
          <p:nvSpPr>
            <p:cNvPr id="72" name="图形"/>
            <p:cNvSpPr/>
            <p:nvPr>
              <p:custDataLst>
                <p:tags r:id="rId2"/>
              </p:custDataLst>
            </p:nvPr>
          </p:nvSpPr>
          <p:spPr>
            <a:xfrm>
              <a:off x="1719" y="3692"/>
              <a:ext cx="2266" cy="771"/>
            </a:xfrm>
            <a:prstGeom prst="homePlat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" tIns="36576" rIns="73152" bIns="36576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75" name="图形"/>
            <p:cNvSpPr txBox="1"/>
            <p:nvPr>
              <p:custDataLst>
                <p:tags r:id="rId3"/>
              </p:custDataLst>
            </p:nvPr>
          </p:nvSpPr>
          <p:spPr>
            <a:xfrm>
              <a:off x="1719" y="3702"/>
              <a:ext cx="2268" cy="6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zh-CN" altLang="zh-CN" sz="3200" b="1">
                  <a:solidFill>
                    <a:schemeClr val="bg1"/>
                  </a:solidFill>
                  <a:uFillTx/>
                  <a:latin typeface="宋体" panose="02010600030101010101" pitchFamily="2" charset="-122"/>
                  <a:ea typeface="阿里巴巴普惠体"/>
                  <a:cs typeface="阿里巴巴普惠体" panose="00020600040101010101" charset="-122"/>
                  <a:sym typeface="宋体" panose="02010600030101010101" pitchFamily="2" charset="-122"/>
                </a:rPr>
                <a:t>PART 1</a:t>
              </a:r>
            </a:p>
          </p:txBody>
        </p:sp>
      </p:grpSp>
      <p:sp>
        <p:nvSpPr>
          <p:cNvPr id="28" name="图形"/>
          <p:cNvSpPr/>
          <p:nvPr userDrawn="1"/>
        </p:nvSpPr>
        <p:spPr>
          <a:xfrm rot="780000">
            <a:off x="4725671" y="-282575"/>
            <a:ext cx="1916067" cy="2917502"/>
          </a:xfrm>
          <a:custGeom>
            <a:avLst/>
            <a:gdLst>
              <a:gd name="connsiteX0" fmla="*/ 376361 w 376361"/>
              <a:gd name="connsiteY0" fmla="*/ 0 h 573066"/>
              <a:gd name="connsiteX1" fmla="*/ 33524 w 376361"/>
              <a:gd name="connsiteY1" fmla="*/ 573067 h 573066"/>
              <a:gd name="connsiteX2" fmla="*/ 0 w 376361"/>
              <a:gd name="connsiteY2" fmla="*/ 573067 h 573066"/>
              <a:gd name="connsiteX3" fmla="*/ 342837 w 376361"/>
              <a:gd name="connsiteY3" fmla="*/ 0 h 573066"/>
              <a:gd name="connsiteX4" fmla="*/ 376361 w 376361"/>
              <a:gd name="connsiteY4" fmla="*/ 0 h 573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361" h="573066">
                <a:moveTo>
                  <a:pt x="376361" y="0"/>
                </a:moveTo>
                <a:lnTo>
                  <a:pt x="33524" y="573067"/>
                </a:lnTo>
                <a:lnTo>
                  <a:pt x="0" y="573067"/>
                </a:lnTo>
                <a:lnTo>
                  <a:pt x="342837" y="0"/>
                </a:lnTo>
                <a:lnTo>
                  <a:pt x="376361" y="0"/>
                </a:lnTo>
                <a:close/>
              </a:path>
            </a:pathLst>
          </a:custGeom>
          <a:gradFill>
            <a:gsLst>
              <a:gs pos="2000">
                <a:schemeClr val="bg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27" name="文本框 26"/>
          <p:cNvSpPr txBox="1"/>
          <p:nvPr/>
        </p:nvSpPr>
        <p:spPr>
          <a:xfrm>
            <a:off x="4312862" y="2890360"/>
            <a:ext cx="5823826" cy="169966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50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引言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1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43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44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45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46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47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48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49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50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51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52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53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引言</a:t>
            </a:r>
          </a:p>
        </p:txBody>
      </p:sp>
      <p:sp>
        <p:nvSpPr>
          <p:cNvPr id="54" name="椭圆 14"/>
          <p:cNvSpPr/>
          <p:nvPr>
            <p:custDataLst>
              <p:tags r:id="rId1"/>
            </p:custDataLst>
          </p:nvPr>
        </p:nvSpPr>
        <p:spPr>
          <a:xfrm>
            <a:off x="1195357" y="1973032"/>
            <a:ext cx="864742" cy="8647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016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 anchorCtr="1">
            <a:noAutofit/>
          </a:bodyPr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9pPr>
          </a:lstStyle>
          <a:p>
            <a:pPr algn="ctr"/>
            <a:r>
              <a:rPr lang="zh-CN" altLang="zh-CN" sz="4000" b="1" i="0" dirty="0">
                <a:solidFill>
                  <a:srgbClr val="000000"/>
                </a:solidFill>
                <a:latin typeface="宋体" panose="02010600030101010101" pitchFamily="2" charset="-122"/>
                <a:ea typeface="思源等宽 N" panose="020B0400000000000000" pitchFamily="34" charset="-122"/>
                <a:sym typeface="宋体" panose="02010600030101010101" pitchFamily="2" charset="-122"/>
              </a:rPr>
              <a:t>1</a:t>
            </a:r>
          </a:p>
        </p:txBody>
      </p:sp>
      <p:sp>
        <p:nvSpPr>
          <p:cNvPr id="16" name="椭圆 15"/>
          <p:cNvSpPr/>
          <p:nvPr>
            <p:custDataLst>
              <p:tags r:id="rId2"/>
            </p:custDataLst>
          </p:nvPr>
        </p:nvSpPr>
        <p:spPr>
          <a:xfrm>
            <a:off x="10270401" y="3362378"/>
            <a:ext cx="864742" cy="8647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016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 anchorCtr="1">
            <a:noAutofit/>
          </a:bodyPr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9pPr>
          </a:lstStyle>
          <a:p>
            <a:pPr algn="ctr"/>
            <a:r>
              <a:rPr lang="zh-CN" altLang="zh-CN" sz="4000" b="1" i="0" dirty="0">
                <a:solidFill>
                  <a:srgbClr val="000000"/>
                </a:solidFill>
                <a:latin typeface="宋体" panose="02010600030101010101" pitchFamily="2" charset="-122"/>
                <a:ea typeface="思源等宽 N" panose="020B0400000000000000" pitchFamily="34" charset="-122"/>
                <a:sym typeface="宋体" panose="02010600030101010101" pitchFamily="2" charset="-122"/>
              </a:rPr>
              <a:t>2</a:t>
            </a:r>
          </a:p>
        </p:txBody>
      </p:sp>
      <p:sp>
        <p:nvSpPr>
          <p:cNvPr id="17" name="椭圆 16"/>
          <p:cNvSpPr/>
          <p:nvPr>
            <p:custDataLst>
              <p:tags r:id="rId3"/>
            </p:custDataLst>
          </p:nvPr>
        </p:nvSpPr>
        <p:spPr>
          <a:xfrm>
            <a:off x="1183985" y="4790800"/>
            <a:ext cx="864742" cy="86474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016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 anchorCtr="1">
            <a:noAutofit/>
          </a:bodyPr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Arial" panose="020B0604020202020204"/>
                <a:cs typeface="+mn-cs"/>
              </a:defRPr>
            </a:lvl9pPr>
          </a:lstStyle>
          <a:p>
            <a:pPr algn="ctr"/>
            <a:r>
              <a:rPr lang="zh-CN" altLang="zh-CN" sz="4000" b="1" i="0" dirty="0">
                <a:solidFill>
                  <a:srgbClr val="000000"/>
                </a:solidFill>
                <a:latin typeface="宋体" panose="02010600030101010101" pitchFamily="2" charset="-122"/>
                <a:ea typeface="思源等宽 N" panose="020B0400000000000000" pitchFamily="34" charset="-122"/>
                <a:sym typeface="宋体" panose="02010600030101010101" pitchFamily="2" charset="-122"/>
              </a:rPr>
              <a:t>3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2124635" y="1973032"/>
            <a:ext cx="7871965" cy="864742"/>
            <a:chOff x="2296697" y="1255965"/>
            <a:chExt cx="7699903" cy="86474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9" name="圆角矩形 13"/>
            <p:cNvSpPr/>
            <p:nvPr>
              <p:custDataLst>
                <p:tags r:id="rId11"/>
              </p:custDataLst>
            </p:nvPr>
          </p:nvSpPr>
          <p:spPr>
            <a:xfrm>
              <a:off x="2446622" y="1255965"/>
              <a:ext cx="7549978" cy="86474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 anchorCtr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0" name="等腰三角形 19"/>
            <p:cNvSpPr/>
            <p:nvPr>
              <p:custDataLst>
                <p:tags r:id="rId12"/>
              </p:custDataLst>
            </p:nvPr>
          </p:nvSpPr>
          <p:spPr>
            <a:xfrm rot="16200000">
              <a:off x="2272840" y="1539231"/>
              <a:ext cx="345924" cy="29821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 anchorCtr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277910" y="3362378"/>
            <a:ext cx="7877697" cy="864742"/>
            <a:chOff x="2405619" y="2674437"/>
            <a:chExt cx="7711888" cy="86474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5" name="圆角矩形 20"/>
            <p:cNvSpPr/>
            <p:nvPr>
              <p:custDataLst>
                <p:tags r:id="rId9"/>
              </p:custDataLst>
            </p:nvPr>
          </p:nvSpPr>
          <p:spPr>
            <a:xfrm>
              <a:off x="2405619" y="2674437"/>
              <a:ext cx="7549978" cy="86474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 anchorCtr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6" name="等腰三角形 35"/>
            <p:cNvSpPr/>
            <p:nvPr>
              <p:custDataLst>
                <p:tags r:id="rId10"/>
              </p:custDataLst>
            </p:nvPr>
          </p:nvSpPr>
          <p:spPr>
            <a:xfrm rot="5400000">
              <a:off x="9795440" y="2957703"/>
              <a:ext cx="345924" cy="29821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 anchorCtr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124635" y="4788219"/>
            <a:ext cx="7873293" cy="864742"/>
            <a:chOff x="2285325" y="4095489"/>
            <a:chExt cx="7699903" cy="86474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8" name="圆角矩形 23"/>
            <p:cNvSpPr/>
            <p:nvPr>
              <p:custDataLst>
                <p:tags r:id="rId7"/>
              </p:custDataLst>
            </p:nvPr>
          </p:nvSpPr>
          <p:spPr>
            <a:xfrm>
              <a:off x="2435250" y="4095489"/>
              <a:ext cx="7549978" cy="86474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 anchorCtr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9" name="等腰三角形 38"/>
            <p:cNvSpPr/>
            <p:nvPr>
              <p:custDataLst>
                <p:tags r:id="rId8"/>
              </p:custDataLst>
            </p:nvPr>
          </p:nvSpPr>
          <p:spPr>
            <a:xfrm rot="16200000">
              <a:off x="2261468" y="4378755"/>
              <a:ext cx="345924" cy="29821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rtlCol="0" anchor="ctr" anchorCtr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sp>
        <p:nvSpPr>
          <p:cNvPr id="40" name="文本占位符 38"/>
          <p:cNvSpPr txBox="1"/>
          <p:nvPr>
            <p:custDataLst>
              <p:tags r:id="rId4"/>
            </p:custDataLst>
          </p:nvPr>
        </p:nvSpPr>
        <p:spPr>
          <a:xfrm>
            <a:off x="2421222" y="1973032"/>
            <a:ext cx="7549978" cy="8621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wrap="square" tIns="0" bIns="0" anchor="ctr" anchorCtr="1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600" kern="1200">
                <a:solidFill>
                  <a:srgbClr val="F1F1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zh-CN" sz="2000">
                <a:solidFill>
                  <a:srgbClr val="000000"/>
                </a:solidFill>
                <a:latin typeface="宋体" panose="02010600030101010101" pitchFamily="2" charset="-122"/>
                <a:ea typeface="思源等宽 N" panose="020B0400000000000000" pitchFamily="34" charset="-122"/>
                <a:sym typeface="宋体" panose="02010600030101010101" pitchFamily="2" charset="-122"/>
              </a:rPr>
              <a:t>我非常荣幸能在此就"生活垃圾资源化利用与'无废城市'建设的实践路径"这一主题进行深入探讨</a:t>
            </a:r>
          </a:p>
        </p:txBody>
      </p:sp>
      <p:sp>
        <p:nvSpPr>
          <p:cNvPr id="41" name="文本占位符 38"/>
          <p:cNvSpPr txBox="1"/>
          <p:nvPr>
            <p:custDataLst>
              <p:tags r:id="rId5"/>
            </p:custDataLst>
          </p:nvPr>
        </p:nvSpPr>
        <p:spPr>
          <a:xfrm>
            <a:off x="2421222" y="3359798"/>
            <a:ext cx="7549978" cy="8621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wrap="square" tIns="0" bIns="0" anchor="ctr" anchorCtr="1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600" kern="1200">
                <a:solidFill>
                  <a:srgbClr val="F1F1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zh-CN" sz="2000">
                <a:solidFill>
                  <a:srgbClr val="000000"/>
                </a:solidFill>
                <a:latin typeface="宋体" panose="02010600030101010101" pitchFamily="2" charset="-122"/>
                <a:ea typeface="思源等宽 N" panose="020B0400000000000000" pitchFamily="34" charset="-122"/>
                <a:sym typeface="宋体" panose="02010600030101010101" pitchFamily="2" charset="-122"/>
              </a:rPr>
              <a:t>在城市化进程不断加速的如何有效管理并利用生活垃圾，实现"无废城市"的愿景，已成为我们共同面临的重大课题</a:t>
            </a:r>
          </a:p>
        </p:txBody>
      </p:sp>
      <p:sp>
        <p:nvSpPr>
          <p:cNvPr id="42" name="文本占位符 38"/>
          <p:cNvSpPr txBox="1"/>
          <p:nvPr>
            <p:custDataLst>
              <p:tags r:id="rId6"/>
            </p:custDataLst>
          </p:nvPr>
        </p:nvSpPr>
        <p:spPr>
          <a:xfrm>
            <a:off x="2420402" y="4793379"/>
            <a:ext cx="7549978" cy="86216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wrap="square" tIns="0" bIns="0" anchor="ctr" anchorCtr="1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600" kern="1200">
                <a:solidFill>
                  <a:srgbClr val="F1F1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zh-CN" sz="2000">
                <a:solidFill>
                  <a:srgbClr val="000000"/>
                </a:solidFill>
                <a:latin typeface="宋体" panose="02010600030101010101" pitchFamily="2" charset="-122"/>
                <a:ea typeface="思源等宽 N" panose="020B0400000000000000" pitchFamily="34" charset="-122"/>
                <a:sym typeface="宋体" panose="02010600030101010101" pitchFamily="2" charset="-122"/>
              </a:rPr>
              <a:t>本演讲将围绕以下几个方面展开：现状分析、资源化利用的必要性、实践路径探索、政策建议及展望未来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图形"/>
          <p:cNvSpPr/>
          <p:nvPr/>
        </p:nvSpPr>
        <p:spPr>
          <a:xfrm>
            <a:off x="3823337" y="-22859"/>
            <a:ext cx="14079855" cy="6857365"/>
          </a:xfrm>
          <a:prstGeom prst="parallelogram">
            <a:avLst>
              <a:gd name="adj" fmla="val 86452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9pPr>
          </a:lstStyle>
          <a:p>
            <a:endParaRPr/>
          </a:p>
        </p:txBody>
      </p:sp>
      <p:sp>
        <p:nvSpPr>
          <p:cNvPr id="25" name="图形"/>
          <p:cNvSpPr/>
          <p:nvPr/>
        </p:nvSpPr>
        <p:spPr>
          <a:xfrm>
            <a:off x="1919605" y="635"/>
            <a:ext cx="7730491" cy="6857365"/>
          </a:xfrm>
          <a:prstGeom prst="parallelogram">
            <a:avLst>
              <a:gd name="adj" fmla="val 86452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chemeClr val="accent2">
                  <a:lumMod val="20000"/>
                  <a:lumOff val="80000"/>
                  <a:alpha val="5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9pPr>
          </a:lstStyle>
          <a:p>
            <a:endParaRPr/>
          </a:p>
        </p:txBody>
      </p:sp>
      <p:sp>
        <p:nvSpPr>
          <p:cNvPr id="45" name="图形"/>
          <p:cNvSpPr/>
          <p:nvPr/>
        </p:nvSpPr>
        <p:spPr>
          <a:xfrm>
            <a:off x="1906" y="2577465"/>
            <a:ext cx="5621020" cy="4280535"/>
          </a:xfrm>
          <a:custGeom>
            <a:avLst/>
            <a:gdLst>
              <a:gd name="connsiteX0" fmla="*/ 0 w 1404175"/>
              <a:gd name="connsiteY0" fmla="*/ 334756 h 1069419"/>
              <a:gd name="connsiteX1" fmla="*/ 334756 w 1404175"/>
              <a:gd name="connsiteY1" fmla="*/ 0 h 1069419"/>
              <a:gd name="connsiteX2" fmla="*/ 1404176 w 1404175"/>
              <a:gd name="connsiteY2" fmla="*/ 1069419 h 1069419"/>
              <a:gd name="connsiteX3" fmla="*/ 0 w 1404175"/>
              <a:gd name="connsiteY3" fmla="*/ 1069419 h 1069419"/>
              <a:gd name="connsiteX4" fmla="*/ 0 w 1404175"/>
              <a:gd name="connsiteY4" fmla="*/ 334756 h 106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4175" h="1069419">
                <a:moveTo>
                  <a:pt x="0" y="334756"/>
                </a:moveTo>
                <a:lnTo>
                  <a:pt x="334756" y="0"/>
                </a:lnTo>
                <a:lnTo>
                  <a:pt x="1404176" y="1069419"/>
                </a:lnTo>
                <a:lnTo>
                  <a:pt x="0" y="1069419"/>
                </a:lnTo>
                <a:lnTo>
                  <a:pt x="0" y="33475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8" name="图形"/>
          <p:cNvSpPr/>
          <p:nvPr userDrawn="1"/>
        </p:nvSpPr>
        <p:spPr>
          <a:xfrm rot="16200000" flipH="1" flipV="1">
            <a:off x="-153036" y="4723131"/>
            <a:ext cx="2264410" cy="1958340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accent2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46" name="图形"/>
          <p:cNvSpPr/>
          <p:nvPr/>
        </p:nvSpPr>
        <p:spPr>
          <a:xfrm>
            <a:off x="1906" y="3306446"/>
            <a:ext cx="4864100" cy="3551555"/>
          </a:xfrm>
          <a:custGeom>
            <a:avLst/>
            <a:gdLst>
              <a:gd name="connsiteX0" fmla="*/ 1208294 w 1215151"/>
              <a:gd name="connsiteY0" fmla="*/ 887254 h 887253"/>
              <a:gd name="connsiteX1" fmla="*/ 1215152 w 1215151"/>
              <a:gd name="connsiteY1" fmla="*/ 880396 h 887253"/>
              <a:gd name="connsiteX2" fmla="*/ 334756 w 1215151"/>
              <a:gd name="connsiteY2" fmla="*/ 0 h 887253"/>
              <a:gd name="connsiteX3" fmla="*/ 0 w 1215151"/>
              <a:gd name="connsiteY3" fmla="*/ 334756 h 887253"/>
              <a:gd name="connsiteX4" fmla="*/ 0 w 1215151"/>
              <a:gd name="connsiteY4" fmla="*/ 644652 h 887253"/>
              <a:gd name="connsiteX5" fmla="*/ 334756 w 1215151"/>
              <a:gd name="connsiteY5" fmla="*/ 309896 h 887253"/>
              <a:gd name="connsiteX6" fmla="*/ 905256 w 1215151"/>
              <a:gd name="connsiteY6" fmla="*/ 880396 h 887253"/>
              <a:gd name="connsiteX7" fmla="*/ 898398 w 1215151"/>
              <a:gd name="connsiteY7" fmla="*/ 887254 h 887253"/>
              <a:gd name="connsiteX8" fmla="*/ 1208294 w 1215151"/>
              <a:gd name="connsiteY8" fmla="*/ 887254 h 887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5151" h="887253">
                <a:moveTo>
                  <a:pt x="1208294" y="887254"/>
                </a:moveTo>
                <a:lnTo>
                  <a:pt x="1215152" y="880396"/>
                </a:lnTo>
                <a:lnTo>
                  <a:pt x="334756" y="0"/>
                </a:lnTo>
                <a:lnTo>
                  <a:pt x="0" y="334756"/>
                </a:lnTo>
                <a:lnTo>
                  <a:pt x="0" y="644652"/>
                </a:lnTo>
                <a:lnTo>
                  <a:pt x="334756" y="309896"/>
                </a:lnTo>
                <a:lnTo>
                  <a:pt x="905256" y="880396"/>
                </a:lnTo>
                <a:lnTo>
                  <a:pt x="898398" y="887254"/>
                </a:lnTo>
                <a:lnTo>
                  <a:pt x="1208294" y="88725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pic>
        <p:nvPicPr>
          <p:cNvPr id="4" name="图形" descr="D:/002包图/商务办公/13010.jpg13010"/>
          <p:cNvPicPr>
            <a:picLocks noChangeAspect="1"/>
          </p:cNvPicPr>
          <p:nvPr/>
        </p:nvPicPr>
        <p:blipFill>
          <a:blip r:embed="rId6"/>
          <a:srcRect l="6187" r="6187"/>
          <a:stretch>
            <a:fillRect/>
          </a:stretch>
        </p:blipFill>
        <p:spPr>
          <a:xfrm>
            <a:off x="1906" y="0"/>
            <a:ext cx="6118225" cy="46596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35" h="7338">
                <a:moveTo>
                  <a:pt x="0" y="0"/>
                </a:moveTo>
                <a:lnTo>
                  <a:pt x="9635" y="0"/>
                </a:lnTo>
                <a:lnTo>
                  <a:pt x="9635" y="0"/>
                </a:lnTo>
                <a:lnTo>
                  <a:pt x="2297" y="7338"/>
                </a:lnTo>
                <a:lnTo>
                  <a:pt x="0" y="504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3" name="图形"/>
          <p:cNvSpPr/>
          <p:nvPr userDrawn="1"/>
        </p:nvSpPr>
        <p:spPr>
          <a:xfrm flipH="1" flipV="1">
            <a:off x="1" y="1"/>
            <a:ext cx="1790700" cy="1548765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bg1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7" name="图形"/>
          <p:cNvSpPr/>
          <p:nvPr userDrawn="1"/>
        </p:nvSpPr>
        <p:spPr>
          <a:xfrm flipH="1" flipV="1">
            <a:off x="0" y="1"/>
            <a:ext cx="1296035" cy="1120775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accent2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grpSp>
        <p:nvGrpSpPr>
          <p:cNvPr id="14" name="图形"/>
          <p:cNvGrpSpPr/>
          <p:nvPr userDrawn="1"/>
        </p:nvGrpSpPr>
        <p:grpSpPr>
          <a:xfrm flipH="1">
            <a:off x="9921241" y="5936615"/>
            <a:ext cx="1149351" cy="198120"/>
            <a:chOff x="4880668" y="1547674"/>
            <a:chExt cx="1278655" cy="220917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</p:grpSpPr>
        <p:sp>
          <p:nvSpPr>
            <p:cNvPr id="15" name="图形"/>
            <p:cNvSpPr/>
            <p:nvPr/>
          </p:nvSpPr>
          <p:spPr>
            <a:xfrm>
              <a:off x="4880668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507 w 159742"/>
                <a:gd name="connsiteY1" fmla="*/ 220917 h 220917"/>
                <a:gd name="connsiteX2" fmla="*/ 159742 w 159742"/>
                <a:gd name="connsiteY2" fmla="*/ 220917 h 220917"/>
                <a:gd name="connsiteX3" fmla="*/ 32378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507" y="220917"/>
                  </a:lnTo>
                  <a:lnTo>
                    <a:pt x="159742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6" name="图形"/>
            <p:cNvSpPr/>
            <p:nvPr/>
          </p:nvSpPr>
          <p:spPr>
            <a:xfrm>
              <a:off x="5040410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651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651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7" name="图形"/>
            <p:cNvSpPr/>
            <p:nvPr/>
          </p:nvSpPr>
          <p:spPr>
            <a:xfrm>
              <a:off x="5200296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8" name="图形"/>
            <p:cNvSpPr/>
            <p:nvPr/>
          </p:nvSpPr>
          <p:spPr>
            <a:xfrm>
              <a:off x="5360182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5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5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9" name="图形"/>
            <p:cNvSpPr/>
            <p:nvPr/>
          </p:nvSpPr>
          <p:spPr>
            <a:xfrm>
              <a:off x="5520067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364 w 159742"/>
                <a:gd name="connsiteY1" fmla="*/ 220917 h 220917"/>
                <a:gd name="connsiteX2" fmla="*/ 159743 w 159742"/>
                <a:gd name="connsiteY2" fmla="*/ 220917 h 220917"/>
                <a:gd name="connsiteX3" fmla="*/ 32235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364" y="220917"/>
                  </a:lnTo>
                  <a:lnTo>
                    <a:pt x="159743" y="220917"/>
                  </a:lnTo>
                  <a:lnTo>
                    <a:pt x="322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0" name="图形"/>
            <p:cNvSpPr/>
            <p:nvPr/>
          </p:nvSpPr>
          <p:spPr>
            <a:xfrm>
              <a:off x="5679810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5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5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1" name="图形"/>
            <p:cNvSpPr/>
            <p:nvPr/>
          </p:nvSpPr>
          <p:spPr>
            <a:xfrm>
              <a:off x="5839695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8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8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2" name="图形"/>
            <p:cNvSpPr/>
            <p:nvPr/>
          </p:nvSpPr>
          <p:spPr>
            <a:xfrm>
              <a:off x="5999581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508 w 159742"/>
                <a:gd name="connsiteY1" fmla="*/ 220917 h 220917"/>
                <a:gd name="connsiteX2" fmla="*/ 159743 w 159742"/>
                <a:gd name="connsiteY2" fmla="*/ 220917 h 220917"/>
                <a:gd name="connsiteX3" fmla="*/ 32235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508" y="220917"/>
                  </a:lnTo>
                  <a:lnTo>
                    <a:pt x="159743" y="220917"/>
                  </a:lnTo>
                  <a:lnTo>
                    <a:pt x="322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sp>
        <p:nvSpPr>
          <p:cNvPr id="71" name="图形"/>
          <p:cNvSpPr/>
          <p:nvPr/>
        </p:nvSpPr>
        <p:spPr>
          <a:xfrm rot="16200000">
            <a:off x="187495" y="5892028"/>
            <a:ext cx="492500" cy="1132297"/>
          </a:xfrm>
          <a:custGeom>
            <a:avLst/>
            <a:gdLst>
              <a:gd name="connsiteX0" fmla="*/ 21496 w 365377"/>
              <a:gd name="connsiteY0" fmla="*/ 0 h 840032"/>
              <a:gd name="connsiteX1" fmla="*/ 42987 w 365377"/>
              <a:gd name="connsiteY1" fmla="*/ 21491 h 840032"/>
              <a:gd name="connsiteX2" fmla="*/ 21496 w 365377"/>
              <a:gd name="connsiteY2" fmla="*/ 42983 h 840032"/>
              <a:gd name="connsiteX3" fmla="*/ 0 w 365377"/>
              <a:gd name="connsiteY3" fmla="*/ 21491 h 840032"/>
              <a:gd name="connsiteX4" fmla="*/ 21496 w 365377"/>
              <a:gd name="connsiteY4" fmla="*/ 0 h 840032"/>
              <a:gd name="connsiteX5" fmla="*/ 21496 w 365377"/>
              <a:gd name="connsiteY5" fmla="*/ 797037 h 840032"/>
              <a:gd name="connsiteX6" fmla="*/ 42987 w 365377"/>
              <a:gd name="connsiteY6" fmla="*/ 818532 h 840032"/>
              <a:gd name="connsiteX7" fmla="*/ 21496 w 365377"/>
              <a:gd name="connsiteY7" fmla="*/ 840032 h 840032"/>
              <a:gd name="connsiteX8" fmla="*/ 0 w 365377"/>
              <a:gd name="connsiteY8" fmla="*/ 818532 h 840032"/>
              <a:gd name="connsiteX9" fmla="*/ 21496 w 365377"/>
              <a:gd name="connsiteY9" fmla="*/ 797037 h 840032"/>
              <a:gd name="connsiteX10" fmla="*/ 343882 w 365377"/>
              <a:gd name="connsiteY10" fmla="*/ 797037 h 840032"/>
              <a:gd name="connsiteX11" fmla="*/ 365377 w 365377"/>
              <a:gd name="connsiteY11" fmla="*/ 818532 h 840032"/>
              <a:gd name="connsiteX12" fmla="*/ 343882 w 365377"/>
              <a:gd name="connsiteY12" fmla="*/ 840032 h 840032"/>
              <a:gd name="connsiteX13" fmla="*/ 322390 w 365377"/>
              <a:gd name="connsiteY13" fmla="*/ 818532 h 840032"/>
              <a:gd name="connsiteX14" fmla="*/ 343882 w 365377"/>
              <a:gd name="connsiteY14" fmla="*/ 797037 h 840032"/>
              <a:gd name="connsiteX15" fmla="*/ 263287 w 365377"/>
              <a:gd name="connsiteY15" fmla="*/ 797037 h 840032"/>
              <a:gd name="connsiteX16" fmla="*/ 284778 w 365377"/>
              <a:gd name="connsiteY16" fmla="*/ 818532 h 840032"/>
              <a:gd name="connsiteX17" fmla="*/ 263287 w 365377"/>
              <a:gd name="connsiteY17" fmla="*/ 840032 h 840032"/>
              <a:gd name="connsiteX18" fmla="*/ 241792 w 365377"/>
              <a:gd name="connsiteY18" fmla="*/ 818532 h 840032"/>
              <a:gd name="connsiteX19" fmla="*/ 263287 w 365377"/>
              <a:gd name="connsiteY19" fmla="*/ 797037 h 840032"/>
              <a:gd name="connsiteX20" fmla="*/ 182689 w 365377"/>
              <a:gd name="connsiteY20" fmla="*/ 797037 h 840032"/>
              <a:gd name="connsiteX21" fmla="*/ 204184 w 365377"/>
              <a:gd name="connsiteY21" fmla="*/ 818532 h 840032"/>
              <a:gd name="connsiteX22" fmla="*/ 182689 w 365377"/>
              <a:gd name="connsiteY22" fmla="*/ 840032 h 840032"/>
              <a:gd name="connsiteX23" fmla="*/ 161193 w 365377"/>
              <a:gd name="connsiteY23" fmla="*/ 818532 h 840032"/>
              <a:gd name="connsiteX24" fmla="*/ 182689 w 365377"/>
              <a:gd name="connsiteY24" fmla="*/ 797037 h 840032"/>
              <a:gd name="connsiteX25" fmla="*/ 102090 w 365377"/>
              <a:gd name="connsiteY25" fmla="*/ 797037 h 840032"/>
              <a:gd name="connsiteX26" fmla="*/ 123585 w 365377"/>
              <a:gd name="connsiteY26" fmla="*/ 818532 h 840032"/>
              <a:gd name="connsiteX27" fmla="*/ 102090 w 365377"/>
              <a:gd name="connsiteY27" fmla="*/ 840032 h 840032"/>
              <a:gd name="connsiteX28" fmla="*/ 80599 w 365377"/>
              <a:gd name="connsiteY28" fmla="*/ 818532 h 840032"/>
              <a:gd name="connsiteX29" fmla="*/ 102090 w 365377"/>
              <a:gd name="connsiteY29" fmla="*/ 797037 h 840032"/>
              <a:gd name="connsiteX30" fmla="*/ 21496 w 365377"/>
              <a:gd name="connsiteY30" fmla="*/ 717334 h 840032"/>
              <a:gd name="connsiteX31" fmla="*/ 42987 w 365377"/>
              <a:gd name="connsiteY31" fmla="*/ 738825 h 840032"/>
              <a:gd name="connsiteX32" fmla="*/ 21496 w 365377"/>
              <a:gd name="connsiteY32" fmla="*/ 760325 h 840032"/>
              <a:gd name="connsiteX33" fmla="*/ 0 w 365377"/>
              <a:gd name="connsiteY33" fmla="*/ 738825 h 840032"/>
              <a:gd name="connsiteX34" fmla="*/ 21496 w 365377"/>
              <a:gd name="connsiteY34" fmla="*/ 717334 h 840032"/>
              <a:gd name="connsiteX35" fmla="*/ 343882 w 365377"/>
              <a:gd name="connsiteY35" fmla="*/ 717334 h 840032"/>
              <a:gd name="connsiteX36" fmla="*/ 365377 w 365377"/>
              <a:gd name="connsiteY36" fmla="*/ 738825 h 840032"/>
              <a:gd name="connsiteX37" fmla="*/ 343882 w 365377"/>
              <a:gd name="connsiteY37" fmla="*/ 760325 h 840032"/>
              <a:gd name="connsiteX38" fmla="*/ 322390 w 365377"/>
              <a:gd name="connsiteY38" fmla="*/ 738825 h 840032"/>
              <a:gd name="connsiteX39" fmla="*/ 343882 w 365377"/>
              <a:gd name="connsiteY39" fmla="*/ 717334 h 840032"/>
              <a:gd name="connsiteX40" fmla="*/ 263287 w 365377"/>
              <a:gd name="connsiteY40" fmla="*/ 717334 h 840032"/>
              <a:gd name="connsiteX41" fmla="*/ 284778 w 365377"/>
              <a:gd name="connsiteY41" fmla="*/ 738825 h 840032"/>
              <a:gd name="connsiteX42" fmla="*/ 263287 w 365377"/>
              <a:gd name="connsiteY42" fmla="*/ 760325 h 840032"/>
              <a:gd name="connsiteX43" fmla="*/ 241792 w 365377"/>
              <a:gd name="connsiteY43" fmla="*/ 738825 h 840032"/>
              <a:gd name="connsiteX44" fmla="*/ 263287 w 365377"/>
              <a:gd name="connsiteY44" fmla="*/ 717334 h 840032"/>
              <a:gd name="connsiteX45" fmla="*/ 182689 w 365377"/>
              <a:gd name="connsiteY45" fmla="*/ 717334 h 840032"/>
              <a:gd name="connsiteX46" fmla="*/ 204184 w 365377"/>
              <a:gd name="connsiteY46" fmla="*/ 738825 h 840032"/>
              <a:gd name="connsiteX47" fmla="*/ 182689 w 365377"/>
              <a:gd name="connsiteY47" fmla="*/ 760325 h 840032"/>
              <a:gd name="connsiteX48" fmla="*/ 161193 w 365377"/>
              <a:gd name="connsiteY48" fmla="*/ 738825 h 840032"/>
              <a:gd name="connsiteX49" fmla="*/ 182689 w 365377"/>
              <a:gd name="connsiteY49" fmla="*/ 717334 h 840032"/>
              <a:gd name="connsiteX50" fmla="*/ 102090 w 365377"/>
              <a:gd name="connsiteY50" fmla="*/ 717334 h 840032"/>
              <a:gd name="connsiteX51" fmla="*/ 123585 w 365377"/>
              <a:gd name="connsiteY51" fmla="*/ 738825 h 840032"/>
              <a:gd name="connsiteX52" fmla="*/ 102090 w 365377"/>
              <a:gd name="connsiteY52" fmla="*/ 760325 h 840032"/>
              <a:gd name="connsiteX53" fmla="*/ 80599 w 365377"/>
              <a:gd name="connsiteY53" fmla="*/ 738825 h 840032"/>
              <a:gd name="connsiteX54" fmla="*/ 102090 w 365377"/>
              <a:gd name="connsiteY54" fmla="*/ 717334 h 840032"/>
              <a:gd name="connsiteX55" fmla="*/ 21496 w 365377"/>
              <a:gd name="connsiteY55" fmla="*/ 637631 h 840032"/>
              <a:gd name="connsiteX56" fmla="*/ 42987 w 365377"/>
              <a:gd name="connsiteY56" fmla="*/ 659122 h 840032"/>
              <a:gd name="connsiteX57" fmla="*/ 21496 w 365377"/>
              <a:gd name="connsiteY57" fmla="*/ 680622 h 840032"/>
              <a:gd name="connsiteX58" fmla="*/ 0 w 365377"/>
              <a:gd name="connsiteY58" fmla="*/ 659122 h 840032"/>
              <a:gd name="connsiteX59" fmla="*/ 21496 w 365377"/>
              <a:gd name="connsiteY59" fmla="*/ 637631 h 840032"/>
              <a:gd name="connsiteX60" fmla="*/ 343882 w 365377"/>
              <a:gd name="connsiteY60" fmla="*/ 637631 h 840032"/>
              <a:gd name="connsiteX61" fmla="*/ 365377 w 365377"/>
              <a:gd name="connsiteY61" fmla="*/ 659122 h 840032"/>
              <a:gd name="connsiteX62" fmla="*/ 343882 w 365377"/>
              <a:gd name="connsiteY62" fmla="*/ 680622 h 840032"/>
              <a:gd name="connsiteX63" fmla="*/ 322390 w 365377"/>
              <a:gd name="connsiteY63" fmla="*/ 659122 h 840032"/>
              <a:gd name="connsiteX64" fmla="*/ 343882 w 365377"/>
              <a:gd name="connsiteY64" fmla="*/ 637631 h 840032"/>
              <a:gd name="connsiteX65" fmla="*/ 263287 w 365377"/>
              <a:gd name="connsiteY65" fmla="*/ 637631 h 840032"/>
              <a:gd name="connsiteX66" fmla="*/ 284778 w 365377"/>
              <a:gd name="connsiteY66" fmla="*/ 659122 h 840032"/>
              <a:gd name="connsiteX67" fmla="*/ 263287 w 365377"/>
              <a:gd name="connsiteY67" fmla="*/ 680622 h 840032"/>
              <a:gd name="connsiteX68" fmla="*/ 241792 w 365377"/>
              <a:gd name="connsiteY68" fmla="*/ 659122 h 840032"/>
              <a:gd name="connsiteX69" fmla="*/ 263287 w 365377"/>
              <a:gd name="connsiteY69" fmla="*/ 637631 h 840032"/>
              <a:gd name="connsiteX70" fmla="*/ 182689 w 365377"/>
              <a:gd name="connsiteY70" fmla="*/ 637631 h 840032"/>
              <a:gd name="connsiteX71" fmla="*/ 204184 w 365377"/>
              <a:gd name="connsiteY71" fmla="*/ 659122 h 840032"/>
              <a:gd name="connsiteX72" fmla="*/ 182689 w 365377"/>
              <a:gd name="connsiteY72" fmla="*/ 680622 h 840032"/>
              <a:gd name="connsiteX73" fmla="*/ 161193 w 365377"/>
              <a:gd name="connsiteY73" fmla="*/ 659122 h 840032"/>
              <a:gd name="connsiteX74" fmla="*/ 182689 w 365377"/>
              <a:gd name="connsiteY74" fmla="*/ 637631 h 840032"/>
              <a:gd name="connsiteX75" fmla="*/ 102090 w 365377"/>
              <a:gd name="connsiteY75" fmla="*/ 637631 h 840032"/>
              <a:gd name="connsiteX76" fmla="*/ 123585 w 365377"/>
              <a:gd name="connsiteY76" fmla="*/ 659122 h 840032"/>
              <a:gd name="connsiteX77" fmla="*/ 102090 w 365377"/>
              <a:gd name="connsiteY77" fmla="*/ 680622 h 840032"/>
              <a:gd name="connsiteX78" fmla="*/ 80599 w 365377"/>
              <a:gd name="connsiteY78" fmla="*/ 659122 h 840032"/>
              <a:gd name="connsiteX79" fmla="*/ 102090 w 365377"/>
              <a:gd name="connsiteY79" fmla="*/ 637631 h 840032"/>
              <a:gd name="connsiteX80" fmla="*/ 21496 w 365377"/>
              <a:gd name="connsiteY80" fmla="*/ 557924 h 840032"/>
              <a:gd name="connsiteX81" fmla="*/ 42987 w 365377"/>
              <a:gd name="connsiteY81" fmla="*/ 579424 h 840032"/>
              <a:gd name="connsiteX82" fmla="*/ 21496 w 365377"/>
              <a:gd name="connsiteY82" fmla="*/ 600920 h 840032"/>
              <a:gd name="connsiteX83" fmla="*/ 0 w 365377"/>
              <a:gd name="connsiteY83" fmla="*/ 579424 h 840032"/>
              <a:gd name="connsiteX84" fmla="*/ 21496 w 365377"/>
              <a:gd name="connsiteY84" fmla="*/ 557924 h 840032"/>
              <a:gd name="connsiteX85" fmla="*/ 343882 w 365377"/>
              <a:gd name="connsiteY85" fmla="*/ 557924 h 840032"/>
              <a:gd name="connsiteX86" fmla="*/ 365377 w 365377"/>
              <a:gd name="connsiteY86" fmla="*/ 579424 h 840032"/>
              <a:gd name="connsiteX87" fmla="*/ 343882 w 365377"/>
              <a:gd name="connsiteY87" fmla="*/ 600920 h 840032"/>
              <a:gd name="connsiteX88" fmla="*/ 322390 w 365377"/>
              <a:gd name="connsiteY88" fmla="*/ 579424 h 840032"/>
              <a:gd name="connsiteX89" fmla="*/ 343882 w 365377"/>
              <a:gd name="connsiteY89" fmla="*/ 557924 h 840032"/>
              <a:gd name="connsiteX90" fmla="*/ 263287 w 365377"/>
              <a:gd name="connsiteY90" fmla="*/ 557924 h 840032"/>
              <a:gd name="connsiteX91" fmla="*/ 284778 w 365377"/>
              <a:gd name="connsiteY91" fmla="*/ 579424 h 840032"/>
              <a:gd name="connsiteX92" fmla="*/ 263287 w 365377"/>
              <a:gd name="connsiteY92" fmla="*/ 600920 h 840032"/>
              <a:gd name="connsiteX93" fmla="*/ 241792 w 365377"/>
              <a:gd name="connsiteY93" fmla="*/ 579424 h 840032"/>
              <a:gd name="connsiteX94" fmla="*/ 263287 w 365377"/>
              <a:gd name="connsiteY94" fmla="*/ 557924 h 840032"/>
              <a:gd name="connsiteX95" fmla="*/ 182689 w 365377"/>
              <a:gd name="connsiteY95" fmla="*/ 557924 h 840032"/>
              <a:gd name="connsiteX96" fmla="*/ 204184 w 365377"/>
              <a:gd name="connsiteY96" fmla="*/ 579424 h 840032"/>
              <a:gd name="connsiteX97" fmla="*/ 182689 w 365377"/>
              <a:gd name="connsiteY97" fmla="*/ 600920 h 840032"/>
              <a:gd name="connsiteX98" fmla="*/ 161193 w 365377"/>
              <a:gd name="connsiteY98" fmla="*/ 579424 h 840032"/>
              <a:gd name="connsiteX99" fmla="*/ 182689 w 365377"/>
              <a:gd name="connsiteY99" fmla="*/ 557924 h 840032"/>
              <a:gd name="connsiteX100" fmla="*/ 102090 w 365377"/>
              <a:gd name="connsiteY100" fmla="*/ 557924 h 840032"/>
              <a:gd name="connsiteX101" fmla="*/ 123585 w 365377"/>
              <a:gd name="connsiteY101" fmla="*/ 579424 h 840032"/>
              <a:gd name="connsiteX102" fmla="*/ 102090 w 365377"/>
              <a:gd name="connsiteY102" fmla="*/ 600920 h 840032"/>
              <a:gd name="connsiteX103" fmla="*/ 80599 w 365377"/>
              <a:gd name="connsiteY103" fmla="*/ 579424 h 840032"/>
              <a:gd name="connsiteX104" fmla="*/ 102090 w 365377"/>
              <a:gd name="connsiteY104" fmla="*/ 557924 h 840032"/>
              <a:gd name="connsiteX105" fmla="*/ 21496 w 365377"/>
              <a:gd name="connsiteY105" fmla="*/ 478217 h 840032"/>
              <a:gd name="connsiteX106" fmla="*/ 42987 w 365377"/>
              <a:gd name="connsiteY106" fmla="*/ 499717 h 840032"/>
              <a:gd name="connsiteX107" fmla="*/ 21496 w 365377"/>
              <a:gd name="connsiteY107" fmla="*/ 521212 h 840032"/>
              <a:gd name="connsiteX108" fmla="*/ 0 w 365377"/>
              <a:gd name="connsiteY108" fmla="*/ 499717 h 840032"/>
              <a:gd name="connsiteX109" fmla="*/ 21496 w 365377"/>
              <a:gd name="connsiteY109" fmla="*/ 478217 h 840032"/>
              <a:gd name="connsiteX110" fmla="*/ 343882 w 365377"/>
              <a:gd name="connsiteY110" fmla="*/ 478217 h 840032"/>
              <a:gd name="connsiteX111" fmla="*/ 365377 w 365377"/>
              <a:gd name="connsiteY111" fmla="*/ 499717 h 840032"/>
              <a:gd name="connsiteX112" fmla="*/ 343882 w 365377"/>
              <a:gd name="connsiteY112" fmla="*/ 521212 h 840032"/>
              <a:gd name="connsiteX113" fmla="*/ 322390 w 365377"/>
              <a:gd name="connsiteY113" fmla="*/ 499717 h 840032"/>
              <a:gd name="connsiteX114" fmla="*/ 343882 w 365377"/>
              <a:gd name="connsiteY114" fmla="*/ 478217 h 840032"/>
              <a:gd name="connsiteX115" fmla="*/ 263287 w 365377"/>
              <a:gd name="connsiteY115" fmla="*/ 478217 h 840032"/>
              <a:gd name="connsiteX116" fmla="*/ 284778 w 365377"/>
              <a:gd name="connsiteY116" fmla="*/ 499717 h 840032"/>
              <a:gd name="connsiteX117" fmla="*/ 263287 w 365377"/>
              <a:gd name="connsiteY117" fmla="*/ 521212 h 840032"/>
              <a:gd name="connsiteX118" fmla="*/ 241792 w 365377"/>
              <a:gd name="connsiteY118" fmla="*/ 499717 h 840032"/>
              <a:gd name="connsiteX119" fmla="*/ 263287 w 365377"/>
              <a:gd name="connsiteY119" fmla="*/ 478217 h 840032"/>
              <a:gd name="connsiteX120" fmla="*/ 182689 w 365377"/>
              <a:gd name="connsiteY120" fmla="*/ 478217 h 840032"/>
              <a:gd name="connsiteX121" fmla="*/ 204184 w 365377"/>
              <a:gd name="connsiteY121" fmla="*/ 499717 h 840032"/>
              <a:gd name="connsiteX122" fmla="*/ 182689 w 365377"/>
              <a:gd name="connsiteY122" fmla="*/ 521212 h 840032"/>
              <a:gd name="connsiteX123" fmla="*/ 161193 w 365377"/>
              <a:gd name="connsiteY123" fmla="*/ 499717 h 840032"/>
              <a:gd name="connsiteX124" fmla="*/ 182689 w 365377"/>
              <a:gd name="connsiteY124" fmla="*/ 478217 h 840032"/>
              <a:gd name="connsiteX125" fmla="*/ 102090 w 365377"/>
              <a:gd name="connsiteY125" fmla="*/ 478217 h 840032"/>
              <a:gd name="connsiteX126" fmla="*/ 123585 w 365377"/>
              <a:gd name="connsiteY126" fmla="*/ 499717 h 840032"/>
              <a:gd name="connsiteX127" fmla="*/ 102090 w 365377"/>
              <a:gd name="connsiteY127" fmla="*/ 521212 h 840032"/>
              <a:gd name="connsiteX128" fmla="*/ 80599 w 365377"/>
              <a:gd name="connsiteY128" fmla="*/ 499717 h 840032"/>
              <a:gd name="connsiteX129" fmla="*/ 102090 w 365377"/>
              <a:gd name="connsiteY129" fmla="*/ 478217 h 840032"/>
              <a:gd name="connsiteX130" fmla="*/ 21496 w 365377"/>
              <a:gd name="connsiteY130" fmla="*/ 398518 h 840032"/>
              <a:gd name="connsiteX131" fmla="*/ 42987 w 365377"/>
              <a:gd name="connsiteY131" fmla="*/ 420018 h 840032"/>
              <a:gd name="connsiteX132" fmla="*/ 21496 w 365377"/>
              <a:gd name="connsiteY132" fmla="*/ 441510 h 840032"/>
              <a:gd name="connsiteX133" fmla="*/ 0 w 365377"/>
              <a:gd name="connsiteY133" fmla="*/ 420018 h 840032"/>
              <a:gd name="connsiteX134" fmla="*/ 21496 w 365377"/>
              <a:gd name="connsiteY134" fmla="*/ 398518 h 840032"/>
              <a:gd name="connsiteX135" fmla="*/ 343882 w 365377"/>
              <a:gd name="connsiteY135" fmla="*/ 398518 h 840032"/>
              <a:gd name="connsiteX136" fmla="*/ 365377 w 365377"/>
              <a:gd name="connsiteY136" fmla="*/ 420018 h 840032"/>
              <a:gd name="connsiteX137" fmla="*/ 343882 w 365377"/>
              <a:gd name="connsiteY137" fmla="*/ 441510 h 840032"/>
              <a:gd name="connsiteX138" fmla="*/ 322390 w 365377"/>
              <a:gd name="connsiteY138" fmla="*/ 420018 h 840032"/>
              <a:gd name="connsiteX139" fmla="*/ 343882 w 365377"/>
              <a:gd name="connsiteY139" fmla="*/ 398518 h 840032"/>
              <a:gd name="connsiteX140" fmla="*/ 263287 w 365377"/>
              <a:gd name="connsiteY140" fmla="*/ 398518 h 840032"/>
              <a:gd name="connsiteX141" fmla="*/ 284778 w 365377"/>
              <a:gd name="connsiteY141" fmla="*/ 420018 h 840032"/>
              <a:gd name="connsiteX142" fmla="*/ 263287 w 365377"/>
              <a:gd name="connsiteY142" fmla="*/ 441510 h 840032"/>
              <a:gd name="connsiteX143" fmla="*/ 241792 w 365377"/>
              <a:gd name="connsiteY143" fmla="*/ 420018 h 840032"/>
              <a:gd name="connsiteX144" fmla="*/ 263287 w 365377"/>
              <a:gd name="connsiteY144" fmla="*/ 398518 h 840032"/>
              <a:gd name="connsiteX145" fmla="*/ 182689 w 365377"/>
              <a:gd name="connsiteY145" fmla="*/ 398518 h 840032"/>
              <a:gd name="connsiteX146" fmla="*/ 204184 w 365377"/>
              <a:gd name="connsiteY146" fmla="*/ 420018 h 840032"/>
              <a:gd name="connsiteX147" fmla="*/ 182689 w 365377"/>
              <a:gd name="connsiteY147" fmla="*/ 441510 h 840032"/>
              <a:gd name="connsiteX148" fmla="*/ 161193 w 365377"/>
              <a:gd name="connsiteY148" fmla="*/ 420018 h 840032"/>
              <a:gd name="connsiteX149" fmla="*/ 182689 w 365377"/>
              <a:gd name="connsiteY149" fmla="*/ 398518 h 840032"/>
              <a:gd name="connsiteX150" fmla="*/ 102090 w 365377"/>
              <a:gd name="connsiteY150" fmla="*/ 398518 h 840032"/>
              <a:gd name="connsiteX151" fmla="*/ 123585 w 365377"/>
              <a:gd name="connsiteY151" fmla="*/ 420018 h 840032"/>
              <a:gd name="connsiteX152" fmla="*/ 102090 w 365377"/>
              <a:gd name="connsiteY152" fmla="*/ 441510 h 840032"/>
              <a:gd name="connsiteX153" fmla="*/ 80599 w 365377"/>
              <a:gd name="connsiteY153" fmla="*/ 420018 h 840032"/>
              <a:gd name="connsiteX154" fmla="*/ 102090 w 365377"/>
              <a:gd name="connsiteY154" fmla="*/ 398518 h 840032"/>
              <a:gd name="connsiteX155" fmla="*/ 21496 w 365377"/>
              <a:gd name="connsiteY155" fmla="*/ 318820 h 840032"/>
              <a:gd name="connsiteX156" fmla="*/ 42987 w 365377"/>
              <a:gd name="connsiteY156" fmla="*/ 340311 h 840032"/>
              <a:gd name="connsiteX157" fmla="*/ 21496 w 365377"/>
              <a:gd name="connsiteY157" fmla="*/ 361802 h 840032"/>
              <a:gd name="connsiteX158" fmla="*/ 0 w 365377"/>
              <a:gd name="connsiteY158" fmla="*/ 340311 h 840032"/>
              <a:gd name="connsiteX159" fmla="*/ 21496 w 365377"/>
              <a:gd name="connsiteY159" fmla="*/ 318820 h 840032"/>
              <a:gd name="connsiteX160" fmla="*/ 343882 w 365377"/>
              <a:gd name="connsiteY160" fmla="*/ 318820 h 840032"/>
              <a:gd name="connsiteX161" fmla="*/ 365377 w 365377"/>
              <a:gd name="connsiteY161" fmla="*/ 340311 h 840032"/>
              <a:gd name="connsiteX162" fmla="*/ 343882 w 365377"/>
              <a:gd name="connsiteY162" fmla="*/ 361802 h 840032"/>
              <a:gd name="connsiteX163" fmla="*/ 322390 w 365377"/>
              <a:gd name="connsiteY163" fmla="*/ 340311 h 840032"/>
              <a:gd name="connsiteX164" fmla="*/ 343882 w 365377"/>
              <a:gd name="connsiteY164" fmla="*/ 318820 h 840032"/>
              <a:gd name="connsiteX165" fmla="*/ 263287 w 365377"/>
              <a:gd name="connsiteY165" fmla="*/ 318820 h 840032"/>
              <a:gd name="connsiteX166" fmla="*/ 284778 w 365377"/>
              <a:gd name="connsiteY166" fmla="*/ 340311 h 840032"/>
              <a:gd name="connsiteX167" fmla="*/ 263287 w 365377"/>
              <a:gd name="connsiteY167" fmla="*/ 361802 h 840032"/>
              <a:gd name="connsiteX168" fmla="*/ 241792 w 365377"/>
              <a:gd name="connsiteY168" fmla="*/ 340311 h 840032"/>
              <a:gd name="connsiteX169" fmla="*/ 263287 w 365377"/>
              <a:gd name="connsiteY169" fmla="*/ 318820 h 840032"/>
              <a:gd name="connsiteX170" fmla="*/ 182689 w 365377"/>
              <a:gd name="connsiteY170" fmla="*/ 318820 h 840032"/>
              <a:gd name="connsiteX171" fmla="*/ 204184 w 365377"/>
              <a:gd name="connsiteY171" fmla="*/ 340311 h 840032"/>
              <a:gd name="connsiteX172" fmla="*/ 182689 w 365377"/>
              <a:gd name="connsiteY172" fmla="*/ 361802 h 840032"/>
              <a:gd name="connsiteX173" fmla="*/ 161193 w 365377"/>
              <a:gd name="connsiteY173" fmla="*/ 340311 h 840032"/>
              <a:gd name="connsiteX174" fmla="*/ 182689 w 365377"/>
              <a:gd name="connsiteY174" fmla="*/ 318820 h 840032"/>
              <a:gd name="connsiteX175" fmla="*/ 102090 w 365377"/>
              <a:gd name="connsiteY175" fmla="*/ 318820 h 840032"/>
              <a:gd name="connsiteX176" fmla="*/ 123585 w 365377"/>
              <a:gd name="connsiteY176" fmla="*/ 340311 h 840032"/>
              <a:gd name="connsiteX177" fmla="*/ 102090 w 365377"/>
              <a:gd name="connsiteY177" fmla="*/ 361802 h 840032"/>
              <a:gd name="connsiteX178" fmla="*/ 80599 w 365377"/>
              <a:gd name="connsiteY178" fmla="*/ 340311 h 840032"/>
              <a:gd name="connsiteX179" fmla="*/ 102090 w 365377"/>
              <a:gd name="connsiteY179" fmla="*/ 318820 h 840032"/>
              <a:gd name="connsiteX180" fmla="*/ 21496 w 365377"/>
              <a:gd name="connsiteY180" fmla="*/ 239113 h 840032"/>
              <a:gd name="connsiteX181" fmla="*/ 42987 w 365377"/>
              <a:gd name="connsiteY181" fmla="*/ 260604 h 840032"/>
              <a:gd name="connsiteX182" fmla="*/ 21496 w 365377"/>
              <a:gd name="connsiteY182" fmla="*/ 282100 h 840032"/>
              <a:gd name="connsiteX183" fmla="*/ 0 w 365377"/>
              <a:gd name="connsiteY183" fmla="*/ 260604 h 840032"/>
              <a:gd name="connsiteX184" fmla="*/ 21496 w 365377"/>
              <a:gd name="connsiteY184" fmla="*/ 239113 h 840032"/>
              <a:gd name="connsiteX185" fmla="*/ 343882 w 365377"/>
              <a:gd name="connsiteY185" fmla="*/ 239113 h 840032"/>
              <a:gd name="connsiteX186" fmla="*/ 365377 w 365377"/>
              <a:gd name="connsiteY186" fmla="*/ 260604 h 840032"/>
              <a:gd name="connsiteX187" fmla="*/ 343882 w 365377"/>
              <a:gd name="connsiteY187" fmla="*/ 282100 h 840032"/>
              <a:gd name="connsiteX188" fmla="*/ 322390 w 365377"/>
              <a:gd name="connsiteY188" fmla="*/ 260604 h 840032"/>
              <a:gd name="connsiteX189" fmla="*/ 343882 w 365377"/>
              <a:gd name="connsiteY189" fmla="*/ 239113 h 840032"/>
              <a:gd name="connsiteX190" fmla="*/ 263287 w 365377"/>
              <a:gd name="connsiteY190" fmla="*/ 239113 h 840032"/>
              <a:gd name="connsiteX191" fmla="*/ 284778 w 365377"/>
              <a:gd name="connsiteY191" fmla="*/ 260604 h 840032"/>
              <a:gd name="connsiteX192" fmla="*/ 263287 w 365377"/>
              <a:gd name="connsiteY192" fmla="*/ 282100 h 840032"/>
              <a:gd name="connsiteX193" fmla="*/ 241792 w 365377"/>
              <a:gd name="connsiteY193" fmla="*/ 260604 h 840032"/>
              <a:gd name="connsiteX194" fmla="*/ 263287 w 365377"/>
              <a:gd name="connsiteY194" fmla="*/ 239113 h 840032"/>
              <a:gd name="connsiteX195" fmla="*/ 182689 w 365377"/>
              <a:gd name="connsiteY195" fmla="*/ 239113 h 840032"/>
              <a:gd name="connsiteX196" fmla="*/ 204184 w 365377"/>
              <a:gd name="connsiteY196" fmla="*/ 260604 h 840032"/>
              <a:gd name="connsiteX197" fmla="*/ 182689 w 365377"/>
              <a:gd name="connsiteY197" fmla="*/ 282100 h 840032"/>
              <a:gd name="connsiteX198" fmla="*/ 161193 w 365377"/>
              <a:gd name="connsiteY198" fmla="*/ 260604 h 840032"/>
              <a:gd name="connsiteX199" fmla="*/ 182689 w 365377"/>
              <a:gd name="connsiteY199" fmla="*/ 239113 h 840032"/>
              <a:gd name="connsiteX200" fmla="*/ 102090 w 365377"/>
              <a:gd name="connsiteY200" fmla="*/ 239113 h 840032"/>
              <a:gd name="connsiteX201" fmla="*/ 123585 w 365377"/>
              <a:gd name="connsiteY201" fmla="*/ 260604 h 840032"/>
              <a:gd name="connsiteX202" fmla="*/ 102090 w 365377"/>
              <a:gd name="connsiteY202" fmla="*/ 282100 h 840032"/>
              <a:gd name="connsiteX203" fmla="*/ 80599 w 365377"/>
              <a:gd name="connsiteY203" fmla="*/ 260604 h 840032"/>
              <a:gd name="connsiteX204" fmla="*/ 102090 w 365377"/>
              <a:gd name="connsiteY204" fmla="*/ 239113 h 840032"/>
              <a:gd name="connsiteX205" fmla="*/ 21496 w 365377"/>
              <a:gd name="connsiteY205" fmla="*/ 159406 h 840032"/>
              <a:gd name="connsiteX206" fmla="*/ 42987 w 365377"/>
              <a:gd name="connsiteY206" fmla="*/ 180897 h 840032"/>
              <a:gd name="connsiteX207" fmla="*/ 21496 w 365377"/>
              <a:gd name="connsiteY207" fmla="*/ 202392 h 840032"/>
              <a:gd name="connsiteX208" fmla="*/ 0 w 365377"/>
              <a:gd name="connsiteY208" fmla="*/ 180897 h 840032"/>
              <a:gd name="connsiteX209" fmla="*/ 21496 w 365377"/>
              <a:gd name="connsiteY209" fmla="*/ 159406 h 840032"/>
              <a:gd name="connsiteX210" fmla="*/ 343882 w 365377"/>
              <a:gd name="connsiteY210" fmla="*/ 159406 h 840032"/>
              <a:gd name="connsiteX211" fmla="*/ 365377 w 365377"/>
              <a:gd name="connsiteY211" fmla="*/ 180897 h 840032"/>
              <a:gd name="connsiteX212" fmla="*/ 343882 w 365377"/>
              <a:gd name="connsiteY212" fmla="*/ 202392 h 840032"/>
              <a:gd name="connsiteX213" fmla="*/ 322390 w 365377"/>
              <a:gd name="connsiteY213" fmla="*/ 180897 h 840032"/>
              <a:gd name="connsiteX214" fmla="*/ 343882 w 365377"/>
              <a:gd name="connsiteY214" fmla="*/ 159406 h 840032"/>
              <a:gd name="connsiteX215" fmla="*/ 263287 w 365377"/>
              <a:gd name="connsiteY215" fmla="*/ 159406 h 840032"/>
              <a:gd name="connsiteX216" fmla="*/ 284778 w 365377"/>
              <a:gd name="connsiteY216" fmla="*/ 180897 h 840032"/>
              <a:gd name="connsiteX217" fmla="*/ 263287 w 365377"/>
              <a:gd name="connsiteY217" fmla="*/ 202392 h 840032"/>
              <a:gd name="connsiteX218" fmla="*/ 241792 w 365377"/>
              <a:gd name="connsiteY218" fmla="*/ 180897 h 840032"/>
              <a:gd name="connsiteX219" fmla="*/ 263287 w 365377"/>
              <a:gd name="connsiteY219" fmla="*/ 159406 h 840032"/>
              <a:gd name="connsiteX220" fmla="*/ 182689 w 365377"/>
              <a:gd name="connsiteY220" fmla="*/ 159406 h 840032"/>
              <a:gd name="connsiteX221" fmla="*/ 204184 w 365377"/>
              <a:gd name="connsiteY221" fmla="*/ 180897 h 840032"/>
              <a:gd name="connsiteX222" fmla="*/ 182689 w 365377"/>
              <a:gd name="connsiteY222" fmla="*/ 202392 h 840032"/>
              <a:gd name="connsiteX223" fmla="*/ 161193 w 365377"/>
              <a:gd name="connsiteY223" fmla="*/ 180897 h 840032"/>
              <a:gd name="connsiteX224" fmla="*/ 182689 w 365377"/>
              <a:gd name="connsiteY224" fmla="*/ 159406 h 840032"/>
              <a:gd name="connsiteX225" fmla="*/ 102090 w 365377"/>
              <a:gd name="connsiteY225" fmla="*/ 159406 h 840032"/>
              <a:gd name="connsiteX226" fmla="*/ 123585 w 365377"/>
              <a:gd name="connsiteY226" fmla="*/ 180897 h 840032"/>
              <a:gd name="connsiteX227" fmla="*/ 102090 w 365377"/>
              <a:gd name="connsiteY227" fmla="*/ 202392 h 840032"/>
              <a:gd name="connsiteX228" fmla="*/ 80599 w 365377"/>
              <a:gd name="connsiteY228" fmla="*/ 180897 h 840032"/>
              <a:gd name="connsiteX229" fmla="*/ 102090 w 365377"/>
              <a:gd name="connsiteY229" fmla="*/ 159406 h 840032"/>
              <a:gd name="connsiteX230" fmla="*/ 21496 w 365377"/>
              <a:gd name="connsiteY230" fmla="*/ 79703 h 840032"/>
              <a:gd name="connsiteX231" fmla="*/ 42987 w 365377"/>
              <a:gd name="connsiteY231" fmla="*/ 101198 h 840032"/>
              <a:gd name="connsiteX232" fmla="*/ 21496 w 365377"/>
              <a:gd name="connsiteY232" fmla="*/ 122690 h 840032"/>
              <a:gd name="connsiteX233" fmla="*/ 0 w 365377"/>
              <a:gd name="connsiteY233" fmla="*/ 101198 h 840032"/>
              <a:gd name="connsiteX234" fmla="*/ 21496 w 365377"/>
              <a:gd name="connsiteY234" fmla="*/ 79703 h 840032"/>
              <a:gd name="connsiteX235" fmla="*/ 343882 w 365377"/>
              <a:gd name="connsiteY235" fmla="*/ 79703 h 840032"/>
              <a:gd name="connsiteX236" fmla="*/ 365377 w 365377"/>
              <a:gd name="connsiteY236" fmla="*/ 101198 h 840032"/>
              <a:gd name="connsiteX237" fmla="*/ 343882 w 365377"/>
              <a:gd name="connsiteY237" fmla="*/ 122690 h 840032"/>
              <a:gd name="connsiteX238" fmla="*/ 322390 w 365377"/>
              <a:gd name="connsiteY238" fmla="*/ 101198 h 840032"/>
              <a:gd name="connsiteX239" fmla="*/ 343882 w 365377"/>
              <a:gd name="connsiteY239" fmla="*/ 79703 h 840032"/>
              <a:gd name="connsiteX240" fmla="*/ 263287 w 365377"/>
              <a:gd name="connsiteY240" fmla="*/ 79703 h 840032"/>
              <a:gd name="connsiteX241" fmla="*/ 284778 w 365377"/>
              <a:gd name="connsiteY241" fmla="*/ 101198 h 840032"/>
              <a:gd name="connsiteX242" fmla="*/ 263287 w 365377"/>
              <a:gd name="connsiteY242" fmla="*/ 122690 h 840032"/>
              <a:gd name="connsiteX243" fmla="*/ 241792 w 365377"/>
              <a:gd name="connsiteY243" fmla="*/ 101198 h 840032"/>
              <a:gd name="connsiteX244" fmla="*/ 263287 w 365377"/>
              <a:gd name="connsiteY244" fmla="*/ 79703 h 840032"/>
              <a:gd name="connsiteX245" fmla="*/ 182689 w 365377"/>
              <a:gd name="connsiteY245" fmla="*/ 79703 h 840032"/>
              <a:gd name="connsiteX246" fmla="*/ 204184 w 365377"/>
              <a:gd name="connsiteY246" fmla="*/ 101198 h 840032"/>
              <a:gd name="connsiteX247" fmla="*/ 182689 w 365377"/>
              <a:gd name="connsiteY247" fmla="*/ 122690 h 840032"/>
              <a:gd name="connsiteX248" fmla="*/ 161193 w 365377"/>
              <a:gd name="connsiteY248" fmla="*/ 101198 h 840032"/>
              <a:gd name="connsiteX249" fmla="*/ 182689 w 365377"/>
              <a:gd name="connsiteY249" fmla="*/ 79703 h 840032"/>
              <a:gd name="connsiteX250" fmla="*/ 102090 w 365377"/>
              <a:gd name="connsiteY250" fmla="*/ 79703 h 840032"/>
              <a:gd name="connsiteX251" fmla="*/ 123585 w 365377"/>
              <a:gd name="connsiteY251" fmla="*/ 101198 h 840032"/>
              <a:gd name="connsiteX252" fmla="*/ 102090 w 365377"/>
              <a:gd name="connsiteY252" fmla="*/ 122690 h 840032"/>
              <a:gd name="connsiteX253" fmla="*/ 80599 w 365377"/>
              <a:gd name="connsiteY253" fmla="*/ 101198 h 840032"/>
              <a:gd name="connsiteX254" fmla="*/ 102090 w 365377"/>
              <a:gd name="connsiteY254" fmla="*/ 79703 h 840032"/>
              <a:gd name="connsiteX255" fmla="*/ 343882 w 365377"/>
              <a:gd name="connsiteY255" fmla="*/ 0 h 840032"/>
              <a:gd name="connsiteX256" fmla="*/ 365377 w 365377"/>
              <a:gd name="connsiteY256" fmla="*/ 21491 h 840032"/>
              <a:gd name="connsiteX257" fmla="*/ 343882 w 365377"/>
              <a:gd name="connsiteY257" fmla="*/ 42983 h 840032"/>
              <a:gd name="connsiteX258" fmla="*/ 322390 w 365377"/>
              <a:gd name="connsiteY258" fmla="*/ 21491 h 840032"/>
              <a:gd name="connsiteX259" fmla="*/ 343882 w 365377"/>
              <a:gd name="connsiteY259" fmla="*/ 0 h 840032"/>
              <a:gd name="connsiteX260" fmla="*/ 263287 w 365377"/>
              <a:gd name="connsiteY260" fmla="*/ 0 h 840032"/>
              <a:gd name="connsiteX261" fmla="*/ 284778 w 365377"/>
              <a:gd name="connsiteY261" fmla="*/ 21491 h 840032"/>
              <a:gd name="connsiteX262" fmla="*/ 263287 w 365377"/>
              <a:gd name="connsiteY262" fmla="*/ 42983 h 840032"/>
              <a:gd name="connsiteX263" fmla="*/ 241792 w 365377"/>
              <a:gd name="connsiteY263" fmla="*/ 21491 h 840032"/>
              <a:gd name="connsiteX264" fmla="*/ 263287 w 365377"/>
              <a:gd name="connsiteY264" fmla="*/ 0 h 840032"/>
              <a:gd name="connsiteX265" fmla="*/ 182689 w 365377"/>
              <a:gd name="connsiteY265" fmla="*/ 0 h 840032"/>
              <a:gd name="connsiteX266" fmla="*/ 204184 w 365377"/>
              <a:gd name="connsiteY266" fmla="*/ 21491 h 840032"/>
              <a:gd name="connsiteX267" fmla="*/ 182689 w 365377"/>
              <a:gd name="connsiteY267" fmla="*/ 42983 h 840032"/>
              <a:gd name="connsiteX268" fmla="*/ 161193 w 365377"/>
              <a:gd name="connsiteY268" fmla="*/ 21491 h 840032"/>
              <a:gd name="connsiteX269" fmla="*/ 182689 w 365377"/>
              <a:gd name="connsiteY269" fmla="*/ 0 h 840032"/>
              <a:gd name="connsiteX270" fmla="*/ 102090 w 365377"/>
              <a:gd name="connsiteY270" fmla="*/ 0 h 840032"/>
              <a:gd name="connsiteX271" fmla="*/ 123585 w 365377"/>
              <a:gd name="connsiteY271" fmla="*/ 21491 h 840032"/>
              <a:gd name="connsiteX272" fmla="*/ 102090 w 365377"/>
              <a:gd name="connsiteY272" fmla="*/ 42983 h 840032"/>
              <a:gd name="connsiteX273" fmla="*/ 80599 w 365377"/>
              <a:gd name="connsiteY273" fmla="*/ 21491 h 840032"/>
              <a:gd name="connsiteX274" fmla="*/ 102090 w 365377"/>
              <a:gd name="connsiteY274" fmla="*/ 0 h 84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</a:cxnLst>
            <a:rect l="l" t="t" r="r" b="b"/>
            <a:pathLst>
              <a:path w="365377" h="840032">
                <a:moveTo>
                  <a:pt x="21496" y="0"/>
                </a:moveTo>
                <a:cubicBezTo>
                  <a:pt x="33360" y="0"/>
                  <a:pt x="42987" y="9618"/>
                  <a:pt x="42987" y="21491"/>
                </a:cubicBezTo>
                <a:cubicBezTo>
                  <a:pt x="42987" y="33364"/>
                  <a:pt x="33360" y="42983"/>
                  <a:pt x="21496" y="42983"/>
                </a:cubicBezTo>
                <a:cubicBezTo>
                  <a:pt x="9623" y="42983"/>
                  <a:pt x="0" y="33364"/>
                  <a:pt x="0" y="21491"/>
                </a:cubicBezTo>
                <a:cubicBezTo>
                  <a:pt x="0" y="9618"/>
                  <a:pt x="9623" y="0"/>
                  <a:pt x="21496" y="0"/>
                </a:cubicBezTo>
                <a:close/>
                <a:moveTo>
                  <a:pt x="21496" y="797037"/>
                </a:moveTo>
                <a:cubicBezTo>
                  <a:pt x="33360" y="797037"/>
                  <a:pt x="42987" y="806664"/>
                  <a:pt x="42987" y="818532"/>
                </a:cubicBezTo>
                <a:cubicBezTo>
                  <a:pt x="42987" y="830405"/>
                  <a:pt x="33360" y="840032"/>
                  <a:pt x="21496" y="840032"/>
                </a:cubicBezTo>
                <a:cubicBezTo>
                  <a:pt x="9623" y="840032"/>
                  <a:pt x="0" y="830405"/>
                  <a:pt x="0" y="818532"/>
                </a:cubicBezTo>
                <a:cubicBezTo>
                  <a:pt x="0" y="806664"/>
                  <a:pt x="9623" y="797037"/>
                  <a:pt x="21496" y="797037"/>
                </a:cubicBezTo>
                <a:close/>
                <a:moveTo>
                  <a:pt x="343882" y="797037"/>
                </a:moveTo>
                <a:cubicBezTo>
                  <a:pt x="355755" y="797037"/>
                  <a:pt x="365377" y="806664"/>
                  <a:pt x="365377" y="818532"/>
                </a:cubicBezTo>
                <a:cubicBezTo>
                  <a:pt x="365377" y="830405"/>
                  <a:pt x="355755" y="840032"/>
                  <a:pt x="343882" y="840032"/>
                </a:cubicBezTo>
                <a:cubicBezTo>
                  <a:pt x="332013" y="840032"/>
                  <a:pt x="322390" y="830405"/>
                  <a:pt x="322390" y="818532"/>
                </a:cubicBezTo>
                <a:cubicBezTo>
                  <a:pt x="322390" y="806664"/>
                  <a:pt x="332013" y="797037"/>
                  <a:pt x="343882" y="797037"/>
                </a:cubicBezTo>
                <a:close/>
                <a:moveTo>
                  <a:pt x="263287" y="797037"/>
                </a:moveTo>
                <a:cubicBezTo>
                  <a:pt x="275160" y="797037"/>
                  <a:pt x="284778" y="806664"/>
                  <a:pt x="284778" y="818532"/>
                </a:cubicBezTo>
                <a:cubicBezTo>
                  <a:pt x="284778" y="830405"/>
                  <a:pt x="275156" y="840032"/>
                  <a:pt x="263287" y="840032"/>
                </a:cubicBezTo>
                <a:cubicBezTo>
                  <a:pt x="251414" y="840032"/>
                  <a:pt x="241792" y="830405"/>
                  <a:pt x="241792" y="818532"/>
                </a:cubicBezTo>
                <a:cubicBezTo>
                  <a:pt x="241792" y="806664"/>
                  <a:pt x="251414" y="797037"/>
                  <a:pt x="263287" y="797037"/>
                </a:cubicBezTo>
                <a:close/>
                <a:moveTo>
                  <a:pt x="182689" y="797037"/>
                </a:moveTo>
                <a:cubicBezTo>
                  <a:pt x="194562" y="797037"/>
                  <a:pt x="204184" y="806664"/>
                  <a:pt x="204184" y="818532"/>
                </a:cubicBezTo>
                <a:cubicBezTo>
                  <a:pt x="204184" y="830405"/>
                  <a:pt x="194557" y="840032"/>
                  <a:pt x="182689" y="840032"/>
                </a:cubicBezTo>
                <a:cubicBezTo>
                  <a:pt x="170820" y="840032"/>
                  <a:pt x="161193" y="830405"/>
                  <a:pt x="161193" y="818532"/>
                </a:cubicBezTo>
                <a:cubicBezTo>
                  <a:pt x="161193" y="806664"/>
                  <a:pt x="170816" y="797037"/>
                  <a:pt x="182689" y="797037"/>
                </a:cubicBezTo>
                <a:close/>
                <a:moveTo>
                  <a:pt x="102090" y="797037"/>
                </a:moveTo>
                <a:cubicBezTo>
                  <a:pt x="113963" y="797037"/>
                  <a:pt x="123585" y="806664"/>
                  <a:pt x="123585" y="818532"/>
                </a:cubicBezTo>
                <a:cubicBezTo>
                  <a:pt x="123585" y="830405"/>
                  <a:pt x="113963" y="840032"/>
                  <a:pt x="102090" y="840032"/>
                </a:cubicBezTo>
                <a:cubicBezTo>
                  <a:pt x="90217" y="840032"/>
                  <a:pt x="80599" y="830405"/>
                  <a:pt x="80599" y="818532"/>
                </a:cubicBezTo>
                <a:cubicBezTo>
                  <a:pt x="80599" y="806664"/>
                  <a:pt x="90217" y="797037"/>
                  <a:pt x="102090" y="797037"/>
                </a:cubicBezTo>
                <a:close/>
                <a:moveTo>
                  <a:pt x="21496" y="717334"/>
                </a:moveTo>
                <a:cubicBezTo>
                  <a:pt x="33360" y="717334"/>
                  <a:pt x="42987" y="726961"/>
                  <a:pt x="42987" y="738825"/>
                </a:cubicBezTo>
                <a:cubicBezTo>
                  <a:pt x="42987" y="750698"/>
                  <a:pt x="33360" y="760325"/>
                  <a:pt x="21496" y="760325"/>
                </a:cubicBezTo>
                <a:cubicBezTo>
                  <a:pt x="9623" y="760325"/>
                  <a:pt x="0" y="750698"/>
                  <a:pt x="0" y="738825"/>
                </a:cubicBezTo>
                <a:cubicBezTo>
                  <a:pt x="0" y="726961"/>
                  <a:pt x="9623" y="717334"/>
                  <a:pt x="21496" y="717334"/>
                </a:cubicBezTo>
                <a:close/>
                <a:moveTo>
                  <a:pt x="343882" y="717334"/>
                </a:moveTo>
                <a:cubicBezTo>
                  <a:pt x="355755" y="717334"/>
                  <a:pt x="365377" y="726961"/>
                  <a:pt x="365377" y="738825"/>
                </a:cubicBezTo>
                <a:cubicBezTo>
                  <a:pt x="365377" y="750698"/>
                  <a:pt x="355755" y="760325"/>
                  <a:pt x="343882" y="760325"/>
                </a:cubicBezTo>
                <a:cubicBezTo>
                  <a:pt x="332013" y="760325"/>
                  <a:pt x="322390" y="750698"/>
                  <a:pt x="322390" y="738825"/>
                </a:cubicBezTo>
                <a:cubicBezTo>
                  <a:pt x="322390" y="726961"/>
                  <a:pt x="332013" y="717334"/>
                  <a:pt x="343882" y="717334"/>
                </a:cubicBezTo>
                <a:close/>
                <a:moveTo>
                  <a:pt x="263287" y="717334"/>
                </a:moveTo>
                <a:cubicBezTo>
                  <a:pt x="275160" y="717334"/>
                  <a:pt x="284778" y="726961"/>
                  <a:pt x="284778" y="738825"/>
                </a:cubicBezTo>
                <a:cubicBezTo>
                  <a:pt x="284778" y="750698"/>
                  <a:pt x="275156" y="760325"/>
                  <a:pt x="263287" y="760325"/>
                </a:cubicBezTo>
                <a:cubicBezTo>
                  <a:pt x="251414" y="760325"/>
                  <a:pt x="241792" y="750698"/>
                  <a:pt x="241792" y="738825"/>
                </a:cubicBezTo>
                <a:cubicBezTo>
                  <a:pt x="241792" y="726961"/>
                  <a:pt x="251414" y="717334"/>
                  <a:pt x="263287" y="717334"/>
                </a:cubicBezTo>
                <a:close/>
                <a:moveTo>
                  <a:pt x="182689" y="717334"/>
                </a:moveTo>
                <a:cubicBezTo>
                  <a:pt x="194562" y="717334"/>
                  <a:pt x="204184" y="726961"/>
                  <a:pt x="204184" y="738825"/>
                </a:cubicBezTo>
                <a:cubicBezTo>
                  <a:pt x="204184" y="750698"/>
                  <a:pt x="194557" y="760325"/>
                  <a:pt x="182689" y="760325"/>
                </a:cubicBezTo>
                <a:cubicBezTo>
                  <a:pt x="170820" y="760325"/>
                  <a:pt x="161193" y="750698"/>
                  <a:pt x="161193" y="738825"/>
                </a:cubicBezTo>
                <a:cubicBezTo>
                  <a:pt x="161193" y="726961"/>
                  <a:pt x="170816" y="717334"/>
                  <a:pt x="182689" y="717334"/>
                </a:cubicBezTo>
                <a:close/>
                <a:moveTo>
                  <a:pt x="102090" y="717334"/>
                </a:moveTo>
                <a:cubicBezTo>
                  <a:pt x="113963" y="717334"/>
                  <a:pt x="123585" y="726961"/>
                  <a:pt x="123585" y="738825"/>
                </a:cubicBezTo>
                <a:cubicBezTo>
                  <a:pt x="123585" y="750698"/>
                  <a:pt x="113963" y="760325"/>
                  <a:pt x="102090" y="760325"/>
                </a:cubicBezTo>
                <a:cubicBezTo>
                  <a:pt x="90217" y="760325"/>
                  <a:pt x="80599" y="750698"/>
                  <a:pt x="80599" y="738825"/>
                </a:cubicBezTo>
                <a:cubicBezTo>
                  <a:pt x="80599" y="726961"/>
                  <a:pt x="90217" y="717334"/>
                  <a:pt x="102090" y="717334"/>
                </a:cubicBezTo>
                <a:close/>
                <a:moveTo>
                  <a:pt x="21496" y="637631"/>
                </a:moveTo>
                <a:cubicBezTo>
                  <a:pt x="33360" y="637631"/>
                  <a:pt x="42987" y="647258"/>
                  <a:pt x="42987" y="659122"/>
                </a:cubicBezTo>
                <a:cubicBezTo>
                  <a:pt x="42987" y="670995"/>
                  <a:pt x="33360" y="680622"/>
                  <a:pt x="21496" y="680622"/>
                </a:cubicBezTo>
                <a:cubicBezTo>
                  <a:pt x="9623" y="680622"/>
                  <a:pt x="0" y="670995"/>
                  <a:pt x="0" y="659122"/>
                </a:cubicBezTo>
                <a:cubicBezTo>
                  <a:pt x="0" y="647258"/>
                  <a:pt x="9623" y="637631"/>
                  <a:pt x="21496" y="637631"/>
                </a:cubicBezTo>
                <a:close/>
                <a:moveTo>
                  <a:pt x="343882" y="637631"/>
                </a:moveTo>
                <a:cubicBezTo>
                  <a:pt x="355755" y="637631"/>
                  <a:pt x="365377" y="647258"/>
                  <a:pt x="365377" y="659122"/>
                </a:cubicBezTo>
                <a:cubicBezTo>
                  <a:pt x="365377" y="670995"/>
                  <a:pt x="355755" y="680622"/>
                  <a:pt x="343882" y="680622"/>
                </a:cubicBezTo>
                <a:cubicBezTo>
                  <a:pt x="332013" y="680622"/>
                  <a:pt x="322390" y="670995"/>
                  <a:pt x="322390" y="659122"/>
                </a:cubicBezTo>
                <a:cubicBezTo>
                  <a:pt x="322390" y="647258"/>
                  <a:pt x="332013" y="637631"/>
                  <a:pt x="343882" y="637631"/>
                </a:cubicBezTo>
                <a:close/>
                <a:moveTo>
                  <a:pt x="263287" y="637631"/>
                </a:moveTo>
                <a:cubicBezTo>
                  <a:pt x="275160" y="637631"/>
                  <a:pt x="284778" y="647258"/>
                  <a:pt x="284778" y="659122"/>
                </a:cubicBezTo>
                <a:cubicBezTo>
                  <a:pt x="284778" y="670995"/>
                  <a:pt x="275156" y="680622"/>
                  <a:pt x="263287" y="680622"/>
                </a:cubicBezTo>
                <a:cubicBezTo>
                  <a:pt x="251414" y="680622"/>
                  <a:pt x="241792" y="670995"/>
                  <a:pt x="241792" y="659122"/>
                </a:cubicBezTo>
                <a:cubicBezTo>
                  <a:pt x="241792" y="647258"/>
                  <a:pt x="251414" y="637631"/>
                  <a:pt x="263287" y="637631"/>
                </a:cubicBezTo>
                <a:close/>
                <a:moveTo>
                  <a:pt x="182689" y="637631"/>
                </a:moveTo>
                <a:cubicBezTo>
                  <a:pt x="194562" y="637631"/>
                  <a:pt x="204184" y="647258"/>
                  <a:pt x="204184" y="659122"/>
                </a:cubicBezTo>
                <a:cubicBezTo>
                  <a:pt x="204184" y="670995"/>
                  <a:pt x="194557" y="680622"/>
                  <a:pt x="182689" y="680622"/>
                </a:cubicBezTo>
                <a:cubicBezTo>
                  <a:pt x="170820" y="680622"/>
                  <a:pt x="161193" y="670995"/>
                  <a:pt x="161193" y="659122"/>
                </a:cubicBezTo>
                <a:cubicBezTo>
                  <a:pt x="161193" y="647258"/>
                  <a:pt x="170816" y="637631"/>
                  <a:pt x="182689" y="637631"/>
                </a:cubicBezTo>
                <a:close/>
                <a:moveTo>
                  <a:pt x="102090" y="637631"/>
                </a:moveTo>
                <a:cubicBezTo>
                  <a:pt x="113963" y="637631"/>
                  <a:pt x="123585" y="647258"/>
                  <a:pt x="123585" y="659122"/>
                </a:cubicBezTo>
                <a:cubicBezTo>
                  <a:pt x="123585" y="670995"/>
                  <a:pt x="113963" y="680622"/>
                  <a:pt x="102090" y="680622"/>
                </a:cubicBezTo>
                <a:cubicBezTo>
                  <a:pt x="90217" y="680622"/>
                  <a:pt x="80599" y="670995"/>
                  <a:pt x="80599" y="659122"/>
                </a:cubicBezTo>
                <a:cubicBezTo>
                  <a:pt x="80599" y="647258"/>
                  <a:pt x="90217" y="637631"/>
                  <a:pt x="102090" y="637631"/>
                </a:cubicBezTo>
                <a:close/>
                <a:moveTo>
                  <a:pt x="21496" y="557924"/>
                </a:moveTo>
                <a:cubicBezTo>
                  <a:pt x="33360" y="557924"/>
                  <a:pt x="42987" y="567551"/>
                  <a:pt x="42987" y="579424"/>
                </a:cubicBezTo>
                <a:cubicBezTo>
                  <a:pt x="42987" y="591288"/>
                  <a:pt x="33360" y="600920"/>
                  <a:pt x="21496" y="600920"/>
                </a:cubicBezTo>
                <a:cubicBezTo>
                  <a:pt x="9623" y="600920"/>
                  <a:pt x="0" y="591293"/>
                  <a:pt x="0" y="579424"/>
                </a:cubicBezTo>
                <a:cubicBezTo>
                  <a:pt x="0" y="567551"/>
                  <a:pt x="9623" y="557924"/>
                  <a:pt x="21496" y="557924"/>
                </a:cubicBezTo>
                <a:close/>
                <a:moveTo>
                  <a:pt x="343882" y="557924"/>
                </a:moveTo>
                <a:cubicBezTo>
                  <a:pt x="355755" y="557924"/>
                  <a:pt x="365377" y="567551"/>
                  <a:pt x="365377" y="579424"/>
                </a:cubicBezTo>
                <a:cubicBezTo>
                  <a:pt x="365377" y="591288"/>
                  <a:pt x="355755" y="600920"/>
                  <a:pt x="343882" y="600920"/>
                </a:cubicBezTo>
                <a:cubicBezTo>
                  <a:pt x="332013" y="600920"/>
                  <a:pt x="322390" y="591293"/>
                  <a:pt x="322390" y="579424"/>
                </a:cubicBezTo>
                <a:cubicBezTo>
                  <a:pt x="322390" y="567551"/>
                  <a:pt x="332013" y="557924"/>
                  <a:pt x="343882" y="557924"/>
                </a:cubicBezTo>
                <a:close/>
                <a:moveTo>
                  <a:pt x="263287" y="557924"/>
                </a:moveTo>
                <a:cubicBezTo>
                  <a:pt x="275160" y="557924"/>
                  <a:pt x="284778" y="567551"/>
                  <a:pt x="284778" y="579424"/>
                </a:cubicBezTo>
                <a:cubicBezTo>
                  <a:pt x="284778" y="591288"/>
                  <a:pt x="275156" y="600920"/>
                  <a:pt x="263287" y="600920"/>
                </a:cubicBezTo>
                <a:cubicBezTo>
                  <a:pt x="251414" y="600920"/>
                  <a:pt x="241792" y="591293"/>
                  <a:pt x="241792" y="579424"/>
                </a:cubicBezTo>
                <a:cubicBezTo>
                  <a:pt x="241792" y="567551"/>
                  <a:pt x="251414" y="557924"/>
                  <a:pt x="263287" y="557924"/>
                </a:cubicBezTo>
                <a:close/>
                <a:moveTo>
                  <a:pt x="182689" y="557924"/>
                </a:moveTo>
                <a:cubicBezTo>
                  <a:pt x="194562" y="557924"/>
                  <a:pt x="204184" y="567551"/>
                  <a:pt x="204184" y="579424"/>
                </a:cubicBezTo>
                <a:cubicBezTo>
                  <a:pt x="204184" y="591288"/>
                  <a:pt x="194557" y="600920"/>
                  <a:pt x="182689" y="600920"/>
                </a:cubicBezTo>
                <a:cubicBezTo>
                  <a:pt x="170820" y="600920"/>
                  <a:pt x="161193" y="591293"/>
                  <a:pt x="161193" y="579424"/>
                </a:cubicBezTo>
                <a:cubicBezTo>
                  <a:pt x="161193" y="567551"/>
                  <a:pt x="170816" y="557924"/>
                  <a:pt x="182689" y="557924"/>
                </a:cubicBezTo>
                <a:close/>
                <a:moveTo>
                  <a:pt x="102090" y="557924"/>
                </a:moveTo>
                <a:cubicBezTo>
                  <a:pt x="113963" y="557924"/>
                  <a:pt x="123585" y="567551"/>
                  <a:pt x="123585" y="579424"/>
                </a:cubicBezTo>
                <a:cubicBezTo>
                  <a:pt x="123585" y="591288"/>
                  <a:pt x="113963" y="600920"/>
                  <a:pt x="102090" y="600920"/>
                </a:cubicBezTo>
                <a:cubicBezTo>
                  <a:pt x="90217" y="600920"/>
                  <a:pt x="80599" y="591293"/>
                  <a:pt x="80599" y="579424"/>
                </a:cubicBezTo>
                <a:cubicBezTo>
                  <a:pt x="80599" y="567551"/>
                  <a:pt x="90217" y="557924"/>
                  <a:pt x="102090" y="557924"/>
                </a:cubicBezTo>
                <a:close/>
                <a:moveTo>
                  <a:pt x="21496" y="478217"/>
                </a:moveTo>
                <a:cubicBezTo>
                  <a:pt x="33360" y="478217"/>
                  <a:pt x="42987" y="487844"/>
                  <a:pt x="42987" y="499717"/>
                </a:cubicBezTo>
                <a:cubicBezTo>
                  <a:pt x="42987" y="511590"/>
                  <a:pt x="33360" y="521212"/>
                  <a:pt x="21496" y="521212"/>
                </a:cubicBezTo>
                <a:cubicBezTo>
                  <a:pt x="9623" y="521212"/>
                  <a:pt x="0" y="511594"/>
                  <a:pt x="0" y="499717"/>
                </a:cubicBezTo>
                <a:cubicBezTo>
                  <a:pt x="0" y="487844"/>
                  <a:pt x="9623" y="478217"/>
                  <a:pt x="21496" y="478217"/>
                </a:cubicBezTo>
                <a:close/>
                <a:moveTo>
                  <a:pt x="343882" y="478217"/>
                </a:moveTo>
                <a:cubicBezTo>
                  <a:pt x="355755" y="478217"/>
                  <a:pt x="365377" y="487844"/>
                  <a:pt x="365377" y="499717"/>
                </a:cubicBezTo>
                <a:cubicBezTo>
                  <a:pt x="365377" y="511590"/>
                  <a:pt x="355755" y="521212"/>
                  <a:pt x="343882" y="521212"/>
                </a:cubicBezTo>
                <a:cubicBezTo>
                  <a:pt x="332013" y="521212"/>
                  <a:pt x="322390" y="511594"/>
                  <a:pt x="322390" y="499717"/>
                </a:cubicBezTo>
                <a:cubicBezTo>
                  <a:pt x="322390" y="487844"/>
                  <a:pt x="332013" y="478217"/>
                  <a:pt x="343882" y="478217"/>
                </a:cubicBezTo>
                <a:close/>
                <a:moveTo>
                  <a:pt x="263287" y="478217"/>
                </a:moveTo>
                <a:cubicBezTo>
                  <a:pt x="275160" y="478217"/>
                  <a:pt x="284778" y="487844"/>
                  <a:pt x="284778" y="499717"/>
                </a:cubicBezTo>
                <a:cubicBezTo>
                  <a:pt x="284778" y="511590"/>
                  <a:pt x="275156" y="521212"/>
                  <a:pt x="263287" y="521212"/>
                </a:cubicBezTo>
                <a:cubicBezTo>
                  <a:pt x="251414" y="521212"/>
                  <a:pt x="241792" y="511594"/>
                  <a:pt x="241792" y="499717"/>
                </a:cubicBezTo>
                <a:cubicBezTo>
                  <a:pt x="241792" y="487844"/>
                  <a:pt x="251414" y="478217"/>
                  <a:pt x="263287" y="478217"/>
                </a:cubicBezTo>
                <a:close/>
                <a:moveTo>
                  <a:pt x="182689" y="478217"/>
                </a:moveTo>
                <a:cubicBezTo>
                  <a:pt x="194562" y="478217"/>
                  <a:pt x="204184" y="487844"/>
                  <a:pt x="204184" y="499717"/>
                </a:cubicBezTo>
                <a:cubicBezTo>
                  <a:pt x="204184" y="511590"/>
                  <a:pt x="194557" y="521212"/>
                  <a:pt x="182689" y="521212"/>
                </a:cubicBezTo>
                <a:cubicBezTo>
                  <a:pt x="170820" y="521212"/>
                  <a:pt x="161193" y="511594"/>
                  <a:pt x="161193" y="499717"/>
                </a:cubicBezTo>
                <a:cubicBezTo>
                  <a:pt x="161193" y="487844"/>
                  <a:pt x="170816" y="478217"/>
                  <a:pt x="182689" y="478217"/>
                </a:cubicBezTo>
                <a:close/>
                <a:moveTo>
                  <a:pt x="102090" y="478217"/>
                </a:moveTo>
                <a:cubicBezTo>
                  <a:pt x="113963" y="478217"/>
                  <a:pt x="123585" y="487844"/>
                  <a:pt x="123585" y="499717"/>
                </a:cubicBezTo>
                <a:cubicBezTo>
                  <a:pt x="123585" y="511590"/>
                  <a:pt x="113963" y="521212"/>
                  <a:pt x="102090" y="521212"/>
                </a:cubicBezTo>
                <a:cubicBezTo>
                  <a:pt x="90217" y="521212"/>
                  <a:pt x="80599" y="511594"/>
                  <a:pt x="80599" y="499717"/>
                </a:cubicBezTo>
                <a:cubicBezTo>
                  <a:pt x="80599" y="487844"/>
                  <a:pt x="90217" y="478217"/>
                  <a:pt x="102090" y="478217"/>
                </a:cubicBezTo>
                <a:close/>
                <a:moveTo>
                  <a:pt x="21496" y="398518"/>
                </a:moveTo>
                <a:cubicBezTo>
                  <a:pt x="33360" y="398518"/>
                  <a:pt x="42987" y="408145"/>
                  <a:pt x="42987" y="420018"/>
                </a:cubicBezTo>
                <a:cubicBezTo>
                  <a:pt x="42987" y="431883"/>
                  <a:pt x="33360" y="441510"/>
                  <a:pt x="21496" y="441510"/>
                </a:cubicBezTo>
                <a:cubicBezTo>
                  <a:pt x="9623" y="441510"/>
                  <a:pt x="0" y="431883"/>
                  <a:pt x="0" y="420018"/>
                </a:cubicBezTo>
                <a:cubicBezTo>
                  <a:pt x="0" y="408145"/>
                  <a:pt x="9623" y="398518"/>
                  <a:pt x="21496" y="398518"/>
                </a:cubicBezTo>
                <a:close/>
                <a:moveTo>
                  <a:pt x="343882" y="398518"/>
                </a:moveTo>
                <a:cubicBezTo>
                  <a:pt x="355755" y="398518"/>
                  <a:pt x="365377" y="408145"/>
                  <a:pt x="365377" y="420018"/>
                </a:cubicBezTo>
                <a:cubicBezTo>
                  <a:pt x="365377" y="431883"/>
                  <a:pt x="355755" y="441510"/>
                  <a:pt x="343882" y="441510"/>
                </a:cubicBezTo>
                <a:cubicBezTo>
                  <a:pt x="332013" y="441510"/>
                  <a:pt x="322390" y="431883"/>
                  <a:pt x="322390" y="420018"/>
                </a:cubicBezTo>
                <a:cubicBezTo>
                  <a:pt x="322390" y="408145"/>
                  <a:pt x="332013" y="398518"/>
                  <a:pt x="343882" y="398518"/>
                </a:cubicBezTo>
                <a:close/>
                <a:moveTo>
                  <a:pt x="263287" y="398518"/>
                </a:moveTo>
                <a:cubicBezTo>
                  <a:pt x="275160" y="398518"/>
                  <a:pt x="284778" y="408145"/>
                  <a:pt x="284778" y="420018"/>
                </a:cubicBezTo>
                <a:cubicBezTo>
                  <a:pt x="284778" y="431883"/>
                  <a:pt x="275156" y="441510"/>
                  <a:pt x="263287" y="441510"/>
                </a:cubicBezTo>
                <a:cubicBezTo>
                  <a:pt x="251414" y="441510"/>
                  <a:pt x="241792" y="431883"/>
                  <a:pt x="241792" y="420018"/>
                </a:cubicBezTo>
                <a:cubicBezTo>
                  <a:pt x="241792" y="408145"/>
                  <a:pt x="251414" y="398518"/>
                  <a:pt x="263287" y="398518"/>
                </a:cubicBezTo>
                <a:close/>
                <a:moveTo>
                  <a:pt x="182689" y="398518"/>
                </a:moveTo>
                <a:cubicBezTo>
                  <a:pt x="194562" y="398518"/>
                  <a:pt x="204184" y="408145"/>
                  <a:pt x="204184" y="420018"/>
                </a:cubicBezTo>
                <a:cubicBezTo>
                  <a:pt x="204184" y="431883"/>
                  <a:pt x="194557" y="441510"/>
                  <a:pt x="182689" y="441510"/>
                </a:cubicBezTo>
                <a:cubicBezTo>
                  <a:pt x="170820" y="441510"/>
                  <a:pt x="161193" y="431883"/>
                  <a:pt x="161193" y="420018"/>
                </a:cubicBezTo>
                <a:cubicBezTo>
                  <a:pt x="161193" y="408145"/>
                  <a:pt x="170816" y="398518"/>
                  <a:pt x="182689" y="398518"/>
                </a:cubicBezTo>
                <a:close/>
                <a:moveTo>
                  <a:pt x="102090" y="398518"/>
                </a:moveTo>
                <a:cubicBezTo>
                  <a:pt x="113963" y="398518"/>
                  <a:pt x="123585" y="408145"/>
                  <a:pt x="123585" y="420018"/>
                </a:cubicBezTo>
                <a:cubicBezTo>
                  <a:pt x="123585" y="431883"/>
                  <a:pt x="113963" y="441510"/>
                  <a:pt x="102090" y="441510"/>
                </a:cubicBezTo>
                <a:cubicBezTo>
                  <a:pt x="90217" y="441510"/>
                  <a:pt x="80599" y="431883"/>
                  <a:pt x="80599" y="420018"/>
                </a:cubicBezTo>
                <a:cubicBezTo>
                  <a:pt x="80599" y="408145"/>
                  <a:pt x="90217" y="398518"/>
                  <a:pt x="102090" y="398518"/>
                </a:cubicBezTo>
                <a:close/>
                <a:moveTo>
                  <a:pt x="21496" y="318820"/>
                </a:moveTo>
                <a:cubicBezTo>
                  <a:pt x="33360" y="318820"/>
                  <a:pt x="42987" y="328438"/>
                  <a:pt x="42987" y="340311"/>
                </a:cubicBezTo>
                <a:cubicBezTo>
                  <a:pt x="42987" y="352184"/>
                  <a:pt x="33360" y="361802"/>
                  <a:pt x="21496" y="361802"/>
                </a:cubicBezTo>
                <a:cubicBezTo>
                  <a:pt x="9623" y="361802"/>
                  <a:pt x="0" y="352184"/>
                  <a:pt x="0" y="340311"/>
                </a:cubicBezTo>
                <a:cubicBezTo>
                  <a:pt x="0" y="328438"/>
                  <a:pt x="9623" y="318820"/>
                  <a:pt x="21496" y="318820"/>
                </a:cubicBezTo>
                <a:close/>
                <a:moveTo>
                  <a:pt x="343882" y="318820"/>
                </a:moveTo>
                <a:cubicBezTo>
                  <a:pt x="355755" y="318820"/>
                  <a:pt x="365377" y="328438"/>
                  <a:pt x="365377" y="340311"/>
                </a:cubicBezTo>
                <a:cubicBezTo>
                  <a:pt x="365377" y="352184"/>
                  <a:pt x="355755" y="361802"/>
                  <a:pt x="343882" y="361802"/>
                </a:cubicBezTo>
                <a:cubicBezTo>
                  <a:pt x="332013" y="361802"/>
                  <a:pt x="322390" y="352184"/>
                  <a:pt x="322390" y="340311"/>
                </a:cubicBezTo>
                <a:cubicBezTo>
                  <a:pt x="322390" y="328438"/>
                  <a:pt x="332013" y="318820"/>
                  <a:pt x="343882" y="318820"/>
                </a:cubicBezTo>
                <a:close/>
                <a:moveTo>
                  <a:pt x="263287" y="318820"/>
                </a:moveTo>
                <a:cubicBezTo>
                  <a:pt x="275160" y="318820"/>
                  <a:pt x="284778" y="328438"/>
                  <a:pt x="284778" y="340311"/>
                </a:cubicBezTo>
                <a:cubicBezTo>
                  <a:pt x="284778" y="352184"/>
                  <a:pt x="275156" y="361802"/>
                  <a:pt x="263287" y="361802"/>
                </a:cubicBezTo>
                <a:cubicBezTo>
                  <a:pt x="251414" y="361802"/>
                  <a:pt x="241792" y="352184"/>
                  <a:pt x="241792" y="340311"/>
                </a:cubicBezTo>
                <a:cubicBezTo>
                  <a:pt x="241792" y="328438"/>
                  <a:pt x="251414" y="318820"/>
                  <a:pt x="263287" y="318820"/>
                </a:cubicBezTo>
                <a:close/>
                <a:moveTo>
                  <a:pt x="182689" y="318820"/>
                </a:moveTo>
                <a:cubicBezTo>
                  <a:pt x="194562" y="318820"/>
                  <a:pt x="204184" y="328438"/>
                  <a:pt x="204184" y="340311"/>
                </a:cubicBezTo>
                <a:cubicBezTo>
                  <a:pt x="204184" y="352184"/>
                  <a:pt x="194557" y="361802"/>
                  <a:pt x="182689" y="361802"/>
                </a:cubicBezTo>
                <a:cubicBezTo>
                  <a:pt x="170820" y="361802"/>
                  <a:pt x="161193" y="352184"/>
                  <a:pt x="161193" y="340311"/>
                </a:cubicBezTo>
                <a:cubicBezTo>
                  <a:pt x="161193" y="328438"/>
                  <a:pt x="170816" y="318820"/>
                  <a:pt x="182689" y="318820"/>
                </a:cubicBezTo>
                <a:close/>
                <a:moveTo>
                  <a:pt x="102090" y="318820"/>
                </a:moveTo>
                <a:cubicBezTo>
                  <a:pt x="113963" y="318820"/>
                  <a:pt x="123585" y="328438"/>
                  <a:pt x="123585" y="340311"/>
                </a:cubicBezTo>
                <a:cubicBezTo>
                  <a:pt x="123585" y="352184"/>
                  <a:pt x="113963" y="361802"/>
                  <a:pt x="102090" y="361802"/>
                </a:cubicBezTo>
                <a:cubicBezTo>
                  <a:pt x="90217" y="361802"/>
                  <a:pt x="80599" y="352184"/>
                  <a:pt x="80599" y="340311"/>
                </a:cubicBezTo>
                <a:cubicBezTo>
                  <a:pt x="80599" y="328438"/>
                  <a:pt x="90217" y="318820"/>
                  <a:pt x="102090" y="318820"/>
                </a:cubicBezTo>
                <a:close/>
                <a:moveTo>
                  <a:pt x="21496" y="239113"/>
                </a:moveTo>
                <a:cubicBezTo>
                  <a:pt x="33360" y="239113"/>
                  <a:pt x="42987" y="248731"/>
                  <a:pt x="42987" y="260604"/>
                </a:cubicBezTo>
                <a:cubicBezTo>
                  <a:pt x="42987" y="272477"/>
                  <a:pt x="33360" y="282100"/>
                  <a:pt x="21496" y="282100"/>
                </a:cubicBezTo>
                <a:cubicBezTo>
                  <a:pt x="9623" y="282100"/>
                  <a:pt x="0" y="272477"/>
                  <a:pt x="0" y="260604"/>
                </a:cubicBezTo>
                <a:cubicBezTo>
                  <a:pt x="0" y="248731"/>
                  <a:pt x="9623" y="239113"/>
                  <a:pt x="21496" y="239113"/>
                </a:cubicBezTo>
                <a:close/>
                <a:moveTo>
                  <a:pt x="343882" y="239113"/>
                </a:moveTo>
                <a:cubicBezTo>
                  <a:pt x="355755" y="239113"/>
                  <a:pt x="365377" y="248731"/>
                  <a:pt x="365377" y="260604"/>
                </a:cubicBezTo>
                <a:cubicBezTo>
                  <a:pt x="365377" y="272477"/>
                  <a:pt x="355755" y="282100"/>
                  <a:pt x="343882" y="282100"/>
                </a:cubicBezTo>
                <a:cubicBezTo>
                  <a:pt x="332013" y="282100"/>
                  <a:pt x="322390" y="272477"/>
                  <a:pt x="322390" y="260604"/>
                </a:cubicBezTo>
                <a:cubicBezTo>
                  <a:pt x="322390" y="248731"/>
                  <a:pt x="332013" y="239113"/>
                  <a:pt x="343882" y="239113"/>
                </a:cubicBezTo>
                <a:close/>
                <a:moveTo>
                  <a:pt x="263287" y="239113"/>
                </a:moveTo>
                <a:cubicBezTo>
                  <a:pt x="275160" y="239113"/>
                  <a:pt x="284778" y="248731"/>
                  <a:pt x="284778" y="260604"/>
                </a:cubicBezTo>
                <a:cubicBezTo>
                  <a:pt x="284778" y="272477"/>
                  <a:pt x="275156" y="282100"/>
                  <a:pt x="263287" y="282100"/>
                </a:cubicBezTo>
                <a:cubicBezTo>
                  <a:pt x="251414" y="282100"/>
                  <a:pt x="241792" y="272477"/>
                  <a:pt x="241792" y="260604"/>
                </a:cubicBezTo>
                <a:cubicBezTo>
                  <a:pt x="241792" y="248731"/>
                  <a:pt x="251414" y="239113"/>
                  <a:pt x="263287" y="239113"/>
                </a:cubicBezTo>
                <a:close/>
                <a:moveTo>
                  <a:pt x="182689" y="239113"/>
                </a:moveTo>
                <a:cubicBezTo>
                  <a:pt x="194562" y="239113"/>
                  <a:pt x="204184" y="248731"/>
                  <a:pt x="204184" y="260604"/>
                </a:cubicBezTo>
                <a:cubicBezTo>
                  <a:pt x="204184" y="272477"/>
                  <a:pt x="194557" y="282100"/>
                  <a:pt x="182689" y="282100"/>
                </a:cubicBezTo>
                <a:cubicBezTo>
                  <a:pt x="170820" y="282100"/>
                  <a:pt x="161193" y="272477"/>
                  <a:pt x="161193" y="260604"/>
                </a:cubicBezTo>
                <a:cubicBezTo>
                  <a:pt x="161193" y="248731"/>
                  <a:pt x="170816" y="239113"/>
                  <a:pt x="182689" y="239113"/>
                </a:cubicBezTo>
                <a:close/>
                <a:moveTo>
                  <a:pt x="102090" y="239113"/>
                </a:moveTo>
                <a:cubicBezTo>
                  <a:pt x="113963" y="239113"/>
                  <a:pt x="123585" y="248731"/>
                  <a:pt x="123585" y="260604"/>
                </a:cubicBezTo>
                <a:cubicBezTo>
                  <a:pt x="123585" y="272477"/>
                  <a:pt x="113963" y="282100"/>
                  <a:pt x="102090" y="282100"/>
                </a:cubicBezTo>
                <a:cubicBezTo>
                  <a:pt x="90217" y="282100"/>
                  <a:pt x="80599" y="272477"/>
                  <a:pt x="80599" y="260604"/>
                </a:cubicBezTo>
                <a:cubicBezTo>
                  <a:pt x="80599" y="248731"/>
                  <a:pt x="90217" y="239113"/>
                  <a:pt x="102090" y="239113"/>
                </a:cubicBezTo>
                <a:close/>
                <a:moveTo>
                  <a:pt x="21496" y="159406"/>
                </a:moveTo>
                <a:cubicBezTo>
                  <a:pt x="33360" y="159406"/>
                  <a:pt x="42987" y="169024"/>
                  <a:pt x="42987" y="180897"/>
                </a:cubicBezTo>
                <a:cubicBezTo>
                  <a:pt x="42987" y="192774"/>
                  <a:pt x="33360" y="202392"/>
                  <a:pt x="21496" y="202392"/>
                </a:cubicBezTo>
                <a:cubicBezTo>
                  <a:pt x="9623" y="202392"/>
                  <a:pt x="0" y="192774"/>
                  <a:pt x="0" y="180897"/>
                </a:cubicBezTo>
                <a:cubicBezTo>
                  <a:pt x="0" y="169028"/>
                  <a:pt x="9623" y="159406"/>
                  <a:pt x="21496" y="159406"/>
                </a:cubicBezTo>
                <a:close/>
                <a:moveTo>
                  <a:pt x="343882" y="159406"/>
                </a:moveTo>
                <a:cubicBezTo>
                  <a:pt x="355755" y="159406"/>
                  <a:pt x="365377" y="169024"/>
                  <a:pt x="365377" y="180897"/>
                </a:cubicBezTo>
                <a:cubicBezTo>
                  <a:pt x="365377" y="192774"/>
                  <a:pt x="355755" y="202392"/>
                  <a:pt x="343882" y="202392"/>
                </a:cubicBezTo>
                <a:cubicBezTo>
                  <a:pt x="332013" y="202392"/>
                  <a:pt x="322390" y="192774"/>
                  <a:pt x="322390" y="180897"/>
                </a:cubicBezTo>
                <a:cubicBezTo>
                  <a:pt x="322390" y="169028"/>
                  <a:pt x="332013" y="159406"/>
                  <a:pt x="343882" y="159406"/>
                </a:cubicBezTo>
                <a:close/>
                <a:moveTo>
                  <a:pt x="263287" y="159406"/>
                </a:moveTo>
                <a:cubicBezTo>
                  <a:pt x="275160" y="159406"/>
                  <a:pt x="284778" y="169024"/>
                  <a:pt x="284778" y="180897"/>
                </a:cubicBezTo>
                <a:cubicBezTo>
                  <a:pt x="284778" y="192774"/>
                  <a:pt x="275156" y="202392"/>
                  <a:pt x="263287" y="202392"/>
                </a:cubicBezTo>
                <a:cubicBezTo>
                  <a:pt x="251414" y="202392"/>
                  <a:pt x="241792" y="192774"/>
                  <a:pt x="241792" y="180897"/>
                </a:cubicBezTo>
                <a:cubicBezTo>
                  <a:pt x="241792" y="169028"/>
                  <a:pt x="251414" y="159406"/>
                  <a:pt x="263287" y="159406"/>
                </a:cubicBezTo>
                <a:close/>
                <a:moveTo>
                  <a:pt x="182689" y="159406"/>
                </a:moveTo>
                <a:cubicBezTo>
                  <a:pt x="194562" y="159406"/>
                  <a:pt x="204184" y="169024"/>
                  <a:pt x="204184" y="180897"/>
                </a:cubicBezTo>
                <a:cubicBezTo>
                  <a:pt x="204184" y="192774"/>
                  <a:pt x="194557" y="202392"/>
                  <a:pt x="182689" y="202392"/>
                </a:cubicBezTo>
                <a:cubicBezTo>
                  <a:pt x="170820" y="202392"/>
                  <a:pt x="161193" y="192774"/>
                  <a:pt x="161193" y="180897"/>
                </a:cubicBezTo>
                <a:cubicBezTo>
                  <a:pt x="161193" y="169028"/>
                  <a:pt x="170816" y="159406"/>
                  <a:pt x="182689" y="159406"/>
                </a:cubicBezTo>
                <a:close/>
                <a:moveTo>
                  <a:pt x="102090" y="159406"/>
                </a:moveTo>
                <a:cubicBezTo>
                  <a:pt x="113963" y="159406"/>
                  <a:pt x="123585" y="169024"/>
                  <a:pt x="123585" y="180897"/>
                </a:cubicBezTo>
                <a:cubicBezTo>
                  <a:pt x="123585" y="192774"/>
                  <a:pt x="113963" y="202392"/>
                  <a:pt x="102090" y="202392"/>
                </a:cubicBezTo>
                <a:cubicBezTo>
                  <a:pt x="90217" y="202392"/>
                  <a:pt x="80599" y="192774"/>
                  <a:pt x="80599" y="180897"/>
                </a:cubicBezTo>
                <a:cubicBezTo>
                  <a:pt x="80599" y="169028"/>
                  <a:pt x="90217" y="159406"/>
                  <a:pt x="102090" y="159406"/>
                </a:cubicBezTo>
                <a:close/>
                <a:moveTo>
                  <a:pt x="21496" y="79703"/>
                </a:moveTo>
                <a:cubicBezTo>
                  <a:pt x="33360" y="79703"/>
                  <a:pt x="42987" y="89325"/>
                  <a:pt x="42987" y="101198"/>
                </a:cubicBezTo>
                <a:cubicBezTo>
                  <a:pt x="42987" y="113071"/>
                  <a:pt x="33360" y="122690"/>
                  <a:pt x="21496" y="122690"/>
                </a:cubicBezTo>
                <a:cubicBezTo>
                  <a:pt x="9623" y="122690"/>
                  <a:pt x="0" y="113071"/>
                  <a:pt x="0" y="101198"/>
                </a:cubicBezTo>
                <a:cubicBezTo>
                  <a:pt x="0" y="89325"/>
                  <a:pt x="9623" y="79703"/>
                  <a:pt x="21496" y="79703"/>
                </a:cubicBezTo>
                <a:close/>
                <a:moveTo>
                  <a:pt x="343882" y="79703"/>
                </a:moveTo>
                <a:cubicBezTo>
                  <a:pt x="355755" y="79703"/>
                  <a:pt x="365377" y="89325"/>
                  <a:pt x="365377" y="101198"/>
                </a:cubicBezTo>
                <a:cubicBezTo>
                  <a:pt x="365377" y="113071"/>
                  <a:pt x="355755" y="122690"/>
                  <a:pt x="343882" y="122690"/>
                </a:cubicBezTo>
                <a:cubicBezTo>
                  <a:pt x="332013" y="122690"/>
                  <a:pt x="322390" y="113071"/>
                  <a:pt x="322390" y="101198"/>
                </a:cubicBezTo>
                <a:cubicBezTo>
                  <a:pt x="322390" y="89325"/>
                  <a:pt x="332013" y="79703"/>
                  <a:pt x="343882" y="79703"/>
                </a:cubicBezTo>
                <a:close/>
                <a:moveTo>
                  <a:pt x="263287" y="79703"/>
                </a:moveTo>
                <a:cubicBezTo>
                  <a:pt x="275160" y="79703"/>
                  <a:pt x="284778" y="89325"/>
                  <a:pt x="284778" y="101198"/>
                </a:cubicBezTo>
                <a:cubicBezTo>
                  <a:pt x="284778" y="113071"/>
                  <a:pt x="275156" y="122690"/>
                  <a:pt x="263287" y="122690"/>
                </a:cubicBezTo>
                <a:cubicBezTo>
                  <a:pt x="251414" y="122690"/>
                  <a:pt x="241792" y="113071"/>
                  <a:pt x="241792" y="101198"/>
                </a:cubicBezTo>
                <a:cubicBezTo>
                  <a:pt x="241792" y="89325"/>
                  <a:pt x="251414" y="79703"/>
                  <a:pt x="263287" y="79703"/>
                </a:cubicBezTo>
                <a:close/>
                <a:moveTo>
                  <a:pt x="182689" y="79703"/>
                </a:moveTo>
                <a:cubicBezTo>
                  <a:pt x="194562" y="79703"/>
                  <a:pt x="204184" y="89325"/>
                  <a:pt x="204184" y="101198"/>
                </a:cubicBezTo>
                <a:cubicBezTo>
                  <a:pt x="204184" y="113071"/>
                  <a:pt x="194557" y="122690"/>
                  <a:pt x="182689" y="122690"/>
                </a:cubicBezTo>
                <a:cubicBezTo>
                  <a:pt x="170820" y="122690"/>
                  <a:pt x="161193" y="113071"/>
                  <a:pt x="161193" y="101198"/>
                </a:cubicBezTo>
                <a:cubicBezTo>
                  <a:pt x="161193" y="89325"/>
                  <a:pt x="170816" y="79703"/>
                  <a:pt x="182689" y="79703"/>
                </a:cubicBezTo>
                <a:close/>
                <a:moveTo>
                  <a:pt x="102090" y="79703"/>
                </a:moveTo>
                <a:cubicBezTo>
                  <a:pt x="113963" y="79703"/>
                  <a:pt x="123585" y="89325"/>
                  <a:pt x="123585" y="101198"/>
                </a:cubicBezTo>
                <a:cubicBezTo>
                  <a:pt x="123585" y="113071"/>
                  <a:pt x="113963" y="122690"/>
                  <a:pt x="102090" y="122690"/>
                </a:cubicBezTo>
                <a:cubicBezTo>
                  <a:pt x="90217" y="122690"/>
                  <a:pt x="80599" y="113071"/>
                  <a:pt x="80599" y="101198"/>
                </a:cubicBezTo>
                <a:cubicBezTo>
                  <a:pt x="80599" y="89325"/>
                  <a:pt x="90217" y="79703"/>
                  <a:pt x="102090" y="79703"/>
                </a:cubicBezTo>
                <a:close/>
                <a:moveTo>
                  <a:pt x="343882" y="0"/>
                </a:moveTo>
                <a:cubicBezTo>
                  <a:pt x="355755" y="0"/>
                  <a:pt x="365377" y="9618"/>
                  <a:pt x="365377" y="21491"/>
                </a:cubicBezTo>
                <a:cubicBezTo>
                  <a:pt x="365377" y="33364"/>
                  <a:pt x="355755" y="42983"/>
                  <a:pt x="343882" y="42983"/>
                </a:cubicBezTo>
                <a:cubicBezTo>
                  <a:pt x="332013" y="42983"/>
                  <a:pt x="322390" y="33364"/>
                  <a:pt x="322390" y="21491"/>
                </a:cubicBezTo>
                <a:cubicBezTo>
                  <a:pt x="322390" y="9618"/>
                  <a:pt x="332013" y="0"/>
                  <a:pt x="343882" y="0"/>
                </a:cubicBezTo>
                <a:close/>
                <a:moveTo>
                  <a:pt x="263287" y="0"/>
                </a:moveTo>
                <a:cubicBezTo>
                  <a:pt x="275160" y="0"/>
                  <a:pt x="284778" y="9618"/>
                  <a:pt x="284778" y="21491"/>
                </a:cubicBezTo>
                <a:cubicBezTo>
                  <a:pt x="284778" y="33364"/>
                  <a:pt x="275156" y="42983"/>
                  <a:pt x="263287" y="42983"/>
                </a:cubicBezTo>
                <a:cubicBezTo>
                  <a:pt x="251414" y="42983"/>
                  <a:pt x="241792" y="33364"/>
                  <a:pt x="241792" y="21491"/>
                </a:cubicBezTo>
                <a:cubicBezTo>
                  <a:pt x="241792" y="9618"/>
                  <a:pt x="251414" y="0"/>
                  <a:pt x="263287" y="0"/>
                </a:cubicBezTo>
                <a:close/>
                <a:moveTo>
                  <a:pt x="182689" y="0"/>
                </a:moveTo>
                <a:cubicBezTo>
                  <a:pt x="194562" y="0"/>
                  <a:pt x="204184" y="9618"/>
                  <a:pt x="204184" y="21491"/>
                </a:cubicBezTo>
                <a:cubicBezTo>
                  <a:pt x="204184" y="33364"/>
                  <a:pt x="194557" y="42983"/>
                  <a:pt x="182689" y="42983"/>
                </a:cubicBezTo>
                <a:cubicBezTo>
                  <a:pt x="170820" y="42983"/>
                  <a:pt x="161193" y="33364"/>
                  <a:pt x="161193" y="21491"/>
                </a:cubicBezTo>
                <a:cubicBezTo>
                  <a:pt x="161193" y="9618"/>
                  <a:pt x="170816" y="0"/>
                  <a:pt x="182689" y="0"/>
                </a:cubicBezTo>
                <a:close/>
                <a:moveTo>
                  <a:pt x="102090" y="0"/>
                </a:moveTo>
                <a:cubicBezTo>
                  <a:pt x="113963" y="0"/>
                  <a:pt x="123585" y="9618"/>
                  <a:pt x="123585" y="21491"/>
                </a:cubicBezTo>
                <a:cubicBezTo>
                  <a:pt x="123585" y="33364"/>
                  <a:pt x="113963" y="42983"/>
                  <a:pt x="102090" y="42983"/>
                </a:cubicBezTo>
                <a:cubicBezTo>
                  <a:pt x="90217" y="42983"/>
                  <a:pt x="80599" y="33364"/>
                  <a:pt x="80599" y="21491"/>
                </a:cubicBezTo>
                <a:cubicBezTo>
                  <a:pt x="80599" y="9618"/>
                  <a:pt x="90217" y="0"/>
                  <a:pt x="102090" y="0"/>
                </a:cubicBezTo>
                <a:close/>
              </a:path>
            </a:pathLst>
          </a:custGeom>
          <a:solidFill>
            <a:schemeClr val="bg1"/>
          </a:soli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22" name="图形"/>
          <p:cNvSpPr/>
          <p:nvPr/>
        </p:nvSpPr>
        <p:spPr>
          <a:xfrm flipH="1">
            <a:off x="8686801" y="-116"/>
            <a:ext cx="6224180" cy="184903"/>
          </a:xfrm>
          <a:custGeom>
            <a:avLst/>
            <a:gdLst>
              <a:gd name="connsiteX0" fmla="*/ 0 w 6224180"/>
              <a:gd name="connsiteY0" fmla="*/ 0 h 184903"/>
              <a:gd name="connsiteX1" fmla="*/ 6224180 w 6224180"/>
              <a:gd name="connsiteY1" fmla="*/ 0 h 184903"/>
              <a:gd name="connsiteX2" fmla="*/ 6117735 w 6224180"/>
              <a:gd name="connsiteY2" fmla="*/ 184903 h 184903"/>
              <a:gd name="connsiteX3" fmla="*/ 0 w 6224180"/>
              <a:gd name="connsiteY3" fmla="*/ 184903 h 184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4180" h="184903">
                <a:moveTo>
                  <a:pt x="0" y="0"/>
                </a:moveTo>
                <a:lnTo>
                  <a:pt x="6224180" y="0"/>
                </a:lnTo>
                <a:lnTo>
                  <a:pt x="6117735" y="184903"/>
                </a:lnTo>
                <a:lnTo>
                  <a:pt x="0" y="18490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0" name="图形"/>
          <p:cNvSpPr txBox="1"/>
          <p:nvPr/>
        </p:nvSpPr>
        <p:spPr>
          <a:xfrm>
            <a:off x="8905953" y="184947"/>
            <a:ext cx="1890607" cy="3737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3900">
                <a:solidFill>
                  <a:srgbClr val="000000"/>
                </a:solidFill>
                <a:latin typeface="宋体" panose="02010600030101010101" pitchFamily="2" charset="-122"/>
                <a:ea typeface="包图粗黑体" panose="02000800000000000000" charset="-122"/>
                <a:sym typeface="宋体" panose="02010600030101010101" pitchFamily="2" charset="-122"/>
              </a:rPr>
              <a:t>2</a:t>
            </a:r>
          </a:p>
        </p:txBody>
      </p:sp>
      <p:grpSp>
        <p:nvGrpSpPr>
          <p:cNvPr id="12" name="图形"/>
          <p:cNvGrpSpPr/>
          <p:nvPr/>
        </p:nvGrpSpPr>
        <p:grpSpPr>
          <a:xfrm>
            <a:off x="5534660" y="2013585"/>
            <a:ext cx="2697480" cy="651510"/>
            <a:chOff x="1719" y="3692"/>
            <a:chExt cx="2266" cy="771"/>
          </a:xfrm>
        </p:grpSpPr>
        <p:sp>
          <p:nvSpPr>
            <p:cNvPr id="72" name="图形"/>
            <p:cNvSpPr/>
            <p:nvPr>
              <p:custDataLst>
                <p:tags r:id="rId2"/>
              </p:custDataLst>
            </p:nvPr>
          </p:nvSpPr>
          <p:spPr>
            <a:xfrm>
              <a:off x="1719" y="3692"/>
              <a:ext cx="2266" cy="771"/>
            </a:xfrm>
            <a:prstGeom prst="homePlat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" tIns="36576" rIns="73152" bIns="36576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75" name="图形"/>
            <p:cNvSpPr txBox="1"/>
            <p:nvPr>
              <p:custDataLst>
                <p:tags r:id="rId3"/>
              </p:custDataLst>
            </p:nvPr>
          </p:nvSpPr>
          <p:spPr>
            <a:xfrm>
              <a:off x="1719" y="3702"/>
              <a:ext cx="2268" cy="6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zh-CN" altLang="zh-CN" sz="3200" b="1">
                  <a:solidFill>
                    <a:schemeClr val="bg1"/>
                  </a:solidFill>
                  <a:uFillTx/>
                  <a:latin typeface="宋体" panose="02010600030101010101" pitchFamily="2" charset="-122"/>
                  <a:ea typeface="阿里巴巴普惠体"/>
                  <a:cs typeface="阿里巴巴普惠体" panose="00020600040101010101" charset="-122"/>
                  <a:sym typeface="宋体" panose="02010600030101010101" pitchFamily="2" charset="-122"/>
                </a:rPr>
                <a:t>PART 2</a:t>
              </a:r>
            </a:p>
          </p:txBody>
        </p:sp>
      </p:grpSp>
      <p:sp>
        <p:nvSpPr>
          <p:cNvPr id="28" name="图形"/>
          <p:cNvSpPr/>
          <p:nvPr userDrawn="1"/>
        </p:nvSpPr>
        <p:spPr>
          <a:xfrm rot="780000">
            <a:off x="4725671" y="-282575"/>
            <a:ext cx="1916067" cy="2917502"/>
          </a:xfrm>
          <a:custGeom>
            <a:avLst/>
            <a:gdLst>
              <a:gd name="connsiteX0" fmla="*/ 376361 w 376361"/>
              <a:gd name="connsiteY0" fmla="*/ 0 h 573066"/>
              <a:gd name="connsiteX1" fmla="*/ 33524 w 376361"/>
              <a:gd name="connsiteY1" fmla="*/ 573067 h 573066"/>
              <a:gd name="connsiteX2" fmla="*/ 0 w 376361"/>
              <a:gd name="connsiteY2" fmla="*/ 573067 h 573066"/>
              <a:gd name="connsiteX3" fmla="*/ 342837 w 376361"/>
              <a:gd name="connsiteY3" fmla="*/ 0 h 573066"/>
              <a:gd name="connsiteX4" fmla="*/ 376361 w 376361"/>
              <a:gd name="connsiteY4" fmla="*/ 0 h 573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361" h="573066">
                <a:moveTo>
                  <a:pt x="376361" y="0"/>
                </a:moveTo>
                <a:lnTo>
                  <a:pt x="33524" y="573067"/>
                </a:lnTo>
                <a:lnTo>
                  <a:pt x="0" y="573067"/>
                </a:lnTo>
                <a:lnTo>
                  <a:pt x="342837" y="0"/>
                </a:lnTo>
                <a:lnTo>
                  <a:pt x="376361" y="0"/>
                </a:lnTo>
                <a:close/>
              </a:path>
            </a:pathLst>
          </a:custGeom>
          <a:gradFill>
            <a:gsLst>
              <a:gs pos="2000">
                <a:schemeClr val="bg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27" name="文本框 26"/>
          <p:cNvSpPr txBox="1"/>
          <p:nvPr/>
        </p:nvSpPr>
        <p:spPr>
          <a:xfrm>
            <a:off x="4312862" y="2890360"/>
            <a:ext cx="5823826" cy="169966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50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现状分析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1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29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0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1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32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3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34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5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6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37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8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39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现状分析 &gt; 1. 全球及国内垃圾处理现状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137900" y="406400"/>
            <a:ext cx="409575" cy="508000"/>
            <a:chOff x="0" y="0"/>
            <a:chExt cx="819150" cy="1016000"/>
          </a:xfrm>
        </p:grpSpPr>
        <p:sp>
          <p:nvSpPr>
            <p:cNvPr id="7" name="Freeform 7"/>
            <p:cNvSpPr/>
            <p:nvPr/>
          </p:nvSpPr>
          <p:spPr>
            <a:xfrm>
              <a:off x="108585" y="276352"/>
              <a:ext cx="601980" cy="463296"/>
            </a:xfrm>
            <a:custGeom>
              <a:avLst/>
              <a:gdLst/>
              <a:ahLst/>
              <a:cxnLst/>
              <a:rect l="l" t="t" r="r" b="b"/>
              <a:pathLst>
                <a:path w="601980" h="463295">
                  <a:moveTo>
                    <a:pt x="0" y="0"/>
                  </a:moveTo>
                  <a:lnTo>
                    <a:pt x="601980" y="0"/>
                  </a:lnTo>
                  <a:lnTo>
                    <a:pt x="601980" y="164846"/>
                  </a:lnTo>
                  <a:lnTo>
                    <a:pt x="0" y="164846"/>
                  </a:lnTo>
                  <a:close/>
                  <a:moveTo>
                    <a:pt x="0" y="298450"/>
                  </a:moveTo>
                  <a:lnTo>
                    <a:pt x="601980" y="298450"/>
                  </a:lnTo>
                  <a:lnTo>
                    <a:pt x="601980" y="463296"/>
                  </a:lnTo>
                  <a:lnTo>
                    <a:pt x="0" y="463296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40" name="TextBox 11"/>
          <p:cNvSpPr txBox="1"/>
          <p:nvPr>
            <p:custDataLst>
              <p:tags r:id="rId1"/>
            </p:custDataLst>
          </p:nvPr>
        </p:nvSpPr>
        <p:spPr>
          <a:xfrm>
            <a:off x="4503420" y="1147490"/>
            <a:ext cx="5762694" cy="2606561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  <a:effectLst>
            <a:softEdge rad="0"/>
          </a:effectLst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800" dirty="0">
                <a:solidFill>
                  <a:srgbClr val="404040"/>
                </a:solidFill>
                <a:latin typeface="宋体" panose="02010600030101010101" pitchFamily="2" charset="-122"/>
                <a:ea typeface="阿里巴巴普惠体 Heavy" panose="00020600040101010101" charset="-122"/>
                <a:sym typeface="宋体" panose="02010600030101010101" pitchFamily="2" charset="-122"/>
              </a:rPr>
              <a:t>全球视角：</a:t>
            </a:r>
            <a:endParaRPr lang="en-US" altLang="zh-CN" sz="2800" dirty="0">
              <a:solidFill>
                <a:srgbClr val="404040"/>
              </a:solidFill>
              <a:latin typeface="宋体" panose="02010600030101010101" pitchFamily="2" charset="-122"/>
              <a:ea typeface="阿里巴巴普惠体 Heavy" panose="00020600040101010101" charset="-122"/>
              <a:sym typeface="宋体" panose="02010600030101010101" pitchFamily="2" charset="-122"/>
            </a:endParaRPr>
          </a:p>
          <a:p>
            <a:r>
              <a:rPr lang="zh-CN" altLang="zh-CN" sz="2800" dirty="0">
                <a:solidFill>
                  <a:srgbClr val="404040"/>
                </a:solidFill>
                <a:latin typeface="宋体" panose="02010600030101010101" pitchFamily="2" charset="-122"/>
                <a:ea typeface="阿里巴巴普惠体 Heavy" panose="00020600040101010101" charset="-122"/>
                <a:sym typeface="宋体" panose="02010600030101010101" pitchFamily="2" charset="-122"/>
              </a:rPr>
              <a:t>据联合国环境规划署报告，全球每年产生的生活垃圾量已超过22亿吨，且以年均2%-3%的速度增长，不当处理导致的水体污染、土壤污染及空气污染问题日益严重</a:t>
            </a:r>
          </a:p>
        </p:txBody>
      </p:sp>
      <p:sp>
        <p:nvSpPr>
          <p:cNvPr id="12" name="AutoShape 12"/>
          <p:cNvSpPr/>
          <p:nvPr>
            <p:custDataLst>
              <p:tags r:id="rId2"/>
            </p:custDataLst>
          </p:nvPr>
        </p:nvSpPr>
        <p:spPr>
          <a:xfrm flipH="1">
            <a:off x="4329152" y="1974780"/>
            <a:ext cx="6350" cy="700423"/>
          </a:xfrm>
          <a:prstGeom prst="line">
            <a:avLst/>
          </a:prstGeom>
          <a:solidFill>
            <a:schemeClr val="accent1">
              <a:lumMod val="75000"/>
              <a:alpha val="80000"/>
            </a:schemeClr>
          </a:solidFill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>
            <p:custDataLst>
              <p:tags r:id="rId3"/>
            </p:custDataLst>
          </p:nvPr>
        </p:nvSpPr>
        <p:spPr>
          <a:xfrm>
            <a:off x="2783631" y="1804932"/>
            <a:ext cx="1377603" cy="1000274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7835"/>
              </a:lnSpc>
            </a:pPr>
            <a:r>
              <a:rPr lang="zh-CN" sz="6530" dirty="0">
                <a:solidFill>
                  <a:srgbClr val="40404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01</a:t>
            </a:r>
          </a:p>
        </p:txBody>
      </p:sp>
      <p:sp>
        <p:nvSpPr>
          <p:cNvPr id="14" name="TextBox 14"/>
          <p:cNvSpPr txBox="1"/>
          <p:nvPr>
            <p:custDataLst>
              <p:tags r:id="rId4"/>
            </p:custDataLst>
          </p:nvPr>
        </p:nvSpPr>
        <p:spPr>
          <a:xfrm>
            <a:off x="4502785" y="3918782"/>
            <a:ext cx="5769679" cy="2606561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</p:spPr>
        <p:txBody>
          <a:bodyPr wrap="square" lIns="0" tIns="0" rIns="0" bIns="0" rtlCol="0" anchor="ctr">
            <a:normAutofit fontScale="95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sz="3200" dirty="0">
                <a:solidFill>
                  <a:srgbClr val="404040"/>
                </a:solidFill>
                <a:latin typeface="宋体" panose="02010600030101010101" pitchFamily="2" charset="-122"/>
                <a:ea typeface="阿里巴巴普惠体 Heavy" panose="00020600040101010101" charset="-122"/>
                <a:sym typeface="宋体" panose="02010600030101010101" pitchFamily="2" charset="-122"/>
              </a:rPr>
              <a:t>国内情况：</a:t>
            </a:r>
            <a:endParaRPr lang="en-US" altLang="zh-CN" sz="3200" dirty="0">
              <a:solidFill>
                <a:srgbClr val="404040"/>
              </a:solidFill>
              <a:latin typeface="宋体" panose="02010600030101010101" pitchFamily="2" charset="-122"/>
              <a:ea typeface="阿里巴巴普惠体 Heavy" panose="00020600040101010101" charset="-122"/>
              <a:sym typeface="宋体" panose="02010600030101010101" pitchFamily="2" charset="-122"/>
            </a:endParaRPr>
          </a:p>
          <a:p>
            <a:r>
              <a:rPr lang="zh-CN" sz="3200" dirty="0">
                <a:solidFill>
                  <a:srgbClr val="404040"/>
                </a:solidFill>
                <a:latin typeface="宋体" panose="02010600030101010101" pitchFamily="2" charset="-122"/>
                <a:ea typeface="阿里巴巴普惠体 Heavy" panose="00020600040101010101" charset="-122"/>
                <a:sym typeface="宋体" panose="02010600030101010101" pitchFamily="2" charset="-122"/>
              </a:rPr>
              <a:t>中国作为世界最大的发展中国家，每年生活垃圾清运量超过2.5亿吨，其中约80%得到有效处理，但资源化利用率仍低于国际先进水平</a:t>
            </a:r>
          </a:p>
        </p:txBody>
      </p:sp>
      <p:sp>
        <p:nvSpPr>
          <p:cNvPr id="41" name="AutoShape 15"/>
          <p:cNvSpPr/>
          <p:nvPr>
            <p:custDataLst>
              <p:tags r:id="rId5"/>
            </p:custDataLst>
          </p:nvPr>
        </p:nvSpPr>
        <p:spPr>
          <a:xfrm flipH="1">
            <a:off x="4332327" y="4486305"/>
            <a:ext cx="3175" cy="787817"/>
          </a:xfrm>
          <a:prstGeom prst="line">
            <a:avLst/>
          </a:prstGeom>
          <a:solidFill>
            <a:schemeClr val="accent1">
              <a:lumMod val="75000"/>
              <a:alpha val="80000"/>
            </a:schemeClr>
          </a:solidFill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 rot="7985224">
            <a:off x="11184715" y="6181014"/>
            <a:ext cx="1589887" cy="818069"/>
          </a:xfrm>
          <a:custGeom>
            <a:avLst/>
            <a:gdLst/>
            <a:ahLst/>
            <a:cxnLst/>
            <a:rect l="l" t="t" r="r" b="b"/>
            <a:pathLst>
              <a:path w="2384831" h="1227104">
                <a:moveTo>
                  <a:pt x="0" y="0"/>
                </a:moveTo>
                <a:lnTo>
                  <a:pt x="2384831" y="0"/>
                </a:lnTo>
                <a:lnTo>
                  <a:pt x="2384831" y="1227104"/>
                </a:lnTo>
                <a:lnTo>
                  <a:pt x="0" y="12271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19" name="Group 19"/>
          <p:cNvGrpSpPr/>
          <p:nvPr/>
        </p:nvGrpSpPr>
        <p:grpSpPr>
          <a:xfrm>
            <a:off x="685800" y="3293939"/>
            <a:ext cx="194733" cy="762000"/>
            <a:chOff x="0" y="0"/>
            <a:chExt cx="389467" cy="1524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389467" cy="389467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613C1F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567267"/>
              <a:ext cx="389467" cy="389467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613C1F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1134533"/>
              <a:ext cx="389467" cy="389467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613C1F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2" name="TextBox 13">
            <a:extLst>
              <a:ext uri="{FF2B5EF4-FFF2-40B4-BE49-F238E27FC236}">
                <a16:creationId xmlns:a16="http://schemas.microsoft.com/office/drawing/2014/main" id="{DB7D23A0-48B7-3177-BD11-FFDF3B4DF55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783631" y="4380076"/>
            <a:ext cx="1377603" cy="1000274"/>
          </a:xfrm>
          <a:prstGeom prst="rect">
            <a:avLst/>
          </a:prstGeom>
          <a:solidFill>
            <a:schemeClr val="accent1">
              <a:lumMod val="75000"/>
              <a:alpha val="80000"/>
            </a:schemeClr>
          </a:solidFill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>
              <a:lnSpc>
                <a:spcPts val="7835"/>
              </a:lnSpc>
            </a:pPr>
            <a:r>
              <a:rPr lang="zh-CN" sz="6530" dirty="0">
                <a:solidFill>
                  <a:srgbClr val="40404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0</a:t>
            </a:r>
            <a:r>
              <a:rPr lang="en-US" altLang="zh-CN" sz="6530" dirty="0">
                <a:solidFill>
                  <a:srgbClr val="40404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2</a:t>
            </a:r>
            <a:endParaRPr lang="zh-CN" sz="6530" dirty="0">
              <a:solidFill>
                <a:srgbClr val="404040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30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1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2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33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4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/>
          <p:cNvGrpSpPr/>
          <p:nvPr>
            <p:custDataLst>
              <p:tags r:id="rId1"/>
            </p:custDataLst>
          </p:nvPr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35" name="图形"/>
            <p:cNvSpPr/>
            <p:nvPr>
              <p:custDataLst>
                <p:tags r:id="rId30"/>
              </p:custDataLst>
            </p:nvPr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6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7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38" name="图形"/>
              <p:cNvSpPr/>
              <p:nvPr>
                <p:custDataLst>
                  <p:tags r:id="rId31"/>
                </p:custDataLst>
              </p:nvPr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9" name="图形"/>
              <p:cNvSpPr/>
              <p:nvPr>
                <p:custDataLst>
                  <p:tags r:id="rId32"/>
                </p:custDataLst>
              </p:nvPr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40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现状分析 &gt; 2. 挑战与问题</a:t>
            </a:r>
          </a:p>
        </p:txBody>
      </p:sp>
      <p:sp>
        <p:nvSpPr>
          <p:cNvPr id="2" name="AutoShape 2"/>
          <p:cNvSpPr/>
          <p:nvPr>
            <p:custDataLst>
              <p:tags r:id="rId2"/>
            </p:custDataLst>
          </p:nvPr>
        </p:nvSpPr>
        <p:spPr>
          <a:xfrm rot="-10800000">
            <a:off x="-1032792" y="3717032"/>
            <a:ext cx="13314176" cy="0"/>
          </a:xfrm>
          <a:prstGeom prst="line">
            <a:avLst/>
          </a:prstGeom>
          <a:ln w="133350" cap="rnd">
            <a:solidFill>
              <a:srgbClr val="8181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1" name="Group 3"/>
          <p:cNvGrpSpPr/>
          <p:nvPr>
            <p:custDataLst>
              <p:tags r:id="rId3"/>
            </p:custDataLst>
          </p:nvPr>
        </p:nvGrpSpPr>
        <p:grpSpPr>
          <a:xfrm rot="8100000">
            <a:off x="2238676" y="1349701"/>
            <a:ext cx="1951406" cy="1951406"/>
            <a:chOff x="0" y="0"/>
            <a:chExt cx="3902812" cy="3902812"/>
          </a:xfrm>
        </p:grpSpPr>
        <p:sp>
          <p:nvSpPr>
            <p:cNvPr id="42" name="Freeform 4"/>
            <p:cNvSpPr/>
            <p:nvPr>
              <p:custDataLst>
                <p:tags r:id="rId29"/>
              </p:custDataLst>
            </p:nvPr>
          </p:nvSpPr>
          <p:spPr>
            <a:xfrm>
              <a:off x="0" y="0"/>
              <a:ext cx="3902710" cy="3902710"/>
            </a:xfrm>
            <a:custGeom>
              <a:avLst/>
              <a:gdLst/>
              <a:ahLst/>
              <a:cxnLst/>
              <a:rect l="l" t="t" r="r" b="b"/>
              <a:pathLst>
                <a:path w="3902710" h="3902710">
                  <a:moveTo>
                    <a:pt x="0" y="1951355"/>
                  </a:moveTo>
                  <a:cubicBezTo>
                    <a:pt x="0" y="873633"/>
                    <a:pt x="873633" y="0"/>
                    <a:pt x="1951355" y="0"/>
                  </a:cubicBezTo>
                  <a:cubicBezTo>
                    <a:pt x="2601849" y="0"/>
                    <a:pt x="3252343" y="0"/>
                    <a:pt x="3902710" y="0"/>
                  </a:cubicBezTo>
                  <a:cubicBezTo>
                    <a:pt x="3902710" y="650494"/>
                    <a:pt x="3902710" y="1300988"/>
                    <a:pt x="3902710" y="1951355"/>
                  </a:cubicBezTo>
                  <a:cubicBezTo>
                    <a:pt x="3902710" y="3029077"/>
                    <a:pt x="3029077" y="3902710"/>
                    <a:pt x="1951355" y="3902710"/>
                  </a:cubicBezTo>
                  <a:cubicBezTo>
                    <a:pt x="873633" y="3902710"/>
                    <a:pt x="0" y="3029077"/>
                    <a:pt x="0" y="1951355"/>
                  </a:cubicBezTo>
                  <a:close/>
                </a:path>
              </a:pathLst>
            </a:custGeom>
            <a:solidFill>
              <a:srgbClr val="818181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3" name="Group 5"/>
          <p:cNvGrpSpPr/>
          <p:nvPr>
            <p:custDataLst>
              <p:tags r:id="rId4"/>
            </p:custDataLst>
          </p:nvPr>
        </p:nvGrpSpPr>
        <p:grpSpPr>
          <a:xfrm>
            <a:off x="3110275" y="3705221"/>
            <a:ext cx="208280" cy="208280"/>
            <a:chOff x="0" y="0"/>
            <a:chExt cx="416560" cy="416560"/>
          </a:xfrm>
        </p:grpSpPr>
        <p:sp>
          <p:nvSpPr>
            <p:cNvPr id="6" name="Freeform 6"/>
            <p:cNvSpPr/>
            <p:nvPr>
              <p:custDataLst>
                <p:tags r:id="rId28"/>
              </p:custDataLst>
            </p:nvPr>
          </p:nvSpPr>
          <p:spPr>
            <a:xfrm>
              <a:off x="0" y="0"/>
              <a:ext cx="416560" cy="416560"/>
            </a:xfrm>
            <a:custGeom>
              <a:avLst/>
              <a:gdLst/>
              <a:ahLst/>
              <a:cxnLst/>
              <a:rect l="l" t="t" r="r" b="b"/>
              <a:pathLst>
                <a:path w="416559" h="416559">
                  <a:moveTo>
                    <a:pt x="0" y="208280"/>
                  </a:moveTo>
                  <a:cubicBezTo>
                    <a:pt x="0" y="93218"/>
                    <a:pt x="93218" y="0"/>
                    <a:pt x="208280" y="0"/>
                  </a:cubicBezTo>
                  <a:cubicBezTo>
                    <a:pt x="323342" y="0"/>
                    <a:pt x="416560" y="93218"/>
                    <a:pt x="416560" y="208280"/>
                  </a:cubicBezTo>
                  <a:cubicBezTo>
                    <a:pt x="416560" y="323342"/>
                    <a:pt x="323342" y="416560"/>
                    <a:pt x="208280" y="416560"/>
                  </a:cubicBezTo>
                  <a:cubicBezTo>
                    <a:pt x="93218" y="416560"/>
                    <a:pt x="0" y="323342"/>
                    <a:pt x="0" y="208280"/>
                  </a:cubicBezTo>
                  <a:close/>
                </a:path>
              </a:pathLst>
            </a:custGeom>
            <a:solidFill>
              <a:srgbClr val="818181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7" name="Group 7"/>
          <p:cNvGrpSpPr/>
          <p:nvPr>
            <p:custDataLst>
              <p:tags r:id="rId5"/>
            </p:custDataLst>
          </p:nvPr>
        </p:nvGrpSpPr>
        <p:grpSpPr>
          <a:xfrm>
            <a:off x="2180159" y="3913501"/>
            <a:ext cx="2068512" cy="1810708"/>
            <a:chOff x="0" y="0"/>
            <a:chExt cx="4137024" cy="3621416"/>
          </a:xfrm>
        </p:grpSpPr>
        <p:sp>
          <p:nvSpPr>
            <p:cNvPr id="8" name="Freeform 8"/>
            <p:cNvSpPr/>
            <p:nvPr>
              <p:custDataLst>
                <p:tags r:id="rId26"/>
              </p:custDataLst>
            </p:nvPr>
          </p:nvSpPr>
          <p:spPr>
            <a:xfrm>
              <a:off x="25400" y="25400"/>
              <a:ext cx="4086225" cy="3570605"/>
            </a:xfrm>
            <a:custGeom>
              <a:avLst/>
              <a:gdLst/>
              <a:ahLst/>
              <a:cxnLst/>
              <a:rect l="l" t="t" r="r" b="b"/>
              <a:pathLst>
                <a:path w="4086225" h="3570604">
                  <a:moveTo>
                    <a:pt x="0" y="595122"/>
                  </a:moveTo>
                  <a:cubicBezTo>
                    <a:pt x="0" y="266446"/>
                    <a:pt x="266954" y="0"/>
                    <a:pt x="596138" y="0"/>
                  </a:cubicBezTo>
                  <a:lnTo>
                    <a:pt x="3490087" y="0"/>
                  </a:lnTo>
                  <a:cubicBezTo>
                    <a:pt x="3819398" y="0"/>
                    <a:pt x="4086225" y="266446"/>
                    <a:pt x="4086225" y="595122"/>
                  </a:cubicBezTo>
                  <a:lnTo>
                    <a:pt x="4086225" y="2975483"/>
                  </a:lnTo>
                  <a:cubicBezTo>
                    <a:pt x="4086225" y="3304159"/>
                    <a:pt x="3819271" y="3570605"/>
                    <a:pt x="3490087" y="3570605"/>
                  </a:cubicBezTo>
                  <a:lnTo>
                    <a:pt x="596138" y="3570605"/>
                  </a:lnTo>
                  <a:cubicBezTo>
                    <a:pt x="266954" y="3570605"/>
                    <a:pt x="0" y="3304159"/>
                    <a:pt x="0" y="2975483"/>
                  </a:cubicBezTo>
                  <a:close/>
                </a:path>
              </a:pathLst>
            </a:custGeom>
            <a:solidFill>
              <a:srgbClr val="818181">
                <a:alpha val="1764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Freeform 9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4137025" cy="3621405"/>
            </a:xfrm>
            <a:custGeom>
              <a:avLst/>
              <a:gdLst/>
              <a:ahLst/>
              <a:cxnLst/>
              <a:rect l="l" t="t" r="r" b="b"/>
              <a:pathLst>
                <a:path w="4137025" h="3621404">
                  <a:moveTo>
                    <a:pt x="0" y="620522"/>
                  </a:moveTo>
                  <a:cubicBezTo>
                    <a:pt x="0" y="277749"/>
                    <a:pt x="278384" y="0"/>
                    <a:pt x="621538" y="0"/>
                  </a:cubicBezTo>
                  <a:lnTo>
                    <a:pt x="3515487" y="0"/>
                  </a:lnTo>
                  <a:lnTo>
                    <a:pt x="3515487" y="25400"/>
                  </a:lnTo>
                  <a:lnTo>
                    <a:pt x="3515487" y="0"/>
                  </a:lnTo>
                  <a:cubicBezTo>
                    <a:pt x="3858768" y="0"/>
                    <a:pt x="4137025" y="277749"/>
                    <a:pt x="4137025" y="620522"/>
                  </a:cubicBezTo>
                  <a:lnTo>
                    <a:pt x="4111625" y="620522"/>
                  </a:lnTo>
                  <a:lnTo>
                    <a:pt x="4137025" y="620522"/>
                  </a:lnTo>
                  <a:lnTo>
                    <a:pt x="4137025" y="3000883"/>
                  </a:lnTo>
                  <a:lnTo>
                    <a:pt x="4111625" y="3000883"/>
                  </a:lnTo>
                  <a:lnTo>
                    <a:pt x="4137025" y="3000883"/>
                  </a:lnTo>
                  <a:cubicBezTo>
                    <a:pt x="4137025" y="3343656"/>
                    <a:pt x="3858641" y="3621405"/>
                    <a:pt x="3515487" y="3621405"/>
                  </a:cubicBezTo>
                  <a:lnTo>
                    <a:pt x="3515487" y="3596005"/>
                  </a:lnTo>
                  <a:lnTo>
                    <a:pt x="3515487" y="3621405"/>
                  </a:lnTo>
                  <a:lnTo>
                    <a:pt x="621538" y="3621405"/>
                  </a:lnTo>
                  <a:lnTo>
                    <a:pt x="621538" y="3596005"/>
                  </a:lnTo>
                  <a:lnTo>
                    <a:pt x="621538" y="3621405"/>
                  </a:lnTo>
                  <a:cubicBezTo>
                    <a:pt x="278384" y="3621405"/>
                    <a:pt x="0" y="3343656"/>
                    <a:pt x="0" y="3000883"/>
                  </a:cubicBezTo>
                  <a:lnTo>
                    <a:pt x="0" y="620522"/>
                  </a:lnTo>
                  <a:lnTo>
                    <a:pt x="25400" y="620522"/>
                  </a:lnTo>
                  <a:lnTo>
                    <a:pt x="0" y="620522"/>
                  </a:lnTo>
                  <a:moveTo>
                    <a:pt x="50800" y="620522"/>
                  </a:moveTo>
                  <a:lnTo>
                    <a:pt x="50800" y="3000883"/>
                  </a:lnTo>
                  <a:lnTo>
                    <a:pt x="25400" y="3000883"/>
                  </a:lnTo>
                  <a:lnTo>
                    <a:pt x="50800" y="3000883"/>
                  </a:lnTo>
                  <a:cubicBezTo>
                    <a:pt x="50800" y="3315462"/>
                    <a:pt x="306324" y="3570605"/>
                    <a:pt x="621538" y="3570605"/>
                  </a:cubicBezTo>
                  <a:lnTo>
                    <a:pt x="3515487" y="3570605"/>
                  </a:lnTo>
                  <a:cubicBezTo>
                    <a:pt x="3830701" y="3570605"/>
                    <a:pt x="4086225" y="3315462"/>
                    <a:pt x="4086225" y="3000883"/>
                  </a:cubicBezTo>
                  <a:lnTo>
                    <a:pt x="4086225" y="620522"/>
                  </a:lnTo>
                  <a:cubicBezTo>
                    <a:pt x="4086225" y="305943"/>
                    <a:pt x="3830701" y="50800"/>
                    <a:pt x="3515487" y="50800"/>
                  </a:cubicBezTo>
                  <a:lnTo>
                    <a:pt x="621538" y="50800"/>
                  </a:lnTo>
                  <a:lnTo>
                    <a:pt x="621538" y="25400"/>
                  </a:lnTo>
                  <a:lnTo>
                    <a:pt x="621538" y="50800"/>
                  </a:lnTo>
                  <a:cubicBezTo>
                    <a:pt x="306324" y="50800"/>
                    <a:pt x="50800" y="305943"/>
                    <a:pt x="50800" y="620522"/>
                  </a:cubicBezTo>
                  <a:close/>
                </a:path>
              </a:pathLst>
            </a:custGeom>
            <a:solidFill>
              <a:srgbClr val="818181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/>
          <p:nvPr>
            <p:custDataLst>
              <p:tags r:id="rId6"/>
            </p:custDataLst>
          </p:nvPr>
        </p:nvGrpSpPr>
        <p:grpSpPr>
          <a:xfrm rot="8100000">
            <a:off x="5316432" y="1358027"/>
            <a:ext cx="1951355" cy="1951355"/>
            <a:chOff x="-689826" y="638085"/>
            <a:chExt cx="3902710" cy="3902710"/>
          </a:xfrm>
        </p:grpSpPr>
        <p:sp>
          <p:nvSpPr>
            <p:cNvPr id="44" name="Freeform 11"/>
            <p:cNvSpPr/>
            <p:nvPr>
              <p:custDataLst>
                <p:tags r:id="rId25"/>
              </p:custDataLst>
            </p:nvPr>
          </p:nvSpPr>
          <p:spPr>
            <a:xfrm>
              <a:off x="-689826" y="638085"/>
              <a:ext cx="3902710" cy="3902710"/>
            </a:xfrm>
            <a:custGeom>
              <a:avLst/>
              <a:gdLst/>
              <a:ahLst/>
              <a:cxnLst/>
              <a:rect l="l" t="t" r="r" b="b"/>
              <a:pathLst>
                <a:path w="3902710" h="3902710">
                  <a:moveTo>
                    <a:pt x="0" y="1951355"/>
                  </a:moveTo>
                  <a:cubicBezTo>
                    <a:pt x="0" y="873633"/>
                    <a:pt x="873633" y="0"/>
                    <a:pt x="1951355" y="0"/>
                  </a:cubicBezTo>
                  <a:cubicBezTo>
                    <a:pt x="2601849" y="0"/>
                    <a:pt x="3252343" y="0"/>
                    <a:pt x="3902710" y="0"/>
                  </a:cubicBezTo>
                  <a:cubicBezTo>
                    <a:pt x="3902710" y="650494"/>
                    <a:pt x="3902710" y="1300988"/>
                    <a:pt x="3902710" y="1951355"/>
                  </a:cubicBezTo>
                  <a:cubicBezTo>
                    <a:pt x="3902710" y="3029077"/>
                    <a:pt x="3029077" y="3902710"/>
                    <a:pt x="1951355" y="3902710"/>
                  </a:cubicBezTo>
                  <a:cubicBezTo>
                    <a:pt x="873633" y="3902710"/>
                    <a:pt x="0" y="3029077"/>
                    <a:pt x="0" y="1951355"/>
                  </a:cubicBezTo>
                  <a:close/>
                </a:path>
              </a:pathLst>
            </a:custGeom>
            <a:solidFill>
              <a:srgbClr val="818181"/>
            </a:solidFill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12" name="Group 12"/>
          <p:cNvGrpSpPr/>
          <p:nvPr>
            <p:custDataLst>
              <p:tags r:id="rId7"/>
            </p:custDataLst>
          </p:nvPr>
        </p:nvGrpSpPr>
        <p:grpSpPr>
          <a:xfrm>
            <a:off x="6187969" y="3705221"/>
            <a:ext cx="208280" cy="208280"/>
            <a:chOff x="0" y="0"/>
            <a:chExt cx="416560" cy="416560"/>
          </a:xfrm>
        </p:grpSpPr>
        <p:sp>
          <p:nvSpPr>
            <p:cNvPr id="13" name="Freeform 13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416560" cy="416560"/>
            </a:xfrm>
            <a:custGeom>
              <a:avLst/>
              <a:gdLst/>
              <a:ahLst/>
              <a:cxnLst/>
              <a:rect l="l" t="t" r="r" b="b"/>
              <a:pathLst>
                <a:path w="416559" h="416559">
                  <a:moveTo>
                    <a:pt x="0" y="208280"/>
                  </a:moveTo>
                  <a:cubicBezTo>
                    <a:pt x="0" y="93218"/>
                    <a:pt x="93218" y="0"/>
                    <a:pt x="208280" y="0"/>
                  </a:cubicBezTo>
                  <a:cubicBezTo>
                    <a:pt x="323342" y="0"/>
                    <a:pt x="416560" y="93218"/>
                    <a:pt x="416560" y="208280"/>
                  </a:cubicBezTo>
                  <a:cubicBezTo>
                    <a:pt x="416560" y="323342"/>
                    <a:pt x="323342" y="416560"/>
                    <a:pt x="208280" y="416560"/>
                  </a:cubicBezTo>
                  <a:cubicBezTo>
                    <a:pt x="93218" y="416560"/>
                    <a:pt x="0" y="323342"/>
                    <a:pt x="0" y="208280"/>
                  </a:cubicBezTo>
                  <a:close/>
                </a:path>
              </a:pathLst>
            </a:custGeom>
            <a:solidFill>
              <a:srgbClr val="818181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4" name="Group 14"/>
          <p:cNvGrpSpPr/>
          <p:nvPr>
            <p:custDataLst>
              <p:tags r:id="rId8"/>
            </p:custDataLst>
          </p:nvPr>
        </p:nvGrpSpPr>
        <p:grpSpPr>
          <a:xfrm>
            <a:off x="5264184" y="3934798"/>
            <a:ext cx="2068512" cy="1810705"/>
            <a:chOff x="0" y="0"/>
            <a:chExt cx="4137024" cy="3621410"/>
          </a:xfrm>
        </p:grpSpPr>
        <p:sp>
          <p:nvSpPr>
            <p:cNvPr id="45" name="Freeform 15"/>
            <p:cNvSpPr/>
            <p:nvPr>
              <p:custDataLst>
                <p:tags r:id="rId22"/>
              </p:custDataLst>
            </p:nvPr>
          </p:nvSpPr>
          <p:spPr>
            <a:xfrm>
              <a:off x="25400" y="25400"/>
              <a:ext cx="4086225" cy="3570605"/>
            </a:xfrm>
            <a:custGeom>
              <a:avLst/>
              <a:gdLst/>
              <a:ahLst/>
              <a:cxnLst/>
              <a:rect l="l" t="t" r="r" b="b"/>
              <a:pathLst>
                <a:path w="4086225" h="3570604">
                  <a:moveTo>
                    <a:pt x="0" y="595122"/>
                  </a:moveTo>
                  <a:cubicBezTo>
                    <a:pt x="0" y="266446"/>
                    <a:pt x="266954" y="0"/>
                    <a:pt x="596138" y="0"/>
                  </a:cubicBezTo>
                  <a:lnTo>
                    <a:pt x="3490087" y="0"/>
                  </a:lnTo>
                  <a:cubicBezTo>
                    <a:pt x="3819398" y="0"/>
                    <a:pt x="4086225" y="266446"/>
                    <a:pt x="4086225" y="595122"/>
                  </a:cubicBezTo>
                  <a:lnTo>
                    <a:pt x="4086225" y="2975483"/>
                  </a:lnTo>
                  <a:cubicBezTo>
                    <a:pt x="4086225" y="3304159"/>
                    <a:pt x="3819271" y="3570605"/>
                    <a:pt x="3490087" y="3570605"/>
                  </a:cubicBezTo>
                  <a:lnTo>
                    <a:pt x="596138" y="3570605"/>
                  </a:lnTo>
                  <a:cubicBezTo>
                    <a:pt x="266954" y="3570605"/>
                    <a:pt x="0" y="3304159"/>
                    <a:pt x="0" y="2975483"/>
                  </a:cubicBezTo>
                  <a:close/>
                </a:path>
              </a:pathLst>
            </a:custGeom>
            <a:solidFill>
              <a:srgbClr val="818181">
                <a:alpha val="17647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" name="Freeform 16"/>
            <p:cNvSpPr/>
            <p:nvPr>
              <p:custDataLst>
                <p:tags r:id="rId23"/>
              </p:custDataLst>
            </p:nvPr>
          </p:nvSpPr>
          <p:spPr>
            <a:xfrm>
              <a:off x="0" y="0"/>
              <a:ext cx="4137025" cy="3621405"/>
            </a:xfrm>
            <a:custGeom>
              <a:avLst/>
              <a:gdLst/>
              <a:ahLst/>
              <a:cxnLst/>
              <a:rect l="l" t="t" r="r" b="b"/>
              <a:pathLst>
                <a:path w="4137025" h="3621404">
                  <a:moveTo>
                    <a:pt x="0" y="620522"/>
                  </a:moveTo>
                  <a:cubicBezTo>
                    <a:pt x="0" y="277749"/>
                    <a:pt x="278384" y="0"/>
                    <a:pt x="621538" y="0"/>
                  </a:cubicBezTo>
                  <a:lnTo>
                    <a:pt x="3515487" y="0"/>
                  </a:lnTo>
                  <a:lnTo>
                    <a:pt x="3515487" y="25400"/>
                  </a:lnTo>
                  <a:lnTo>
                    <a:pt x="3515487" y="0"/>
                  </a:lnTo>
                  <a:cubicBezTo>
                    <a:pt x="3858768" y="0"/>
                    <a:pt x="4137025" y="277749"/>
                    <a:pt x="4137025" y="620522"/>
                  </a:cubicBezTo>
                  <a:lnTo>
                    <a:pt x="4111625" y="620522"/>
                  </a:lnTo>
                  <a:lnTo>
                    <a:pt x="4137025" y="620522"/>
                  </a:lnTo>
                  <a:lnTo>
                    <a:pt x="4137025" y="3000883"/>
                  </a:lnTo>
                  <a:lnTo>
                    <a:pt x="4111625" y="3000883"/>
                  </a:lnTo>
                  <a:lnTo>
                    <a:pt x="4137025" y="3000883"/>
                  </a:lnTo>
                  <a:cubicBezTo>
                    <a:pt x="4137025" y="3343656"/>
                    <a:pt x="3858641" y="3621405"/>
                    <a:pt x="3515487" y="3621405"/>
                  </a:cubicBezTo>
                  <a:lnTo>
                    <a:pt x="3515487" y="3596005"/>
                  </a:lnTo>
                  <a:lnTo>
                    <a:pt x="3515487" y="3621405"/>
                  </a:lnTo>
                  <a:lnTo>
                    <a:pt x="621538" y="3621405"/>
                  </a:lnTo>
                  <a:lnTo>
                    <a:pt x="621538" y="3596005"/>
                  </a:lnTo>
                  <a:lnTo>
                    <a:pt x="621538" y="3621405"/>
                  </a:lnTo>
                  <a:cubicBezTo>
                    <a:pt x="278384" y="3621405"/>
                    <a:pt x="0" y="3343656"/>
                    <a:pt x="0" y="3000883"/>
                  </a:cubicBezTo>
                  <a:lnTo>
                    <a:pt x="0" y="620522"/>
                  </a:lnTo>
                  <a:lnTo>
                    <a:pt x="25400" y="620522"/>
                  </a:lnTo>
                  <a:lnTo>
                    <a:pt x="0" y="620522"/>
                  </a:lnTo>
                  <a:moveTo>
                    <a:pt x="50800" y="620522"/>
                  </a:moveTo>
                  <a:lnTo>
                    <a:pt x="50800" y="3000883"/>
                  </a:lnTo>
                  <a:lnTo>
                    <a:pt x="25400" y="3000883"/>
                  </a:lnTo>
                  <a:lnTo>
                    <a:pt x="50800" y="3000883"/>
                  </a:lnTo>
                  <a:cubicBezTo>
                    <a:pt x="50800" y="3315462"/>
                    <a:pt x="306324" y="3570605"/>
                    <a:pt x="621538" y="3570605"/>
                  </a:cubicBezTo>
                  <a:lnTo>
                    <a:pt x="3515487" y="3570605"/>
                  </a:lnTo>
                  <a:cubicBezTo>
                    <a:pt x="3830701" y="3570605"/>
                    <a:pt x="4086225" y="3315462"/>
                    <a:pt x="4086225" y="3000883"/>
                  </a:cubicBezTo>
                  <a:lnTo>
                    <a:pt x="4086225" y="620522"/>
                  </a:lnTo>
                  <a:cubicBezTo>
                    <a:pt x="4086225" y="305943"/>
                    <a:pt x="3830701" y="50800"/>
                    <a:pt x="3515487" y="50800"/>
                  </a:cubicBezTo>
                  <a:lnTo>
                    <a:pt x="621538" y="50800"/>
                  </a:lnTo>
                  <a:lnTo>
                    <a:pt x="621538" y="25400"/>
                  </a:lnTo>
                  <a:lnTo>
                    <a:pt x="621538" y="50800"/>
                  </a:lnTo>
                  <a:cubicBezTo>
                    <a:pt x="306324" y="50800"/>
                    <a:pt x="50800" y="305943"/>
                    <a:pt x="50800" y="620522"/>
                  </a:cubicBezTo>
                  <a:close/>
                </a:path>
              </a:pathLst>
            </a:custGeom>
            <a:solidFill>
              <a:srgbClr val="818181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7" name="Group 17"/>
          <p:cNvGrpSpPr/>
          <p:nvPr>
            <p:custDataLst>
              <p:tags r:id="rId9"/>
            </p:custDataLst>
          </p:nvPr>
        </p:nvGrpSpPr>
        <p:grpSpPr>
          <a:xfrm rot="8100000">
            <a:off x="8342938" y="1358027"/>
            <a:ext cx="1951355" cy="1951355"/>
            <a:chOff x="66474" y="-66373"/>
            <a:chExt cx="3902710" cy="3902710"/>
          </a:xfrm>
        </p:grpSpPr>
        <p:sp>
          <p:nvSpPr>
            <p:cNvPr id="18" name="Freeform 18"/>
            <p:cNvSpPr/>
            <p:nvPr>
              <p:custDataLst>
                <p:tags r:id="rId21"/>
              </p:custDataLst>
            </p:nvPr>
          </p:nvSpPr>
          <p:spPr>
            <a:xfrm>
              <a:off x="66474" y="-66373"/>
              <a:ext cx="3902710" cy="3902710"/>
            </a:xfrm>
            <a:custGeom>
              <a:avLst/>
              <a:gdLst/>
              <a:ahLst/>
              <a:cxnLst/>
              <a:rect l="l" t="t" r="r" b="b"/>
              <a:pathLst>
                <a:path w="3902710" h="3902710">
                  <a:moveTo>
                    <a:pt x="0" y="1951355"/>
                  </a:moveTo>
                  <a:cubicBezTo>
                    <a:pt x="0" y="873633"/>
                    <a:pt x="873633" y="0"/>
                    <a:pt x="1951355" y="0"/>
                  </a:cubicBezTo>
                  <a:cubicBezTo>
                    <a:pt x="2601849" y="0"/>
                    <a:pt x="3252343" y="0"/>
                    <a:pt x="3902710" y="0"/>
                  </a:cubicBezTo>
                  <a:cubicBezTo>
                    <a:pt x="3902710" y="650494"/>
                    <a:pt x="3902710" y="1300988"/>
                    <a:pt x="3902710" y="1951355"/>
                  </a:cubicBezTo>
                  <a:cubicBezTo>
                    <a:pt x="3902710" y="3029077"/>
                    <a:pt x="3029077" y="3902710"/>
                    <a:pt x="1951355" y="3902710"/>
                  </a:cubicBezTo>
                  <a:cubicBezTo>
                    <a:pt x="873633" y="3902710"/>
                    <a:pt x="0" y="3029077"/>
                    <a:pt x="0" y="1951355"/>
                  </a:cubicBezTo>
                  <a:close/>
                </a:path>
              </a:pathLst>
            </a:custGeom>
            <a:solidFill>
              <a:srgbClr val="818181"/>
            </a:solidFill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19" name="Group 19"/>
          <p:cNvGrpSpPr/>
          <p:nvPr>
            <p:custDataLst>
              <p:tags r:id="rId10"/>
            </p:custDataLst>
          </p:nvPr>
        </p:nvGrpSpPr>
        <p:grpSpPr>
          <a:xfrm>
            <a:off x="9214476" y="3705221"/>
            <a:ext cx="208280" cy="208280"/>
            <a:chOff x="0" y="0"/>
            <a:chExt cx="416560" cy="416560"/>
          </a:xfrm>
        </p:grpSpPr>
        <p:sp>
          <p:nvSpPr>
            <p:cNvPr id="20" name="Freeform 20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416560" cy="416560"/>
            </a:xfrm>
            <a:custGeom>
              <a:avLst/>
              <a:gdLst/>
              <a:ahLst/>
              <a:cxnLst/>
              <a:rect l="l" t="t" r="r" b="b"/>
              <a:pathLst>
                <a:path w="416559" h="416559">
                  <a:moveTo>
                    <a:pt x="0" y="208280"/>
                  </a:moveTo>
                  <a:cubicBezTo>
                    <a:pt x="0" y="93218"/>
                    <a:pt x="93218" y="0"/>
                    <a:pt x="208280" y="0"/>
                  </a:cubicBezTo>
                  <a:cubicBezTo>
                    <a:pt x="323342" y="0"/>
                    <a:pt x="416560" y="93218"/>
                    <a:pt x="416560" y="208280"/>
                  </a:cubicBezTo>
                  <a:cubicBezTo>
                    <a:pt x="416560" y="323342"/>
                    <a:pt x="323342" y="416560"/>
                    <a:pt x="208280" y="416560"/>
                  </a:cubicBezTo>
                  <a:cubicBezTo>
                    <a:pt x="93218" y="416560"/>
                    <a:pt x="0" y="323342"/>
                    <a:pt x="0" y="208280"/>
                  </a:cubicBezTo>
                  <a:close/>
                </a:path>
              </a:pathLst>
            </a:custGeom>
            <a:solidFill>
              <a:srgbClr val="818181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21" name="Group 21"/>
          <p:cNvGrpSpPr/>
          <p:nvPr>
            <p:custDataLst>
              <p:tags r:id="rId11"/>
            </p:custDataLst>
          </p:nvPr>
        </p:nvGrpSpPr>
        <p:grpSpPr>
          <a:xfrm>
            <a:off x="8326714" y="3893692"/>
            <a:ext cx="2088155" cy="1810703"/>
            <a:chOff x="0" y="0"/>
            <a:chExt cx="4176309" cy="3621405"/>
          </a:xfrm>
        </p:grpSpPr>
        <p:sp>
          <p:nvSpPr>
            <p:cNvPr id="22" name="Freeform 22"/>
            <p:cNvSpPr/>
            <p:nvPr>
              <p:custDataLst>
                <p:tags r:id="rId18"/>
              </p:custDataLst>
            </p:nvPr>
          </p:nvSpPr>
          <p:spPr>
            <a:xfrm>
              <a:off x="90084" y="25398"/>
              <a:ext cx="4086225" cy="3570605"/>
            </a:xfrm>
            <a:custGeom>
              <a:avLst/>
              <a:gdLst/>
              <a:ahLst/>
              <a:cxnLst/>
              <a:rect l="l" t="t" r="r" b="b"/>
              <a:pathLst>
                <a:path w="4086225" h="3570604">
                  <a:moveTo>
                    <a:pt x="0" y="595122"/>
                  </a:moveTo>
                  <a:cubicBezTo>
                    <a:pt x="0" y="266446"/>
                    <a:pt x="266954" y="0"/>
                    <a:pt x="596138" y="0"/>
                  </a:cubicBezTo>
                  <a:lnTo>
                    <a:pt x="3490087" y="0"/>
                  </a:lnTo>
                  <a:cubicBezTo>
                    <a:pt x="3819398" y="0"/>
                    <a:pt x="4086225" y="266446"/>
                    <a:pt x="4086225" y="595122"/>
                  </a:cubicBezTo>
                  <a:lnTo>
                    <a:pt x="4086225" y="2975483"/>
                  </a:lnTo>
                  <a:cubicBezTo>
                    <a:pt x="4086225" y="3304159"/>
                    <a:pt x="3819271" y="3570605"/>
                    <a:pt x="3490087" y="3570605"/>
                  </a:cubicBezTo>
                  <a:lnTo>
                    <a:pt x="596138" y="3570605"/>
                  </a:lnTo>
                  <a:cubicBezTo>
                    <a:pt x="266954" y="3570605"/>
                    <a:pt x="0" y="3304159"/>
                    <a:pt x="0" y="2975483"/>
                  </a:cubicBezTo>
                  <a:close/>
                </a:path>
              </a:pathLst>
            </a:custGeom>
            <a:solidFill>
              <a:srgbClr val="818181">
                <a:alpha val="17647"/>
              </a:srgbClr>
            </a:solidFill>
          </p:spPr>
          <p:txBody>
            <a:bodyPr/>
            <a:lstStyle/>
            <a:p>
              <a:endParaRPr dirty="0"/>
            </a:p>
          </p:txBody>
        </p:sp>
        <p:sp>
          <p:nvSpPr>
            <p:cNvPr id="23" name="Freeform 23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4137025" cy="3621405"/>
            </a:xfrm>
            <a:custGeom>
              <a:avLst/>
              <a:gdLst/>
              <a:ahLst/>
              <a:cxnLst/>
              <a:rect l="l" t="t" r="r" b="b"/>
              <a:pathLst>
                <a:path w="4137025" h="3621404">
                  <a:moveTo>
                    <a:pt x="0" y="620522"/>
                  </a:moveTo>
                  <a:cubicBezTo>
                    <a:pt x="0" y="277749"/>
                    <a:pt x="278384" y="0"/>
                    <a:pt x="621538" y="0"/>
                  </a:cubicBezTo>
                  <a:lnTo>
                    <a:pt x="3515487" y="0"/>
                  </a:lnTo>
                  <a:lnTo>
                    <a:pt x="3515487" y="25400"/>
                  </a:lnTo>
                  <a:lnTo>
                    <a:pt x="3515487" y="0"/>
                  </a:lnTo>
                  <a:cubicBezTo>
                    <a:pt x="3858768" y="0"/>
                    <a:pt x="4137025" y="277749"/>
                    <a:pt x="4137025" y="620522"/>
                  </a:cubicBezTo>
                  <a:lnTo>
                    <a:pt x="4111625" y="620522"/>
                  </a:lnTo>
                  <a:lnTo>
                    <a:pt x="4137025" y="620522"/>
                  </a:lnTo>
                  <a:lnTo>
                    <a:pt x="4137025" y="3000883"/>
                  </a:lnTo>
                  <a:lnTo>
                    <a:pt x="4111625" y="3000883"/>
                  </a:lnTo>
                  <a:lnTo>
                    <a:pt x="4137025" y="3000883"/>
                  </a:lnTo>
                  <a:cubicBezTo>
                    <a:pt x="4137025" y="3343656"/>
                    <a:pt x="3858641" y="3621405"/>
                    <a:pt x="3515487" y="3621405"/>
                  </a:cubicBezTo>
                  <a:lnTo>
                    <a:pt x="3515487" y="3596005"/>
                  </a:lnTo>
                  <a:lnTo>
                    <a:pt x="3515487" y="3621405"/>
                  </a:lnTo>
                  <a:lnTo>
                    <a:pt x="621538" y="3621405"/>
                  </a:lnTo>
                  <a:lnTo>
                    <a:pt x="621538" y="3596005"/>
                  </a:lnTo>
                  <a:lnTo>
                    <a:pt x="621538" y="3621405"/>
                  </a:lnTo>
                  <a:cubicBezTo>
                    <a:pt x="278384" y="3621405"/>
                    <a:pt x="0" y="3343656"/>
                    <a:pt x="0" y="3000883"/>
                  </a:cubicBezTo>
                  <a:lnTo>
                    <a:pt x="0" y="620522"/>
                  </a:lnTo>
                  <a:lnTo>
                    <a:pt x="25400" y="620522"/>
                  </a:lnTo>
                  <a:lnTo>
                    <a:pt x="0" y="620522"/>
                  </a:lnTo>
                  <a:moveTo>
                    <a:pt x="50800" y="620522"/>
                  </a:moveTo>
                  <a:lnTo>
                    <a:pt x="50800" y="3000883"/>
                  </a:lnTo>
                  <a:lnTo>
                    <a:pt x="25400" y="3000883"/>
                  </a:lnTo>
                  <a:lnTo>
                    <a:pt x="50800" y="3000883"/>
                  </a:lnTo>
                  <a:cubicBezTo>
                    <a:pt x="50800" y="3315462"/>
                    <a:pt x="306324" y="3570605"/>
                    <a:pt x="621538" y="3570605"/>
                  </a:cubicBezTo>
                  <a:lnTo>
                    <a:pt x="3515487" y="3570605"/>
                  </a:lnTo>
                  <a:cubicBezTo>
                    <a:pt x="3830701" y="3570605"/>
                    <a:pt x="4086225" y="3315462"/>
                    <a:pt x="4086225" y="3000883"/>
                  </a:cubicBezTo>
                  <a:lnTo>
                    <a:pt x="4086225" y="620522"/>
                  </a:lnTo>
                  <a:cubicBezTo>
                    <a:pt x="4086225" y="305943"/>
                    <a:pt x="3830701" y="50800"/>
                    <a:pt x="3515487" y="50800"/>
                  </a:cubicBezTo>
                  <a:lnTo>
                    <a:pt x="621538" y="50800"/>
                  </a:lnTo>
                  <a:lnTo>
                    <a:pt x="621538" y="25400"/>
                  </a:lnTo>
                  <a:lnTo>
                    <a:pt x="621538" y="50800"/>
                  </a:lnTo>
                  <a:cubicBezTo>
                    <a:pt x="306324" y="50800"/>
                    <a:pt x="50800" y="305943"/>
                    <a:pt x="50800" y="620522"/>
                  </a:cubicBezTo>
                  <a:close/>
                </a:path>
              </a:pathLst>
            </a:custGeom>
            <a:solidFill>
              <a:srgbClr val="818181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24" name="TextBox 24"/>
          <p:cNvSpPr txBox="1"/>
          <p:nvPr>
            <p:custDataLst>
              <p:tags r:id="rId12"/>
            </p:custDataLst>
          </p:nvPr>
        </p:nvSpPr>
        <p:spPr>
          <a:xfrm>
            <a:off x="2261099" y="1772815"/>
            <a:ext cx="2033364" cy="1512169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indent="0" algn="ctr" fontAlgn="auto">
              <a:lnSpc>
                <a:spcPct val="100000"/>
              </a:lnSpc>
            </a:pPr>
            <a:r>
              <a:rPr lang="zh-CN" altLang="en-US" sz="2800" spc="600" dirty="0">
                <a:solidFill>
                  <a:srgbClr val="FFFFFF"/>
                </a:solidFill>
                <a:latin typeface="宋体" panose="02010600030101010101" pitchFamily="2" charset="-122"/>
                <a:ea typeface="思源黑体-粗体 2 Medium"/>
                <a:sym typeface="宋体" panose="02010600030101010101" pitchFamily="2" charset="-122"/>
              </a:rPr>
              <a:t>处理能力不足</a:t>
            </a:r>
          </a:p>
        </p:txBody>
      </p:sp>
      <p:sp>
        <p:nvSpPr>
          <p:cNvPr id="25" name="TextBox 25"/>
          <p:cNvSpPr txBox="1"/>
          <p:nvPr>
            <p:custDataLst>
              <p:tags r:id="rId13"/>
            </p:custDataLst>
          </p:nvPr>
        </p:nvSpPr>
        <p:spPr>
          <a:xfrm>
            <a:off x="2231311" y="4221087"/>
            <a:ext cx="2068512" cy="1333257"/>
          </a:xfrm>
          <a:prstGeom prst="rect">
            <a:avLst/>
          </a:prstGeom>
        </p:spPr>
        <p:txBody>
          <a:bodyPr lIns="0" tIns="0" rIns="0" bIns="0" rtlCol="0" anchor="t">
            <a:normAutofit fontScale="95000"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indent="0" algn="ctr" fontAlgn="auto">
              <a:lnSpc>
                <a:spcPct val="100000"/>
              </a:lnSpc>
            </a:pPr>
            <a:r>
              <a:rPr lang="zh-CN" sz="1600" spc="600" dirty="0">
                <a:solidFill>
                  <a:schemeClr val="tx1"/>
                </a:solidFill>
                <a:latin typeface="宋体" panose="02010600030101010101" pitchFamily="2" charset="-122"/>
                <a:ea typeface="思源黑体-粗体 2 Medium"/>
                <a:sym typeface="宋体" panose="02010600030101010101" pitchFamily="2" charset="-122"/>
              </a:rPr>
              <a:t>部分地区特别是中小城市，缺乏先进的垃圾处理设施，导致垃圾堆积、环境污染</a:t>
            </a:r>
          </a:p>
        </p:txBody>
      </p:sp>
      <p:sp>
        <p:nvSpPr>
          <p:cNvPr id="26" name="TextBox 26"/>
          <p:cNvSpPr txBox="1"/>
          <p:nvPr>
            <p:custDataLst>
              <p:tags r:id="rId14"/>
            </p:custDataLst>
          </p:nvPr>
        </p:nvSpPr>
        <p:spPr>
          <a:xfrm>
            <a:off x="5279390" y="4387532"/>
            <a:ext cx="2109672" cy="1555433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indent="0" algn="ctr" fontAlgn="auto">
              <a:lnSpc>
                <a:spcPct val="100000"/>
              </a:lnSpc>
            </a:pPr>
            <a:r>
              <a:rPr lang="zh-CN" altLang="zh-CN" sz="1600" spc="600" dirty="0">
                <a:solidFill>
                  <a:schemeClr val="tx1"/>
                </a:solidFill>
                <a:latin typeface="宋体" panose="02010600030101010101" pitchFamily="2" charset="-122"/>
                <a:ea typeface="思源黑体-粗体 2 Medium"/>
                <a:sym typeface="宋体" panose="02010600030101010101" pitchFamily="2" charset="-122"/>
              </a:rPr>
              <a:t>大量可回收物被混入不可回收垃圾中，降低了回收利用率</a:t>
            </a:r>
          </a:p>
        </p:txBody>
      </p:sp>
      <p:sp>
        <p:nvSpPr>
          <p:cNvPr id="27" name="TextBox 27"/>
          <p:cNvSpPr txBox="1"/>
          <p:nvPr>
            <p:custDataLst>
              <p:tags r:id="rId15"/>
            </p:custDataLst>
          </p:nvPr>
        </p:nvSpPr>
        <p:spPr>
          <a:xfrm>
            <a:off x="8340725" y="4387532"/>
            <a:ext cx="2147763" cy="1785303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indent="0" algn="ctr" fontAlgn="auto">
              <a:lnSpc>
                <a:spcPct val="100000"/>
              </a:lnSpc>
            </a:pPr>
            <a:r>
              <a:rPr lang="zh-CN" altLang="zh-CN" sz="1600" spc="600" dirty="0">
                <a:solidFill>
                  <a:schemeClr val="tx1"/>
                </a:solidFill>
                <a:latin typeface="宋体" panose="02010600030101010101" pitchFamily="2" charset="-122"/>
                <a:ea typeface="思源黑体-粗体 2 Medium"/>
                <a:sym typeface="宋体" panose="02010600030101010101" pitchFamily="2" charset="-122"/>
              </a:rPr>
              <a:t>公众对垃圾分类和资源化利用的认知不足，参与度低</a:t>
            </a:r>
          </a:p>
        </p:txBody>
      </p:sp>
      <p:sp>
        <p:nvSpPr>
          <p:cNvPr id="28" name="TextBox 28"/>
          <p:cNvSpPr txBox="1"/>
          <p:nvPr>
            <p:custDataLst>
              <p:tags r:id="rId16"/>
            </p:custDataLst>
          </p:nvPr>
        </p:nvSpPr>
        <p:spPr>
          <a:xfrm>
            <a:off x="5257098" y="1428849"/>
            <a:ext cx="2033364" cy="2000151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indent="0" algn="ctr" fontAlgn="auto">
              <a:lnSpc>
                <a:spcPct val="100000"/>
              </a:lnSpc>
            </a:pPr>
            <a:r>
              <a:rPr lang="zh-CN" altLang="en-US" sz="2800" spc="600" dirty="0">
                <a:solidFill>
                  <a:srgbClr val="FFFFFF"/>
                </a:solidFill>
                <a:latin typeface="宋体" panose="02010600030101010101" pitchFamily="2" charset="-122"/>
                <a:ea typeface="思源黑体-粗体 2 Medium"/>
                <a:sym typeface="宋体" panose="02010600030101010101" pitchFamily="2" charset="-122"/>
              </a:rPr>
              <a:t>资源浪费</a:t>
            </a:r>
          </a:p>
        </p:txBody>
      </p:sp>
      <p:sp>
        <p:nvSpPr>
          <p:cNvPr id="29" name="TextBox 29"/>
          <p:cNvSpPr txBox="1"/>
          <p:nvPr>
            <p:custDataLst>
              <p:tags r:id="rId17"/>
            </p:custDataLst>
          </p:nvPr>
        </p:nvSpPr>
        <p:spPr>
          <a:xfrm>
            <a:off x="8253096" y="1428849"/>
            <a:ext cx="2235392" cy="2000152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00" algn="l" defTabSz="6096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indent="0" algn="ctr" fontAlgn="auto">
              <a:lnSpc>
                <a:spcPct val="100000"/>
              </a:lnSpc>
            </a:pPr>
            <a:r>
              <a:rPr lang="zh-CN" altLang="en-US" sz="2800" spc="600" dirty="0">
                <a:solidFill>
                  <a:srgbClr val="FFFFFF"/>
                </a:solidFill>
                <a:latin typeface="宋体" panose="02010600030101010101" pitchFamily="2" charset="-122"/>
                <a:ea typeface="思源黑体-粗体 2 Medium"/>
                <a:sym typeface="宋体" panose="02010600030101010101" pitchFamily="2" charset="-122"/>
              </a:rPr>
              <a:t>公众意识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图形"/>
          <p:cNvSpPr/>
          <p:nvPr/>
        </p:nvSpPr>
        <p:spPr>
          <a:xfrm>
            <a:off x="3823337" y="-22859"/>
            <a:ext cx="14079855" cy="6857365"/>
          </a:xfrm>
          <a:prstGeom prst="parallelogram">
            <a:avLst>
              <a:gd name="adj" fmla="val 86452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9pPr>
          </a:lstStyle>
          <a:p>
            <a:endParaRPr/>
          </a:p>
        </p:txBody>
      </p:sp>
      <p:sp>
        <p:nvSpPr>
          <p:cNvPr id="25" name="图形"/>
          <p:cNvSpPr/>
          <p:nvPr/>
        </p:nvSpPr>
        <p:spPr>
          <a:xfrm>
            <a:off x="1919605" y="635"/>
            <a:ext cx="7730491" cy="6857365"/>
          </a:xfrm>
          <a:prstGeom prst="parallelogram">
            <a:avLst>
              <a:gd name="adj" fmla="val 86452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chemeClr val="accent2">
                  <a:lumMod val="20000"/>
                  <a:lumOff val="80000"/>
                  <a:alpha val="5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9pPr>
          </a:lstStyle>
          <a:p>
            <a:endParaRPr/>
          </a:p>
        </p:txBody>
      </p:sp>
      <p:sp>
        <p:nvSpPr>
          <p:cNvPr id="45" name="图形"/>
          <p:cNvSpPr/>
          <p:nvPr/>
        </p:nvSpPr>
        <p:spPr>
          <a:xfrm>
            <a:off x="1906" y="2577465"/>
            <a:ext cx="5621020" cy="4280535"/>
          </a:xfrm>
          <a:custGeom>
            <a:avLst/>
            <a:gdLst>
              <a:gd name="connsiteX0" fmla="*/ 0 w 1404175"/>
              <a:gd name="connsiteY0" fmla="*/ 334756 h 1069419"/>
              <a:gd name="connsiteX1" fmla="*/ 334756 w 1404175"/>
              <a:gd name="connsiteY1" fmla="*/ 0 h 1069419"/>
              <a:gd name="connsiteX2" fmla="*/ 1404176 w 1404175"/>
              <a:gd name="connsiteY2" fmla="*/ 1069419 h 1069419"/>
              <a:gd name="connsiteX3" fmla="*/ 0 w 1404175"/>
              <a:gd name="connsiteY3" fmla="*/ 1069419 h 1069419"/>
              <a:gd name="connsiteX4" fmla="*/ 0 w 1404175"/>
              <a:gd name="connsiteY4" fmla="*/ 334756 h 106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4175" h="1069419">
                <a:moveTo>
                  <a:pt x="0" y="334756"/>
                </a:moveTo>
                <a:lnTo>
                  <a:pt x="334756" y="0"/>
                </a:lnTo>
                <a:lnTo>
                  <a:pt x="1404176" y="1069419"/>
                </a:lnTo>
                <a:lnTo>
                  <a:pt x="0" y="1069419"/>
                </a:lnTo>
                <a:lnTo>
                  <a:pt x="0" y="33475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8" name="图形"/>
          <p:cNvSpPr/>
          <p:nvPr userDrawn="1"/>
        </p:nvSpPr>
        <p:spPr>
          <a:xfrm rot="16200000" flipH="1" flipV="1">
            <a:off x="-153036" y="4723131"/>
            <a:ext cx="2264410" cy="1958340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accent2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46" name="图形"/>
          <p:cNvSpPr/>
          <p:nvPr/>
        </p:nvSpPr>
        <p:spPr>
          <a:xfrm>
            <a:off x="1906" y="3306446"/>
            <a:ext cx="4864100" cy="3551555"/>
          </a:xfrm>
          <a:custGeom>
            <a:avLst/>
            <a:gdLst>
              <a:gd name="connsiteX0" fmla="*/ 1208294 w 1215151"/>
              <a:gd name="connsiteY0" fmla="*/ 887254 h 887253"/>
              <a:gd name="connsiteX1" fmla="*/ 1215152 w 1215151"/>
              <a:gd name="connsiteY1" fmla="*/ 880396 h 887253"/>
              <a:gd name="connsiteX2" fmla="*/ 334756 w 1215151"/>
              <a:gd name="connsiteY2" fmla="*/ 0 h 887253"/>
              <a:gd name="connsiteX3" fmla="*/ 0 w 1215151"/>
              <a:gd name="connsiteY3" fmla="*/ 334756 h 887253"/>
              <a:gd name="connsiteX4" fmla="*/ 0 w 1215151"/>
              <a:gd name="connsiteY4" fmla="*/ 644652 h 887253"/>
              <a:gd name="connsiteX5" fmla="*/ 334756 w 1215151"/>
              <a:gd name="connsiteY5" fmla="*/ 309896 h 887253"/>
              <a:gd name="connsiteX6" fmla="*/ 905256 w 1215151"/>
              <a:gd name="connsiteY6" fmla="*/ 880396 h 887253"/>
              <a:gd name="connsiteX7" fmla="*/ 898398 w 1215151"/>
              <a:gd name="connsiteY7" fmla="*/ 887254 h 887253"/>
              <a:gd name="connsiteX8" fmla="*/ 1208294 w 1215151"/>
              <a:gd name="connsiteY8" fmla="*/ 887254 h 887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5151" h="887253">
                <a:moveTo>
                  <a:pt x="1208294" y="887254"/>
                </a:moveTo>
                <a:lnTo>
                  <a:pt x="1215152" y="880396"/>
                </a:lnTo>
                <a:lnTo>
                  <a:pt x="334756" y="0"/>
                </a:lnTo>
                <a:lnTo>
                  <a:pt x="0" y="334756"/>
                </a:lnTo>
                <a:lnTo>
                  <a:pt x="0" y="644652"/>
                </a:lnTo>
                <a:lnTo>
                  <a:pt x="334756" y="309896"/>
                </a:lnTo>
                <a:lnTo>
                  <a:pt x="905256" y="880396"/>
                </a:lnTo>
                <a:lnTo>
                  <a:pt x="898398" y="887254"/>
                </a:lnTo>
                <a:lnTo>
                  <a:pt x="1208294" y="88725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pic>
        <p:nvPicPr>
          <p:cNvPr id="4" name="图形" descr="D:/002包图/商务办公/13010.jpg13010"/>
          <p:cNvPicPr>
            <a:picLocks noChangeAspect="1"/>
          </p:cNvPicPr>
          <p:nvPr/>
        </p:nvPicPr>
        <p:blipFill>
          <a:blip r:embed="rId6"/>
          <a:srcRect l="6187" r="6187"/>
          <a:stretch>
            <a:fillRect/>
          </a:stretch>
        </p:blipFill>
        <p:spPr>
          <a:xfrm>
            <a:off x="1906" y="0"/>
            <a:ext cx="6118225" cy="46596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35" h="7338">
                <a:moveTo>
                  <a:pt x="0" y="0"/>
                </a:moveTo>
                <a:lnTo>
                  <a:pt x="9635" y="0"/>
                </a:lnTo>
                <a:lnTo>
                  <a:pt x="9635" y="0"/>
                </a:lnTo>
                <a:lnTo>
                  <a:pt x="2297" y="7338"/>
                </a:lnTo>
                <a:lnTo>
                  <a:pt x="0" y="504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3" name="图形"/>
          <p:cNvSpPr/>
          <p:nvPr userDrawn="1"/>
        </p:nvSpPr>
        <p:spPr>
          <a:xfrm flipH="1" flipV="1">
            <a:off x="1" y="1"/>
            <a:ext cx="1790700" cy="1548765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bg1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7" name="图形"/>
          <p:cNvSpPr/>
          <p:nvPr userDrawn="1"/>
        </p:nvSpPr>
        <p:spPr>
          <a:xfrm flipH="1" flipV="1">
            <a:off x="0" y="1"/>
            <a:ext cx="1296035" cy="1120775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accent2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grpSp>
        <p:nvGrpSpPr>
          <p:cNvPr id="14" name="图形"/>
          <p:cNvGrpSpPr/>
          <p:nvPr userDrawn="1"/>
        </p:nvGrpSpPr>
        <p:grpSpPr>
          <a:xfrm flipH="1">
            <a:off x="9921241" y="5936615"/>
            <a:ext cx="1149351" cy="198120"/>
            <a:chOff x="4880668" y="1547674"/>
            <a:chExt cx="1278655" cy="220917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</p:grpSpPr>
        <p:sp>
          <p:nvSpPr>
            <p:cNvPr id="15" name="图形"/>
            <p:cNvSpPr/>
            <p:nvPr/>
          </p:nvSpPr>
          <p:spPr>
            <a:xfrm>
              <a:off x="4880668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507 w 159742"/>
                <a:gd name="connsiteY1" fmla="*/ 220917 h 220917"/>
                <a:gd name="connsiteX2" fmla="*/ 159742 w 159742"/>
                <a:gd name="connsiteY2" fmla="*/ 220917 h 220917"/>
                <a:gd name="connsiteX3" fmla="*/ 32378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507" y="220917"/>
                  </a:lnTo>
                  <a:lnTo>
                    <a:pt x="159742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6" name="图形"/>
            <p:cNvSpPr/>
            <p:nvPr/>
          </p:nvSpPr>
          <p:spPr>
            <a:xfrm>
              <a:off x="5040410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651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651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7" name="图形"/>
            <p:cNvSpPr/>
            <p:nvPr/>
          </p:nvSpPr>
          <p:spPr>
            <a:xfrm>
              <a:off x="5200296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8" name="图形"/>
            <p:cNvSpPr/>
            <p:nvPr/>
          </p:nvSpPr>
          <p:spPr>
            <a:xfrm>
              <a:off x="5360182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5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5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9" name="图形"/>
            <p:cNvSpPr/>
            <p:nvPr/>
          </p:nvSpPr>
          <p:spPr>
            <a:xfrm>
              <a:off x="5520067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364 w 159742"/>
                <a:gd name="connsiteY1" fmla="*/ 220917 h 220917"/>
                <a:gd name="connsiteX2" fmla="*/ 159743 w 159742"/>
                <a:gd name="connsiteY2" fmla="*/ 220917 h 220917"/>
                <a:gd name="connsiteX3" fmla="*/ 32235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364" y="220917"/>
                  </a:lnTo>
                  <a:lnTo>
                    <a:pt x="159743" y="220917"/>
                  </a:lnTo>
                  <a:lnTo>
                    <a:pt x="322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0" name="图形"/>
            <p:cNvSpPr/>
            <p:nvPr/>
          </p:nvSpPr>
          <p:spPr>
            <a:xfrm>
              <a:off x="5679810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5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5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1" name="图形"/>
            <p:cNvSpPr/>
            <p:nvPr/>
          </p:nvSpPr>
          <p:spPr>
            <a:xfrm>
              <a:off x="5839695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8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8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2" name="图形"/>
            <p:cNvSpPr/>
            <p:nvPr/>
          </p:nvSpPr>
          <p:spPr>
            <a:xfrm>
              <a:off x="5999581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508 w 159742"/>
                <a:gd name="connsiteY1" fmla="*/ 220917 h 220917"/>
                <a:gd name="connsiteX2" fmla="*/ 159743 w 159742"/>
                <a:gd name="connsiteY2" fmla="*/ 220917 h 220917"/>
                <a:gd name="connsiteX3" fmla="*/ 32235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508" y="220917"/>
                  </a:lnTo>
                  <a:lnTo>
                    <a:pt x="159743" y="220917"/>
                  </a:lnTo>
                  <a:lnTo>
                    <a:pt x="322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sp>
        <p:nvSpPr>
          <p:cNvPr id="71" name="图形"/>
          <p:cNvSpPr/>
          <p:nvPr/>
        </p:nvSpPr>
        <p:spPr>
          <a:xfrm rot="16200000">
            <a:off x="187495" y="5892028"/>
            <a:ext cx="492500" cy="1132297"/>
          </a:xfrm>
          <a:custGeom>
            <a:avLst/>
            <a:gdLst>
              <a:gd name="connsiteX0" fmla="*/ 21496 w 365377"/>
              <a:gd name="connsiteY0" fmla="*/ 0 h 840032"/>
              <a:gd name="connsiteX1" fmla="*/ 42987 w 365377"/>
              <a:gd name="connsiteY1" fmla="*/ 21491 h 840032"/>
              <a:gd name="connsiteX2" fmla="*/ 21496 w 365377"/>
              <a:gd name="connsiteY2" fmla="*/ 42983 h 840032"/>
              <a:gd name="connsiteX3" fmla="*/ 0 w 365377"/>
              <a:gd name="connsiteY3" fmla="*/ 21491 h 840032"/>
              <a:gd name="connsiteX4" fmla="*/ 21496 w 365377"/>
              <a:gd name="connsiteY4" fmla="*/ 0 h 840032"/>
              <a:gd name="connsiteX5" fmla="*/ 21496 w 365377"/>
              <a:gd name="connsiteY5" fmla="*/ 797037 h 840032"/>
              <a:gd name="connsiteX6" fmla="*/ 42987 w 365377"/>
              <a:gd name="connsiteY6" fmla="*/ 818532 h 840032"/>
              <a:gd name="connsiteX7" fmla="*/ 21496 w 365377"/>
              <a:gd name="connsiteY7" fmla="*/ 840032 h 840032"/>
              <a:gd name="connsiteX8" fmla="*/ 0 w 365377"/>
              <a:gd name="connsiteY8" fmla="*/ 818532 h 840032"/>
              <a:gd name="connsiteX9" fmla="*/ 21496 w 365377"/>
              <a:gd name="connsiteY9" fmla="*/ 797037 h 840032"/>
              <a:gd name="connsiteX10" fmla="*/ 343882 w 365377"/>
              <a:gd name="connsiteY10" fmla="*/ 797037 h 840032"/>
              <a:gd name="connsiteX11" fmla="*/ 365377 w 365377"/>
              <a:gd name="connsiteY11" fmla="*/ 818532 h 840032"/>
              <a:gd name="connsiteX12" fmla="*/ 343882 w 365377"/>
              <a:gd name="connsiteY12" fmla="*/ 840032 h 840032"/>
              <a:gd name="connsiteX13" fmla="*/ 322390 w 365377"/>
              <a:gd name="connsiteY13" fmla="*/ 818532 h 840032"/>
              <a:gd name="connsiteX14" fmla="*/ 343882 w 365377"/>
              <a:gd name="connsiteY14" fmla="*/ 797037 h 840032"/>
              <a:gd name="connsiteX15" fmla="*/ 263287 w 365377"/>
              <a:gd name="connsiteY15" fmla="*/ 797037 h 840032"/>
              <a:gd name="connsiteX16" fmla="*/ 284778 w 365377"/>
              <a:gd name="connsiteY16" fmla="*/ 818532 h 840032"/>
              <a:gd name="connsiteX17" fmla="*/ 263287 w 365377"/>
              <a:gd name="connsiteY17" fmla="*/ 840032 h 840032"/>
              <a:gd name="connsiteX18" fmla="*/ 241792 w 365377"/>
              <a:gd name="connsiteY18" fmla="*/ 818532 h 840032"/>
              <a:gd name="connsiteX19" fmla="*/ 263287 w 365377"/>
              <a:gd name="connsiteY19" fmla="*/ 797037 h 840032"/>
              <a:gd name="connsiteX20" fmla="*/ 182689 w 365377"/>
              <a:gd name="connsiteY20" fmla="*/ 797037 h 840032"/>
              <a:gd name="connsiteX21" fmla="*/ 204184 w 365377"/>
              <a:gd name="connsiteY21" fmla="*/ 818532 h 840032"/>
              <a:gd name="connsiteX22" fmla="*/ 182689 w 365377"/>
              <a:gd name="connsiteY22" fmla="*/ 840032 h 840032"/>
              <a:gd name="connsiteX23" fmla="*/ 161193 w 365377"/>
              <a:gd name="connsiteY23" fmla="*/ 818532 h 840032"/>
              <a:gd name="connsiteX24" fmla="*/ 182689 w 365377"/>
              <a:gd name="connsiteY24" fmla="*/ 797037 h 840032"/>
              <a:gd name="connsiteX25" fmla="*/ 102090 w 365377"/>
              <a:gd name="connsiteY25" fmla="*/ 797037 h 840032"/>
              <a:gd name="connsiteX26" fmla="*/ 123585 w 365377"/>
              <a:gd name="connsiteY26" fmla="*/ 818532 h 840032"/>
              <a:gd name="connsiteX27" fmla="*/ 102090 w 365377"/>
              <a:gd name="connsiteY27" fmla="*/ 840032 h 840032"/>
              <a:gd name="connsiteX28" fmla="*/ 80599 w 365377"/>
              <a:gd name="connsiteY28" fmla="*/ 818532 h 840032"/>
              <a:gd name="connsiteX29" fmla="*/ 102090 w 365377"/>
              <a:gd name="connsiteY29" fmla="*/ 797037 h 840032"/>
              <a:gd name="connsiteX30" fmla="*/ 21496 w 365377"/>
              <a:gd name="connsiteY30" fmla="*/ 717334 h 840032"/>
              <a:gd name="connsiteX31" fmla="*/ 42987 w 365377"/>
              <a:gd name="connsiteY31" fmla="*/ 738825 h 840032"/>
              <a:gd name="connsiteX32" fmla="*/ 21496 w 365377"/>
              <a:gd name="connsiteY32" fmla="*/ 760325 h 840032"/>
              <a:gd name="connsiteX33" fmla="*/ 0 w 365377"/>
              <a:gd name="connsiteY33" fmla="*/ 738825 h 840032"/>
              <a:gd name="connsiteX34" fmla="*/ 21496 w 365377"/>
              <a:gd name="connsiteY34" fmla="*/ 717334 h 840032"/>
              <a:gd name="connsiteX35" fmla="*/ 343882 w 365377"/>
              <a:gd name="connsiteY35" fmla="*/ 717334 h 840032"/>
              <a:gd name="connsiteX36" fmla="*/ 365377 w 365377"/>
              <a:gd name="connsiteY36" fmla="*/ 738825 h 840032"/>
              <a:gd name="connsiteX37" fmla="*/ 343882 w 365377"/>
              <a:gd name="connsiteY37" fmla="*/ 760325 h 840032"/>
              <a:gd name="connsiteX38" fmla="*/ 322390 w 365377"/>
              <a:gd name="connsiteY38" fmla="*/ 738825 h 840032"/>
              <a:gd name="connsiteX39" fmla="*/ 343882 w 365377"/>
              <a:gd name="connsiteY39" fmla="*/ 717334 h 840032"/>
              <a:gd name="connsiteX40" fmla="*/ 263287 w 365377"/>
              <a:gd name="connsiteY40" fmla="*/ 717334 h 840032"/>
              <a:gd name="connsiteX41" fmla="*/ 284778 w 365377"/>
              <a:gd name="connsiteY41" fmla="*/ 738825 h 840032"/>
              <a:gd name="connsiteX42" fmla="*/ 263287 w 365377"/>
              <a:gd name="connsiteY42" fmla="*/ 760325 h 840032"/>
              <a:gd name="connsiteX43" fmla="*/ 241792 w 365377"/>
              <a:gd name="connsiteY43" fmla="*/ 738825 h 840032"/>
              <a:gd name="connsiteX44" fmla="*/ 263287 w 365377"/>
              <a:gd name="connsiteY44" fmla="*/ 717334 h 840032"/>
              <a:gd name="connsiteX45" fmla="*/ 182689 w 365377"/>
              <a:gd name="connsiteY45" fmla="*/ 717334 h 840032"/>
              <a:gd name="connsiteX46" fmla="*/ 204184 w 365377"/>
              <a:gd name="connsiteY46" fmla="*/ 738825 h 840032"/>
              <a:gd name="connsiteX47" fmla="*/ 182689 w 365377"/>
              <a:gd name="connsiteY47" fmla="*/ 760325 h 840032"/>
              <a:gd name="connsiteX48" fmla="*/ 161193 w 365377"/>
              <a:gd name="connsiteY48" fmla="*/ 738825 h 840032"/>
              <a:gd name="connsiteX49" fmla="*/ 182689 w 365377"/>
              <a:gd name="connsiteY49" fmla="*/ 717334 h 840032"/>
              <a:gd name="connsiteX50" fmla="*/ 102090 w 365377"/>
              <a:gd name="connsiteY50" fmla="*/ 717334 h 840032"/>
              <a:gd name="connsiteX51" fmla="*/ 123585 w 365377"/>
              <a:gd name="connsiteY51" fmla="*/ 738825 h 840032"/>
              <a:gd name="connsiteX52" fmla="*/ 102090 w 365377"/>
              <a:gd name="connsiteY52" fmla="*/ 760325 h 840032"/>
              <a:gd name="connsiteX53" fmla="*/ 80599 w 365377"/>
              <a:gd name="connsiteY53" fmla="*/ 738825 h 840032"/>
              <a:gd name="connsiteX54" fmla="*/ 102090 w 365377"/>
              <a:gd name="connsiteY54" fmla="*/ 717334 h 840032"/>
              <a:gd name="connsiteX55" fmla="*/ 21496 w 365377"/>
              <a:gd name="connsiteY55" fmla="*/ 637631 h 840032"/>
              <a:gd name="connsiteX56" fmla="*/ 42987 w 365377"/>
              <a:gd name="connsiteY56" fmla="*/ 659122 h 840032"/>
              <a:gd name="connsiteX57" fmla="*/ 21496 w 365377"/>
              <a:gd name="connsiteY57" fmla="*/ 680622 h 840032"/>
              <a:gd name="connsiteX58" fmla="*/ 0 w 365377"/>
              <a:gd name="connsiteY58" fmla="*/ 659122 h 840032"/>
              <a:gd name="connsiteX59" fmla="*/ 21496 w 365377"/>
              <a:gd name="connsiteY59" fmla="*/ 637631 h 840032"/>
              <a:gd name="connsiteX60" fmla="*/ 343882 w 365377"/>
              <a:gd name="connsiteY60" fmla="*/ 637631 h 840032"/>
              <a:gd name="connsiteX61" fmla="*/ 365377 w 365377"/>
              <a:gd name="connsiteY61" fmla="*/ 659122 h 840032"/>
              <a:gd name="connsiteX62" fmla="*/ 343882 w 365377"/>
              <a:gd name="connsiteY62" fmla="*/ 680622 h 840032"/>
              <a:gd name="connsiteX63" fmla="*/ 322390 w 365377"/>
              <a:gd name="connsiteY63" fmla="*/ 659122 h 840032"/>
              <a:gd name="connsiteX64" fmla="*/ 343882 w 365377"/>
              <a:gd name="connsiteY64" fmla="*/ 637631 h 840032"/>
              <a:gd name="connsiteX65" fmla="*/ 263287 w 365377"/>
              <a:gd name="connsiteY65" fmla="*/ 637631 h 840032"/>
              <a:gd name="connsiteX66" fmla="*/ 284778 w 365377"/>
              <a:gd name="connsiteY66" fmla="*/ 659122 h 840032"/>
              <a:gd name="connsiteX67" fmla="*/ 263287 w 365377"/>
              <a:gd name="connsiteY67" fmla="*/ 680622 h 840032"/>
              <a:gd name="connsiteX68" fmla="*/ 241792 w 365377"/>
              <a:gd name="connsiteY68" fmla="*/ 659122 h 840032"/>
              <a:gd name="connsiteX69" fmla="*/ 263287 w 365377"/>
              <a:gd name="connsiteY69" fmla="*/ 637631 h 840032"/>
              <a:gd name="connsiteX70" fmla="*/ 182689 w 365377"/>
              <a:gd name="connsiteY70" fmla="*/ 637631 h 840032"/>
              <a:gd name="connsiteX71" fmla="*/ 204184 w 365377"/>
              <a:gd name="connsiteY71" fmla="*/ 659122 h 840032"/>
              <a:gd name="connsiteX72" fmla="*/ 182689 w 365377"/>
              <a:gd name="connsiteY72" fmla="*/ 680622 h 840032"/>
              <a:gd name="connsiteX73" fmla="*/ 161193 w 365377"/>
              <a:gd name="connsiteY73" fmla="*/ 659122 h 840032"/>
              <a:gd name="connsiteX74" fmla="*/ 182689 w 365377"/>
              <a:gd name="connsiteY74" fmla="*/ 637631 h 840032"/>
              <a:gd name="connsiteX75" fmla="*/ 102090 w 365377"/>
              <a:gd name="connsiteY75" fmla="*/ 637631 h 840032"/>
              <a:gd name="connsiteX76" fmla="*/ 123585 w 365377"/>
              <a:gd name="connsiteY76" fmla="*/ 659122 h 840032"/>
              <a:gd name="connsiteX77" fmla="*/ 102090 w 365377"/>
              <a:gd name="connsiteY77" fmla="*/ 680622 h 840032"/>
              <a:gd name="connsiteX78" fmla="*/ 80599 w 365377"/>
              <a:gd name="connsiteY78" fmla="*/ 659122 h 840032"/>
              <a:gd name="connsiteX79" fmla="*/ 102090 w 365377"/>
              <a:gd name="connsiteY79" fmla="*/ 637631 h 840032"/>
              <a:gd name="connsiteX80" fmla="*/ 21496 w 365377"/>
              <a:gd name="connsiteY80" fmla="*/ 557924 h 840032"/>
              <a:gd name="connsiteX81" fmla="*/ 42987 w 365377"/>
              <a:gd name="connsiteY81" fmla="*/ 579424 h 840032"/>
              <a:gd name="connsiteX82" fmla="*/ 21496 w 365377"/>
              <a:gd name="connsiteY82" fmla="*/ 600920 h 840032"/>
              <a:gd name="connsiteX83" fmla="*/ 0 w 365377"/>
              <a:gd name="connsiteY83" fmla="*/ 579424 h 840032"/>
              <a:gd name="connsiteX84" fmla="*/ 21496 w 365377"/>
              <a:gd name="connsiteY84" fmla="*/ 557924 h 840032"/>
              <a:gd name="connsiteX85" fmla="*/ 343882 w 365377"/>
              <a:gd name="connsiteY85" fmla="*/ 557924 h 840032"/>
              <a:gd name="connsiteX86" fmla="*/ 365377 w 365377"/>
              <a:gd name="connsiteY86" fmla="*/ 579424 h 840032"/>
              <a:gd name="connsiteX87" fmla="*/ 343882 w 365377"/>
              <a:gd name="connsiteY87" fmla="*/ 600920 h 840032"/>
              <a:gd name="connsiteX88" fmla="*/ 322390 w 365377"/>
              <a:gd name="connsiteY88" fmla="*/ 579424 h 840032"/>
              <a:gd name="connsiteX89" fmla="*/ 343882 w 365377"/>
              <a:gd name="connsiteY89" fmla="*/ 557924 h 840032"/>
              <a:gd name="connsiteX90" fmla="*/ 263287 w 365377"/>
              <a:gd name="connsiteY90" fmla="*/ 557924 h 840032"/>
              <a:gd name="connsiteX91" fmla="*/ 284778 w 365377"/>
              <a:gd name="connsiteY91" fmla="*/ 579424 h 840032"/>
              <a:gd name="connsiteX92" fmla="*/ 263287 w 365377"/>
              <a:gd name="connsiteY92" fmla="*/ 600920 h 840032"/>
              <a:gd name="connsiteX93" fmla="*/ 241792 w 365377"/>
              <a:gd name="connsiteY93" fmla="*/ 579424 h 840032"/>
              <a:gd name="connsiteX94" fmla="*/ 263287 w 365377"/>
              <a:gd name="connsiteY94" fmla="*/ 557924 h 840032"/>
              <a:gd name="connsiteX95" fmla="*/ 182689 w 365377"/>
              <a:gd name="connsiteY95" fmla="*/ 557924 h 840032"/>
              <a:gd name="connsiteX96" fmla="*/ 204184 w 365377"/>
              <a:gd name="connsiteY96" fmla="*/ 579424 h 840032"/>
              <a:gd name="connsiteX97" fmla="*/ 182689 w 365377"/>
              <a:gd name="connsiteY97" fmla="*/ 600920 h 840032"/>
              <a:gd name="connsiteX98" fmla="*/ 161193 w 365377"/>
              <a:gd name="connsiteY98" fmla="*/ 579424 h 840032"/>
              <a:gd name="connsiteX99" fmla="*/ 182689 w 365377"/>
              <a:gd name="connsiteY99" fmla="*/ 557924 h 840032"/>
              <a:gd name="connsiteX100" fmla="*/ 102090 w 365377"/>
              <a:gd name="connsiteY100" fmla="*/ 557924 h 840032"/>
              <a:gd name="connsiteX101" fmla="*/ 123585 w 365377"/>
              <a:gd name="connsiteY101" fmla="*/ 579424 h 840032"/>
              <a:gd name="connsiteX102" fmla="*/ 102090 w 365377"/>
              <a:gd name="connsiteY102" fmla="*/ 600920 h 840032"/>
              <a:gd name="connsiteX103" fmla="*/ 80599 w 365377"/>
              <a:gd name="connsiteY103" fmla="*/ 579424 h 840032"/>
              <a:gd name="connsiteX104" fmla="*/ 102090 w 365377"/>
              <a:gd name="connsiteY104" fmla="*/ 557924 h 840032"/>
              <a:gd name="connsiteX105" fmla="*/ 21496 w 365377"/>
              <a:gd name="connsiteY105" fmla="*/ 478217 h 840032"/>
              <a:gd name="connsiteX106" fmla="*/ 42987 w 365377"/>
              <a:gd name="connsiteY106" fmla="*/ 499717 h 840032"/>
              <a:gd name="connsiteX107" fmla="*/ 21496 w 365377"/>
              <a:gd name="connsiteY107" fmla="*/ 521212 h 840032"/>
              <a:gd name="connsiteX108" fmla="*/ 0 w 365377"/>
              <a:gd name="connsiteY108" fmla="*/ 499717 h 840032"/>
              <a:gd name="connsiteX109" fmla="*/ 21496 w 365377"/>
              <a:gd name="connsiteY109" fmla="*/ 478217 h 840032"/>
              <a:gd name="connsiteX110" fmla="*/ 343882 w 365377"/>
              <a:gd name="connsiteY110" fmla="*/ 478217 h 840032"/>
              <a:gd name="connsiteX111" fmla="*/ 365377 w 365377"/>
              <a:gd name="connsiteY111" fmla="*/ 499717 h 840032"/>
              <a:gd name="connsiteX112" fmla="*/ 343882 w 365377"/>
              <a:gd name="connsiteY112" fmla="*/ 521212 h 840032"/>
              <a:gd name="connsiteX113" fmla="*/ 322390 w 365377"/>
              <a:gd name="connsiteY113" fmla="*/ 499717 h 840032"/>
              <a:gd name="connsiteX114" fmla="*/ 343882 w 365377"/>
              <a:gd name="connsiteY114" fmla="*/ 478217 h 840032"/>
              <a:gd name="connsiteX115" fmla="*/ 263287 w 365377"/>
              <a:gd name="connsiteY115" fmla="*/ 478217 h 840032"/>
              <a:gd name="connsiteX116" fmla="*/ 284778 w 365377"/>
              <a:gd name="connsiteY116" fmla="*/ 499717 h 840032"/>
              <a:gd name="connsiteX117" fmla="*/ 263287 w 365377"/>
              <a:gd name="connsiteY117" fmla="*/ 521212 h 840032"/>
              <a:gd name="connsiteX118" fmla="*/ 241792 w 365377"/>
              <a:gd name="connsiteY118" fmla="*/ 499717 h 840032"/>
              <a:gd name="connsiteX119" fmla="*/ 263287 w 365377"/>
              <a:gd name="connsiteY119" fmla="*/ 478217 h 840032"/>
              <a:gd name="connsiteX120" fmla="*/ 182689 w 365377"/>
              <a:gd name="connsiteY120" fmla="*/ 478217 h 840032"/>
              <a:gd name="connsiteX121" fmla="*/ 204184 w 365377"/>
              <a:gd name="connsiteY121" fmla="*/ 499717 h 840032"/>
              <a:gd name="connsiteX122" fmla="*/ 182689 w 365377"/>
              <a:gd name="connsiteY122" fmla="*/ 521212 h 840032"/>
              <a:gd name="connsiteX123" fmla="*/ 161193 w 365377"/>
              <a:gd name="connsiteY123" fmla="*/ 499717 h 840032"/>
              <a:gd name="connsiteX124" fmla="*/ 182689 w 365377"/>
              <a:gd name="connsiteY124" fmla="*/ 478217 h 840032"/>
              <a:gd name="connsiteX125" fmla="*/ 102090 w 365377"/>
              <a:gd name="connsiteY125" fmla="*/ 478217 h 840032"/>
              <a:gd name="connsiteX126" fmla="*/ 123585 w 365377"/>
              <a:gd name="connsiteY126" fmla="*/ 499717 h 840032"/>
              <a:gd name="connsiteX127" fmla="*/ 102090 w 365377"/>
              <a:gd name="connsiteY127" fmla="*/ 521212 h 840032"/>
              <a:gd name="connsiteX128" fmla="*/ 80599 w 365377"/>
              <a:gd name="connsiteY128" fmla="*/ 499717 h 840032"/>
              <a:gd name="connsiteX129" fmla="*/ 102090 w 365377"/>
              <a:gd name="connsiteY129" fmla="*/ 478217 h 840032"/>
              <a:gd name="connsiteX130" fmla="*/ 21496 w 365377"/>
              <a:gd name="connsiteY130" fmla="*/ 398518 h 840032"/>
              <a:gd name="connsiteX131" fmla="*/ 42987 w 365377"/>
              <a:gd name="connsiteY131" fmla="*/ 420018 h 840032"/>
              <a:gd name="connsiteX132" fmla="*/ 21496 w 365377"/>
              <a:gd name="connsiteY132" fmla="*/ 441510 h 840032"/>
              <a:gd name="connsiteX133" fmla="*/ 0 w 365377"/>
              <a:gd name="connsiteY133" fmla="*/ 420018 h 840032"/>
              <a:gd name="connsiteX134" fmla="*/ 21496 w 365377"/>
              <a:gd name="connsiteY134" fmla="*/ 398518 h 840032"/>
              <a:gd name="connsiteX135" fmla="*/ 343882 w 365377"/>
              <a:gd name="connsiteY135" fmla="*/ 398518 h 840032"/>
              <a:gd name="connsiteX136" fmla="*/ 365377 w 365377"/>
              <a:gd name="connsiteY136" fmla="*/ 420018 h 840032"/>
              <a:gd name="connsiteX137" fmla="*/ 343882 w 365377"/>
              <a:gd name="connsiteY137" fmla="*/ 441510 h 840032"/>
              <a:gd name="connsiteX138" fmla="*/ 322390 w 365377"/>
              <a:gd name="connsiteY138" fmla="*/ 420018 h 840032"/>
              <a:gd name="connsiteX139" fmla="*/ 343882 w 365377"/>
              <a:gd name="connsiteY139" fmla="*/ 398518 h 840032"/>
              <a:gd name="connsiteX140" fmla="*/ 263287 w 365377"/>
              <a:gd name="connsiteY140" fmla="*/ 398518 h 840032"/>
              <a:gd name="connsiteX141" fmla="*/ 284778 w 365377"/>
              <a:gd name="connsiteY141" fmla="*/ 420018 h 840032"/>
              <a:gd name="connsiteX142" fmla="*/ 263287 w 365377"/>
              <a:gd name="connsiteY142" fmla="*/ 441510 h 840032"/>
              <a:gd name="connsiteX143" fmla="*/ 241792 w 365377"/>
              <a:gd name="connsiteY143" fmla="*/ 420018 h 840032"/>
              <a:gd name="connsiteX144" fmla="*/ 263287 w 365377"/>
              <a:gd name="connsiteY144" fmla="*/ 398518 h 840032"/>
              <a:gd name="connsiteX145" fmla="*/ 182689 w 365377"/>
              <a:gd name="connsiteY145" fmla="*/ 398518 h 840032"/>
              <a:gd name="connsiteX146" fmla="*/ 204184 w 365377"/>
              <a:gd name="connsiteY146" fmla="*/ 420018 h 840032"/>
              <a:gd name="connsiteX147" fmla="*/ 182689 w 365377"/>
              <a:gd name="connsiteY147" fmla="*/ 441510 h 840032"/>
              <a:gd name="connsiteX148" fmla="*/ 161193 w 365377"/>
              <a:gd name="connsiteY148" fmla="*/ 420018 h 840032"/>
              <a:gd name="connsiteX149" fmla="*/ 182689 w 365377"/>
              <a:gd name="connsiteY149" fmla="*/ 398518 h 840032"/>
              <a:gd name="connsiteX150" fmla="*/ 102090 w 365377"/>
              <a:gd name="connsiteY150" fmla="*/ 398518 h 840032"/>
              <a:gd name="connsiteX151" fmla="*/ 123585 w 365377"/>
              <a:gd name="connsiteY151" fmla="*/ 420018 h 840032"/>
              <a:gd name="connsiteX152" fmla="*/ 102090 w 365377"/>
              <a:gd name="connsiteY152" fmla="*/ 441510 h 840032"/>
              <a:gd name="connsiteX153" fmla="*/ 80599 w 365377"/>
              <a:gd name="connsiteY153" fmla="*/ 420018 h 840032"/>
              <a:gd name="connsiteX154" fmla="*/ 102090 w 365377"/>
              <a:gd name="connsiteY154" fmla="*/ 398518 h 840032"/>
              <a:gd name="connsiteX155" fmla="*/ 21496 w 365377"/>
              <a:gd name="connsiteY155" fmla="*/ 318820 h 840032"/>
              <a:gd name="connsiteX156" fmla="*/ 42987 w 365377"/>
              <a:gd name="connsiteY156" fmla="*/ 340311 h 840032"/>
              <a:gd name="connsiteX157" fmla="*/ 21496 w 365377"/>
              <a:gd name="connsiteY157" fmla="*/ 361802 h 840032"/>
              <a:gd name="connsiteX158" fmla="*/ 0 w 365377"/>
              <a:gd name="connsiteY158" fmla="*/ 340311 h 840032"/>
              <a:gd name="connsiteX159" fmla="*/ 21496 w 365377"/>
              <a:gd name="connsiteY159" fmla="*/ 318820 h 840032"/>
              <a:gd name="connsiteX160" fmla="*/ 343882 w 365377"/>
              <a:gd name="connsiteY160" fmla="*/ 318820 h 840032"/>
              <a:gd name="connsiteX161" fmla="*/ 365377 w 365377"/>
              <a:gd name="connsiteY161" fmla="*/ 340311 h 840032"/>
              <a:gd name="connsiteX162" fmla="*/ 343882 w 365377"/>
              <a:gd name="connsiteY162" fmla="*/ 361802 h 840032"/>
              <a:gd name="connsiteX163" fmla="*/ 322390 w 365377"/>
              <a:gd name="connsiteY163" fmla="*/ 340311 h 840032"/>
              <a:gd name="connsiteX164" fmla="*/ 343882 w 365377"/>
              <a:gd name="connsiteY164" fmla="*/ 318820 h 840032"/>
              <a:gd name="connsiteX165" fmla="*/ 263287 w 365377"/>
              <a:gd name="connsiteY165" fmla="*/ 318820 h 840032"/>
              <a:gd name="connsiteX166" fmla="*/ 284778 w 365377"/>
              <a:gd name="connsiteY166" fmla="*/ 340311 h 840032"/>
              <a:gd name="connsiteX167" fmla="*/ 263287 w 365377"/>
              <a:gd name="connsiteY167" fmla="*/ 361802 h 840032"/>
              <a:gd name="connsiteX168" fmla="*/ 241792 w 365377"/>
              <a:gd name="connsiteY168" fmla="*/ 340311 h 840032"/>
              <a:gd name="connsiteX169" fmla="*/ 263287 w 365377"/>
              <a:gd name="connsiteY169" fmla="*/ 318820 h 840032"/>
              <a:gd name="connsiteX170" fmla="*/ 182689 w 365377"/>
              <a:gd name="connsiteY170" fmla="*/ 318820 h 840032"/>
              <a:gd name="connsiteX171" fmla="*/ 204184 w 365377"/>
              <a:gd name="connsiteY171" fmla="*/ 340311 h 840032"/>
              <a:gd name="connsiteX172" fmla="*/ 182689 w 365377"/>
              <a:gd name="connsiteY172" fmla="*/ 361802 h 840032"/>
              <a:gd name="connsiteX173" fmla="*/ 161193 w 365377"/>
              <a:gd name="connsiteY173" fmla="*/ 340311 h 840032"/>
              <a:gd name="connsiteX174" fmla="*/ 182689 w 365377"/>
              <a:gd name="connsiteY174" fmla="*/ 318820 h 840032"/>
              <a:gd name="connsiteX175" fmla="*/ 102090 w 365377"/>
              <a:gd name="connsiteY175" fmla="*/ 318820 h 840032"/>
              <a:gd name="connsiteX176" fmla="*/ 123585 w 365377"/>
              <a:gd name="connsiteY176" fmla="*/ 340311 h 840032"/>
              <a:gd name="connsiteX177" fmla="*/ 102090 w 365377"/>
              <a:gd name="connsiteY177" fmla="*/ 361802 h 840032"/>
              <a:gd name="connsiteX178" fmla="*/ 80599 w 365377"/>
              <a:gd name="connsiteY178" fmla="*/ 340311 h 840032"/>
              <a:gd name="connsiteX179" fmla="*/ 102090 w 365377"/>
              <a:gd name="connsiteY179" fmla="*/ 318820 h 840032"/>
              <a:gd name="connsiteX180" fmla="*/ 21496 w 365377"/>
              <a:gd name="connsiteY180" fmla="*/ 239113 h 840032"/>
              <a:gd name="connsiteX181" fmla="*/ 42987 w 365377"/>
              <a:gd name="connsiteY181" fmla="*/ 260604 h 840032"/>
              <a:gd name="connsiteX182" fmla="*/ 21496 w 365377"/>
              <a:gd name="connsiteY182" fmla="*/ 282100 h 840032"/>
              <a:gd name="connsiteX183" fmla="*/ 0 w 365377"/>
              <a:gd name="connsiteY183" fmla="*/ 260604 h 840032"/>
              <a:gd name="connsiteX184" fmla="*/ 21496 w 365377"/>
              <a:gd name="connsiteY184" fmla="*/ 239113 h 840032"/>
              <a:gd name="connsiteX185" fmla="*/ 343882 w 365377"/>
              <a:gd name="connsiteY185" fmla="*/ 239113 h 840032"/>
              <a:gd name="connsiteX186" fmla="*/ 365377 w 365377"/>
              <a:gd name="connsiteY186" fmla="*/ 260604 h 840032"/>
              <a:gd name="connsiteX187" fmla="*/ 343882 w 365377"/>
              <a:gd name="connsiteY187" fmla="*/ 282100 h 840032"/>
              <a:gd name="connsiteX188" fmla="*/ 322390 w 365377"/>
              <a:gd name="connsiteY188" fmla="*/ 260604 h 840032"/>
              <a:gd name="connsiteX189" fmla="*/ 343882 w 365377"/>
              <a:gd name="connsiteY189" fmla="*/ 239113 h 840032"/>
              <a:gd name="connsiteX190" fmla="*/ 263287 w 365377"/>
              <a:gd name="connsiteY190" fmla="*/ 239113 h 840032"/>
              <a:gd name="connsiteX191" fmla="*/ 284778 w 365377"/>
              <a:gd name="connsiteY191" fmla="*/ 260604 h 840032"/>
              <a:gd name="connsiteX192" fmla="*/ 263287 w 365377"/>
              <a:gd name="connsiteY192" fmla="*/ 282100 h 840032"/>
              <a:gd name="connsiteX193" fmla="*/ 241792 w 365377"/>
              <a:gd name="connsiteY193" fmla="*/ 260604 h 840032"/>
              <a:gd name="connsiteX194" fmla="*/ 263287 w 365377"/>
              <a:gd name="connsiteY194" fmla="*/ 239113 h 840032"/>
              <a:gd name="connsiteX195" fmla="*/ 182689 w 365377"/>
              <a:gd name="connsiteY195" fmla="*/ 239113 h 840032"/>
              <a:gd name="connsiteX196" fmla="*/ 204184 w 365377"/>
              <a:gd name="connsiteY196" fmla="*/ 260604 h 840032"/>
              <a:gd name="connsiteX197" fmla="*/ 182689 w 365377"/>
              <a:gd name="connsiteY197" fmla="*/ 282100 h 840032"/>
              <a:gd name="connsiteX198" fmla="*/ 161193 w 365377"/>
              <a:gd name="connsiteY198" fmla="*/ 260604 h 840032"/>
              <a:gd name="connsiteX199" fmla="*/ 182689 w 365377"/>
              <a:gd name="connsiteY199" fmla="*/ 239113 h 840032"/>
              <a:gd name="connsiteX200" fmla="*/ 102090 w 365377"/>
              <a:gd name="connsiteY200" fmla="*/ 239113 h 840032"/>
              <a:gd name="connsiteX201" fmla="*/ 123585 w 365377"/>
              <a:gd name="connsiteY201" fmla="*/ 260604 h 840032"/>
              <a:gd name="connsiteX202" fmla="*/ 102090 w 365377"/>
              <a:gd name="connsiteY202" fmla="*/ 282100 h 840032"/>
              <a:gd name="connsiteX203" fmla="*/ 80599 w 365377"/>
              <a:gd name="connsiteY203" fmla="*/ 260604 h 840032"/>
              <a:gd name="connsiteX204" fmla="*/ 102090 w 365377"/>
              <a:gd name="connsiteY204" fmla="*/ 239113 h 840032"/>
              <a:gd name="connsiteX205" fmla="*/ 21496 w 365377"/>
              <a:gd name="connsiteY205" fmla="*/ 159406 h 840032"/>
              <a:gd name="connsiteX206" fmla="*/ 42987 w 365377"/>
              <a:gd name="connsiteY206" fmla="*/ 180897 h 840032"/>
              <a:gd name="connsiteX207" fmla="*/ 21496 w 365377"/>
              <a:gd name="connsiteY207" fmla="*/ 202392 h 840032"/>
              <a:gd name="connsiteX208" fmla="*/ 0 w 365377"/>
              <a:gd name="connsiteY208" fmla="*/ 180897 h 840032"/>
              <a:gd name="connsiteX209" fmla="*/ 21496 w 365377"/>
              <a:gd name="connsiteY209" fmla="*/ 159406 h 840032"/>
              <a:gd name="connsiteX210" fmla="*/ 343882 w 365377"/>
              <a:gd name="connsiteY210" fmla="*/ 159406 h 840032"/>
              <a:gd name="connsiteX211" fmla="*/ 365377 w 365377"/>
              <a:gd name="connsiteY211" fmla="*/ 180897 h 840032"/>
              <a:gd name="connsiteX212" fmla="*/ 343882 w 365377"/>
              <a:gd name="connsiteY212" fmla="*/ 202392 h 840032"/>
              <a:gd name="connsiteX213" fmla="*/ 322390 w 365377"/>
              <a:gd name="connsiteY213" fmla="*/ 180897 h 840032"/>
              <a:gd name="connsiteX214" fmla="*/ 343882 w 365377"/>
              <a:gd name="connsiteY214" fmla="*/ 159406 h 840032"/>
              <a:gd name="connsiteX215" fmla="*/ 263287 w 365377"/>
              <a:gd name="connsiteY215" fmla="*/ 159406 h 840032"/>
              <a:gd name="connsiteX216" fmla="*/ 284778 w 365377"/>
              <a:gd name="connsiteY216" fmla="*/ 180897 h 840032"/>
              <a:gd name="connsiteX217" fmla="*/ 263287 w 365377"/>
              <a:gd name="connsiteY217" fmla="*/ 202392 h 840032"/>
              <a:gd name="connsiteX218" fmla="*/ 241792 w 365377"/>
              <a:gd name="connsiteY218" fmla="*/ 180897 h 840032"/>
              <a:gd name="connsiteX219" fmla="*/ 263287 w 365377"/>
              <a:gd name="connsiteY219" fmla="*/ 159406 h 840032"/>
              <a:gd name="connsiteX220" fmla="*/ 182689 w 365377"/>
              <a:gd name="connsiteY220" fmla="*/ 159406 h 840032"/>
              <a:gd name="connsiteX221" fmla="*/ 204184 w 365377"/>
              <a:gd name="connsiteY221" fmla="*/ 180897 h 840032"/>
              <a:gd name="connsiteX222" fmla="*/ 182689 w 365377"/>
              <a:gd name="connsiteY222" fmla="*/ 202392 h 840032"/>
              <a:gd name="connsiteX223" fmla="*/ 161193 w 365377"/>
              <a:gd name="connsiteY223" fmla="*/ 180897 h 840032"/>
              <a:gd name="connsiteX224" fmla="*/ 182689 w 365377"/>
              <a:gd name="connsiteY224" fmla="*/ 159406 h 840032"/>
              <a:gd name="connsiteX225" fmla="*/ 102090 w 365377"/>
              <a:gd name="connsiteY225" fmla="*/ 159406 h 840032"/>
              <a:gd name="connsiteX226" fmla="*/ 123585 w 365377"/>
              <a:gd name="connsiteY226" fmla="*/ 180897 h 840032"/>
              <a:gd name="connsiteX227" fmla="*/ 102090 w 365377"/>
              <a:gd name="connsiteY227" fmla="*/ 202392 h 840032"/>
              <a:gd name="connsiteX228" fmla="*/ 80599 w 365377"/>
              <a:gd name="connsiteY228" fmla="*/ 180897 h 840032"/>
              <a:gd name="connsiteX229" fmla="*/ 102090 w 365377"/>
              <a:gd name="connsiteY229" fmla="*/ 159406 h 840032"/>
              <a:gd name="connsiteX230" fmla="*/ 21496 w 365377"/>
              <a:gd name="connsiteY230" fmla="*/ 79703 h 840032"/>
              <a:gd name="connsiteX231" fmla="*/ 42987 w 365377"/>
              <a:gd name="connsiteY231" fmla="*/ 101198 h 840032"/>
              <a:gd name="connsiteX232" fmla="*/ 21496 w 365377"/>
              <a:gd name="connsiteY232" fmla="*/ 122690 h 840032"/>
              <a:gd name="connsiteX233" fmla="*/ 0 w 365377"/>
              <a:gd name="connsiteY233" fmla="*/ 101198 h 840032"/>
              <a:gd name="connsiteX234" fmla="*/ 21496 w 365377"/>
              <a:gd name="connsiteY234" fmla="*/ 79703 h 840032"/>
              <a:gd name="connsiteX235" fmla="*/ 343882 w 365377"/>
              <a:gd name="connsiteY235" fmla="*/ 79703 h 840032"/>
              <a:gd name="connsiteX236" fmla="*/ 365377 w 365377"/>
              <a:gd name="connsiteY236" fmla="*/ 101198 h 840032"/>
              <a:gd name="connsiteX237" fmla="*/ 343882 w 365377"/>
              <a:gd name="connsiteY237" fmla="*/ 122690 h 840032"/>
              <a:gd name="connsiteX238" fmla="*/ 322390 w 365377"/>
              <a:gd name="connsiteY238" fmla="*/ 101198 h 840032"/>
              <a:gd name="connsiteX239" fmla="*/ 343882 w 365377"/>
              <a:gd name="connsiteY239" fmla="*/ 79703 h 840032"/>
              <a:gd name="connsiteX240" fmla="*/ 263287 w 365377"/>
              <a:gd name="connsiteY240" fmla="*/ 79703 h 840032"/>
              <a:gd name="connsiteX241" fmla="*/ 284778 w 365377"/>
              <a:gd name="connsiteY241" fmla="*/ 101198 h 840032"/>
              <a:gd name="connsiteX242" fmla="*/ 263287 w 365377"/>
              <a:gd name="connsiteY242" fmla="*/ 122690 h 840032"/>
              <a:gd name="connsiteX243" fmla="*/ 241792 w 365377"/>
              <a:gd name="connsiteY243" fmla="*/ 101198 h 840032"/>
              <a:gd name="connsiteX244" fmla="*/ 263287 w 365377"/>
              <a:gd name="connsiteY244" fmla="*/ 79703 h 840032"/>
              <a:gd name="connsiteX245" fmla="*/ 182689 w 365377"/>
              <a:gd name="connsiteY245" fmla="*/ 79703 h 840032"/>
              <a:gd name="connsiteX246" fmla="*/ 204184 w 365377"/>
              <a:gd name="connsiteY246" fmla="*/ 101198 h 840032"/>
              <a:gd name="connsiteX247" fmla="*/ 182689 w 365377"/>
              <a:gd name="connsiteY247" fmla="*/ 122690 h 840032"/>
              <a:gd name="connsiteX248" fmla="*/ 161193 w 365377"/>
              <a:gd name="connsiteY248" fmla="*/ 101198 h 840032"/>
              <a:gd name="connsiteX249" fmla="*/ 182689 w 365377"/>
              <a:gd name="connsiteY249" fmla="*/ 79703 h 840032"/>
              <a:gd name="connsiteX250" fmla="*/ 102090 w 365377"/>
              <a:gd name="connsiteY250" fmla="*/ 79703 h 840032"/>
              <a:gd name="connsiteX251" fmla="*/ 123585 w 365377"/>
              <a:gd name="connsiteY251" fmla="*/ 101198 h 840032"/>
              <a:gd name="connsiteX252" fmla="*/ 102090 w 365377"/>
              <a:gd name="connsiteY252" fmla="*/ 122690 h 840032"/>
              <a:gd name="connsiteX253" fmla="*/ 80599 w 365377"/>
              <a:gd name="connsiteY253" fmla="*/ 101198 h 840032"/>
              <a:gd name="connsiteX254" fmla="*/ 102090 w 365377"/>
              <a:gd name="connsiteY254" fmla="*/ 79703 h 840032"/>
              <a:gd name="connsiteX255" fmla="*/ 343882 w 365377"/>
              <a:gd name="connsiteY255" fmla="*/ 0 h 840032"/>
              <a:gd name="connsiteX256" fmla="*/ 365377 w 365377"/>
              <a:gd name="connsiteY256" fmla="*/ 21491 h 840032"/>
              <a:gd name="connsiteX257" fmla="*/ 343882 w 365377"/>
              <a:gd name="connsiteY257" fmla="*/ 42983 h 840032"/>
              <a:gd name="connsiteX258" fmla="*/ 322390 w 365377"/>
              <a:gd name="connsiteY258" fmla="*/ 21491 h 840032"/>
              <a:gd name="connsiteX259" fmla="*/ 343882 w 365377"/>
              <a:gd name="connsiteY259" fmla="*/ 0 h 840032"/>
              <a:gd name="connsiteX260" fmla="*/ 263287 w 365377"/>
              <a:gd name="connsiteY260" fmla="*/ 0 h 840032"/>
              <a:gd name="connsiteX261" fmla="*/ 284778 w 365377"/>
              <a:gd name="connsiteY261" fmla="*/ 21491 h 840032"/>
              <a:gd name="connsiteX262" fmla="*/ 263287 w 365377"/>
              <a:gd name="connsiteY262" fmla="*/ 42983 h 840032"/>
              <a:gd name="connsiteX263" fmla="*/ 241792 w 365377"/>
              <a:gd name="connsiteY263" fmla="*/ 21491 h 840032"/>
              <a:gd name="connsiteX264" fmla="*/ 263287 w 365377"/>
              <a:gd name="connsiteY264" fmla="*/ 0 h 840032"/>
              <a:gd name="connsiteX265" fmla="*/ 182689 w 365377"/>
              <a:gd name="connsiteY265" fmla="*/ 0 h 840032"/>
              <a:gd name="connsiteX266" fmla="*/ 204184 w 365377"/>
              <a:gd name="connsiteY266" fmla="*/ 21491 h 840032"/>
              <a:gd name="connsiteX267" fmla="*/ 182689 w 365377"/>
              <a:gd name="connsiteY267" fmla="*/ 42983 h 840032"/>
              <a:gd name="connsiteX268" fmla="*/ 161193 w 365377"/>
              <a:gd name="connsiteY268" fmla="*/ 21491 h 840032"/>
              <a:gd name="connsiteX269" fmla="*/ 182689 w 365377"/>
              <a:gd name="connsiteY269" fmla="*/ 0 h 840032"/>
              <a:gd name="connsiteX270" fmla="*/ 102090 w 365377"/>
              <a:gd name="connsiteY270" fmla="*/ 0 h 840032"/>
              <a:gd name="connsiteX271" fmla="*/ 123585 w 365377"/>
              <a:gd name="connsiteY271" fmla="*/ 21491 h 840032"/>
              <a:gd name="connsiteX272" fmla="*/ 102090 w 365377"/>
              <a:gd name="connsiteY272" fmla="*/ 42983 h 840032"/>
              <a:gd name="connsiteX273" fmla="*/ 80599 w 365377"/>
              <a:gd name="connsiteY273" fmla="*/ 21491 h 840032"/>
              <a:gd name="connsiteX274" fmla="*/ 102090 w 365377"/>
              <a:gd name="connsiteY274" fmla="*/ 0 h 84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</a:cxnLst>
            <a:rect l="l" t="t" r="r" b="b"/>
            <a:pathLst>
              <a:path w="365377" h="840032">
                <a:moveTo>
                  <a:pt x="21496" y="0"/>
                </a:moveTo>
                <a:cubicBezTo>
                  <a:pt x="33360" y="0"/>
                  <a:pt x="42987" y="9618"/>
                  <a:pt x="42987" y="21491"/>
                </a:cubicBezTo>
                <a:cubicBezTo>
                  <a:pt x="42987" y="33364"/>
                  <a:pt x="33360" y="42983"/>
                  <a:pt x="21496" y="42983"/>
                </a:cubicBezTo>
                <a:cubicBezTo>
                  <a:pt x="9623" y="42983"/>
                  <a:pt x="0" y="33364"/>
                  <a:pt x="0" y="21491"/>
                </a:cubicBezTo>
                <a:cubicBezTo>
                  <a:pt x="0" y="9618"/>
                  <a:pt x="9623" y="0"/>
                  <a:pt x="21496" y="0"/>
                </a:cubicBezTo>
                <a:close/>
                <a:moveTo>
                  <a:pt x="21496" y="797037"/>
                </a:moveTo>
                <a:cubicBezTo>
                  <a:pt x="33360" y="797037"/>
                  <a:pt x="42987" y="806664"/>
                  <a:pt x="42987" y="818532"/>
                </a:cubicBezTo>
                <a:cubicBezTo>
                  <a:pt x="42987" y="830405"/>
                  <a:pt x="33360" y="840032"/>
                  <a:pt x="21496" y="840032"/>
                </a:cubicBezTo>
                <a:cubicBezTo>
                  <a:pt x="9623" y="840032"/>
                  <a:pt x="0" y="830405"/>
                  <a:pt x="0" y="818532"/>
                </a:cubicBezTo>
                <a:cubicBezTo>
                  <a:pt x="0" y="806664"/>
                  <a:pt x="9623" y="797037"/>
                  <a:pt x="21496" y="797037"/>
                </a:cubicBezTo>
                <a:close/>
                <a:moveTo>
                  <a:pt x="343882" y="797037"/>
                </a:moveTo>
                <a:cubicBezTo>
                  <a:pt x="355755" y="797037"/>
                  <a:pt x="365377" y="806664"/>
                  <a:pt x="365377" y="818532"/>
                </a:cubicBezTo>
                <a:cubicBezTo>
                  <a:pt x="365377" y="830405"/>
                  <a:pt x="355755" y="840032"/>
                  <a:pt x="343882" y="840032"/>
                </a:cubicBezTo>
                <a:cubicBezTo>
                  <a:pt x="332013" y="840032"/>
                  <a:pt x="322390" y="830405"/>
                  <a:pt x="322390" y="818532"/>
                </a:cubicBezTo>
                <a:cubicBezTo>
                  <a:pt x="322390" y="806664"/>
                  <a:pt x="332013" y="797037"/>
                  <a:pt x="343882" y="797037"/>
                </a:cubicBezTo>
                <a:close/>
                <a:moveTo>
                  <a:pt x="263287" y="797037"/>
                </a:moveTo>
                <a:cubicBezTo>
                  <a:pt x="275160" y="797037"/>
                  <a:pt x="284778" y="806664"/>
                  <a:pt x="284778" y="818532"/>
                </a:cubicBezTo>
                <a:cubicBezTo>
                  <a:pt x="284778" y="830405"/>
                  <a:pt x="275156" y="840032"/>
                  <a:pt x="263287" y="840032"/>
                </a:cubicBezTo>
                <a:cubicBezTo>
                  <a:pt x="251414" y="840032"/>
                  <a:pt x="241792" y="830405"/>
                  <a:pt x="241792" y="818532"/>
                </a:cubicBezTo>
                <a:cubicBezTo>
                  <a:pt x="241792" y="806664"/>
                  <a:pt x="251414" y="797037"/>
                  <a:pt x="263287" y="797037"/>
                </a:cubicBezTo>
                <a:close/>
                <a:moveTo>
                  <a:pt x="182689" y="797037"/>
                </a:moveTo>
                <a:cubicBezTo>
                  <a:pt x="194562" y="797037"/>
                  <a:pt x="204184" y="806664"/>
                  <a:pt x="204184" y="818532"/>
                </a:cubicBezTo>
                <a:cubicBezTo>
                  <a:pt x="204184" y="830405"/>
                  <a:pt x="194557" y="840032"/>
                  <a:pt x="182689" y="840032"/>
                </a:cubicBezTo>
                <a:cubicBezTo>
                  <a:pt x="170820" y="840032"/>
                  <a:pt x="161193" y="830405"/>
                  <a:pt x="161193" y="818532"/>
                </a:cubicBezTo>
                <a:cubicBezTo>
                  <a:pt x="161193" y="806664"/>
                  <a:pt x="170816" y="797037"/>
                  <a:pt x="182689" y="797037"/>
                </a:cubicBezTo>
                <a:close/>
                <a:moveTo>
                  <a:pt x="102090" y="797037"/>
                </a:moveTo>
                <a:cubicBezTo>
                  <a:pt x="113963" y="797037"/>
                  <a:pt x="123585" y="806664"/>
                  <a:pt x="123585" y="818532"/>
                </a:cubicBezTo>
                <a:cubicBezTo>
                  <a:pt x="123585" y="830405"/>
                  <a:pt x="113963" y="840032"/>
                  <a:pt x="102090" y="840032"/>
                </a:cubicBezTo>
                <a:cubicBezTo>
                  <a:pt x="90217" y="840032"/>
                  <a:pt x="80599" y="830405"/>
                  <a:pt x="80599" y="818532"/>
                </a:cubicBezTo>
                <a:cubicBezTo>
                  <a:pt x="80599" y="806664"/>
                  <a:pt x="90217" y="797037"/>
                  <a:pt x="102090" y="797037"/>
                </a:cubicBezTo>
                <a:close/>
                <a:moveTo>
                  <a:pt x="21496" y="717334"/>
                </a:moveTo>
                <a:cubicBezTo>
                  <a:pt x="33360" y="717334"/>
                  <a:pt x="42987" y="726961"/>
                  <a:pt x="42987" y="738825"/>
                </a:cubicBezTo>
                <a:cubicBezTo>
                  <a:pt x="42987" y="750698"/>
                  <a:pt x="33360" y="760325"/>
                  <a:pt x="21496" y="760325"/>
                </a:cubicBezTo>
                <a:cubicBezTo>
                  <a:pt x="9623" y="760325"/>
                  <a:pt x="0" y="750698"/>
                  <a:pt x="0" y="738825"/>
                </a:cubicBezTo>
                <a:cubicBezTo>
                  <a:pt x="0" y="726961"/>
                  <a:pt x="9623" y="717334"/>
                  <a:pt x="21496" y="717334"/>
                </a:cubicBezTo>
                <a:close/>
                <a:moveTo>
                  <a:pt x="343882" y="717334"/>
                </a:moveTo>
                <a:cubicBezTo>
                  <a:pt x="355755" y="717334"/>
                  <a:pt x="365377" y="726961"/>
                  <a:pt x="365377" y="738825"/>
                </a:cubicBezTo>
                <a:cubicBezTo>
                  <a:pt x="365377" y="750698"/>
                  <a:pt x="355755" y="760325"/>
                  <a:pt x="343882" y="760325"/>
                </a:cubicBezTo>
                <a:cubicBezTo>
                  <a:pt x="332013" y="760325"/>
                  <a:pt x="322390" y="750698"/>
                  <a:pt x="322390" y="738825"/>
                </a:cubicBezTo>
                <a:cubicBezTo>
                  <a:pt x="322390" y="726961"/>
                  <a:pt x="332013" y="717334"/>
                  <a:pt x="343882" y="717334"/>
                </a:cubicBezTo>
                <a:close/>
                <a:moveTo>
                  <a:pt x="263287" y="717334"/>
                </a:moveTo>
                <a:cubicBezTo>
                  <a:pt x="275160" y="717334"/>
                  <a:pt x="284778" y="726961"/>
                  <a:pt x="284778" y="738825"/>
                </a:cubicBezTo>
                <a:cubicBezTo>
                  <a:pt x="284778" y="750698"/>
                  <a:pt x="275156" y="760325"/>
                  <a:pt x="263287" y="760325"/>
                </a:cubicBezTo>
                <a:cubicBezTo>
                  <a:pt x="251414" y="760325"/>
                  <a:pt x="241792" y="750698"/>
                  <a:pt x="241792" y="738825"/>
                </a:cubicBezTo>
                <a:cubicBezTo>
                  <a:pt x="241792" y="726961"/>
                  <a:pt x="251414" y="717334"/>
                  <a:pt x="263287" y="717334"/>
                </a:cubicBezTo>
                <a:close/>
                <a:moveTo>
                  <a:pt x="182689" y="717334"/>
                </a:moveTo>
                <a:cubicBezTo>
                  <a:pt x="194562" y="717334"/>
                  <a:pt x="204184" y="726961"/>
                  <a:pt x="204184" y="738825"/>
                </a:cubicBezTo>
                <a:cubicBezTo>
                  <a:pt x="204184" y="750698"/>
                  <a:pt x="194557" y="760325"/>
                  <a:pt x="182689" y="760325"/>
                </a:cubicBezTo>
                <a:cubicBezTo>
                  <a:pt x="170820" y="760325"/>
                  <a:pt x="161193" y="750698"/>
                  <a:pt x="161193" y="738825"/>
                </a:cubicBezTo>
                <a:cubicBezTo>
                  <a:pt x="161193" y="726961"/>
                  <a:pt x="170816" y="717334"/>
                  <a:pt x="182689" y="717334"/>
                </a:cubicBezTo>
                <a:close/>
                <a:moveTo>
                  <a:pt x="102090" y="717334"/>
                </a:moveTo>
                <a:cubicBezTo>
                  <a:pt x="113963" y="717334"/>
                  <a:pt x="123585" y="726961"/>
                  <a:pt x="123585" y="738825"/>
                </a:cubicBezTo>
                <a:cubicBezTo>
                  <a:pt x="123585" y="750698"/>
                  <a:pt x="113963" y="760325"/>
                  <a:pt x="102090" y="760325"/>
                </a:cubicBezTo>
                <a:cubicBezTo>
                  <a:pt x="90217" y="760325"/>
                  <a:pt x="80599" y="750698"/>
                  <a:pt x="80599" y="738825"/>
                </a:cubicBezTo>
                <a:cubicBezTo>
                  <a:pt x="80599" y="726961"/>
                  <a:pt x="90217" y="717334"/>
                  <a:pt x="102090" y="717334"/>
                </a:cubicBezTo>
                <a:close/>
                <a:moveTo>
                  <a:pt x="21496" y="637631"/>
                </a:moveTo>
                <a:cubicBezTo>
                  <a:pt x="33360" y="637631"/>
                  <a:pt x="42987" y="647258"/>
                  <a:pt x="42987" y="659122"/>
                </a:cubicBezTo>
                <a:cubicBezTo>
                  <a:pt x="42987" y="670995"/>
                  <a:pt x="33360" y="680622"/>
                  <a:pt x="21496" y="680622"/>
                </a:cubicBezTo>
                <a:cubicBezTo>
                  <a:pt x="9623" y="680622"/>
                  <a:pt x="0" y="670995"/>
                  <a:pt x="0" y="659122"/>
                </a:cubicBezTo>
                <a:cubicBezTo>
                  <a:pt x="0" y="647258"/>
                  <a:pt x="9623" y="637631"/>
                  <a:pt x="21496" y="637631"/>
                </a:cubicBezTo>
                <a:close/>
                <a:moveTo>
                  <a:pt x="343882" y="637631"/>
                </a:moveTo>
                <a:cubicBezTo>
                  <a:pt x="355755" y="637631"/>
                  <a:pt x="365377" y="647258"/>
                  <a:pt x="365377" y="659122"/>
                </a:cubicBezTo>
                <a:cubicBezTo>
                  <a:pt x="365377" y="670995"/>
                  <a:pt x="355755" y="680622"/>
                  <a:pt x="343882" y="680622"/>
                </a:cubicBezTo>
                <a:cubicBezTo>
                  <a:pt x="332013" y="680622"/>
                  <a:pt x="322390" y="670995"/>
                  <a:pt x="322390" y="659122"/>
                </a:cubicBezTo>
                <a:cubicBezTo>
                  <a:pt x="322390" y="647258"/>
                  <a:pt x="332013" y="637631"/>
                  <a:pt x="343882" y="637631"/>
                </a:cubicBezTo>
                <a:close/>
                <a:moveTo>
                  <a:pt x="263287" y="637631"/>
                </a:moveTo>
                <a:cubicBezTo>
                  <a:pt x="275160" y="637631"/>
                  <a:pt x="284778" y="647258"/>
                  <a:pt x="284778" y="659122"/>
                </a:cubicBezTo>
                <a:cubicBezTo>
                  <a:pt x="284778" y="670995"/>
                  <a:pt x="275156" y="680622"/>
                  <a:pt x="263287" y="680622"/>
                </a:cubicBezTo>
                <a:cubicBezTo>
                  <a:pt x="251414" y="680622"/>
                  <a:pt x="241792" y="670995"/>
                  <a:pt x="241792" y="659122"/>
                </a:cubicBezTo>
                <a:cubicBezTo>
                  <a:pt x="241792" y="647258"/>
                  <a:pt x="251414" y="637631"/>
                  <a:pt x="263287" y="637631"/>
                </a:cubicBezTo>
                <a:close/>
                <a:moveTo>
                  <a:pt x="182689" y="637631"/>
                </a:moveTo>
                <a:cubicBezTo>
                  <a:pt x="194562" y="637631"/>
                  <a:pt x="204184" y="647258"/>
                  <a:pt x="204184" y="659122"/>
                </a:cubicBezTo>
                <a:cubicBezTo>
                  <a:pt x="204184" y="670995"/>
                  <a:pt x="194557" y="680622"/>
                  <a:pt x="182689" y="680622"/>
                </a:cubicBezTo>
                <a:cubicBezTo>
                  <a:pt x="170820" y="680622"/>
                  <a:pt x="161193" y="670995"/>
                  <a:pt x="161193" y="659122"/>
                </a:cubicBezTo>
                <a:cubicBezTo>
                  <a:pt x="161193" y="647258"/>
                  <a:pt x="170816" y="637631"/>
                  <a:pt x="182689" y="637631"/>
                </a:cubicBezTo>
                <a:close/>
                <a:moveTo>
                  <a:pt x="102090" y="637631"/>
                </a:moveTo>
                <a:cubicBezTo>
                  <a:pt x="113963" y="637631"/>
                  <a:pt x="123585" y="647258"/>
                  <a:pt x="123585" y="659122"/>
                </a:cubicBezTo>
                <a:cubicBezTo>
                  <a:pt x="123585" y="670995"/>
                  <a:pt x="113963" y="680622"/>
                  <a:pt x="102090" y="680622"/>
                </a:cubicBezTo>
                <a:cubicBezTo>
                  <a:pt x="90217" y="680622"/>
                  <a:pt x="80599" y="670995"/>
                  <a:pt x="80599" y="659122"/>
                </a:cubicBezTo>
                <a:cubicBezTo>
                  <a:pt x="80599" y="647258"/>
                  <a:pt x="90217" y="637631"/>
                  <a:pt x="102090" y="637631"/>
                </a:cubicBezTo>
                <a:close/>
                <a:moveTo>
                  <a:pt x="21496" y="557924"/>
                </a:moveTo>
                <a:cubicBezTo>
                  <a:pt x="33360" y="557924"/>
                  <a:pt x="42987" y="567551"/>
                  <a:pt x="42987" y="579424"/>
                </a:cubicBezTo>
                <a:cubicBezTo>
                  <a:pt x="42987" y="591288"/>
                  <a:pt x="33360" y="600920"/>
                  <a:pt x="21496" y="600920"/>
                </a:cubicBezTo>
                <a:cubicBezTo>
                  <a:pt x="9623" y="600920"/>
                  <a:pt x="0" y="591293"/>
                  <a:pt x="0" y="579424"/>
                </a:cubicBezTo>
                <a:cubicBezTo>
                  <a:pt x="0" y="567551"/>
                  <a:pt x="9623" y="557924"/>
                  <a:pt x="21496" y="557924"/>
                </a:cubicBezTo>
                <a:close/>
                <a:moveTo>
                  <a:pt x="343882" y="557924"/>
                </a:moveTo>
                <a:cubicBezTo>
                  <a:pt x="355755" y="557924"/>
                  <a:pt x="365377" y="567551"/>
                  <a:pt x="365377" y="579424"/>
                </a:cubicBezTo>
                <a:cubicBezTo>
                  <a:pt x="365377" y="591288"/>
                  <a:pt x="355755" y="600920"/>
                  <a:pt x="343882" y="600920"/>
                </a:cubicBezTo>
                <a:cubicBezTo>
                  <a:pt x="332013" y="600920"/>
                  <a:pt x="322390" y="591293"/>
                  <a:pt x="322390" y="579424"/>
                </a:cubicBezTo>
                <a:cubicBezTo>
                  <a:pt x="322390" y="567551"/>
                  <a:pt x="332013" y="557924"/>
                  <a:pt x="343882" y="557924"/>
                </a:cubicBezTo>
                <a:close/>
                <a:moveTo>
                  <a:pt x="263287" y="557924"/>
                </a:moveTo>
                <a:cubicBezTo>
                  <a:pt x="275160" y="557924"/>
                  <a:pt x="284778" y="567551"/>
                  <a:pt x="284778" y="579424"/>
                </a:cubicBezTo>
                <a:cubicBezTo>
                  <a:pt x="284778" y="591288"/>
                  <a:pt x="275156" y="600920"/>
                  <a:pt x="263287" y="600920"/>
                </a:cubicBezTo>
                <a:cubicBezTo>
                  <a:pt x="251414" y="600920"/>
                  <a:pt x="241792" y="591293"/>
                  <a:pt x="241792" y="579424"/>
                </a:cubicBezTo>
                <a:cubicBezTo>
                  <a:pt x="241792" y="567551"/>
                  <a:pt x="251414" y="557924"/>
                  <a:pt x="263287" y="557924"/>
                </a:cubicBezTo>
                <a:close/>
                <a:moveTo>
                  <a:pt x="182689" y="557924"/>
                </a:moveTo>
                <a:cubicBezTo>
                  <a:pt x="194562" y="557924"/>
                  <a:pt x="204184" y="567551"/>
                  <a:pt x="204184" y="579424"/>
                </a:cubicBezTo>
                <a:cubicBezTo>
                  <a:pt x="204184" y="591288"/>
                  <a:pt x="194557" y="600920"/>
                  <a:pt x="182689" y="600920"/>
                </a:cubicBezTo>
                <a:cubicBezTo>
                  <a:pt x="170820" y="600920"/>
                  <a:pt x="161193" y="591293"/>
                  <a:pt x="161193" y="579424"/>
                </a:cubicBezTo>
                <a:cubicBezTo>
                  <a:pt x="161193" y="567551"/>
                  <a:pt x="170816" y="557924"/>
                  <a:pt x="182689" y="557924"/>
                </a:cubicBezTo>
                <a:close/>
                <a:moveTo>
                  <a:pt x="102090" y="557924"/>
                </a:moveTo>
                <a:cubicBezTo>
                  <a:pt x="113963" y="557924"/>
                  <a:pt x="123585" y="567551"/>
                  <a:pt x="123585" y="579424"/>
                </a:cubicBezTo>
                <a:cubicBezTo>
                  <a:pt x="123585" y="591288"/>
                  <a:pt x="113963" y="600920"/>
                  <a:pt x="102090" y="600920"/>
                </a:cubicBezTo>
                <a:cubicBezTo>
                  <a:pt x="90217" y="600920"/>
                  <a:pt x="80599" y="591293"/>
                  <a:pt x="80599" y="579424"/>
                </a:cubicBezTo>
                <a:cubicBezTo>
                  <a:pt x="80599" y="567551"/>
                  <a:pt x="90217" y="557924"/>
                  <a:pt x="102090" y="557924"/>
                </a:cubicBezTo>
                <a:close/>
                <a:moveTo>
                  <a:pt x="21496" y="478217"/>
                </a:moveTo>
                <a:cubicBezTo>
                  <a:pt x="33360" y="478217"/>
                  <a:pt x="42987" y="487844"/>
                  <a:pt x="42987" y="499717"/>
                </a:cubicBezTo>
                <a:cubicBezTo>
                  <a:pt x="42987" y="511590"/>
                  <a:pt x="33360" y="521212"/>
                  <a:pt x="21496" y="521212"/>
                </a:cubicBezTo>
                <a:cubicBezTo>
                  <a:pt x="9623" y="521212"/>
                  <a:pt x="0" y="511594"/>
                  <a:pt x="0" y="499717"/>
                </a:cubicBezTo>
                <a:cubicBezTo>
                  <a:pt x="0" y="487844"/>
                  <a:pt x="9623" y="478217"/>
                  <a:pt x="21496" y="478217"/>
                </a:cubicBezTo>
                <a:close/>
                <a:moveTo>
                  <a:pt x="343882" y="478217"/>
                </a:moveTo>
                <a:cubicBezTo>
                  <a:pt x="355755" y="478217"/>
                  <a:pt x="365377" y="487844"/>
                  <a:pt x="365377" y="499717"/>
                </a:cubicBezTo>
                <a:cubicBezTo>
                  <a:pt x="365377" y="511590"/>
                  <a:pt x="355755" y="521212"/>
                  <a:pt x="343882" y="521212"/>
                </a:cubicBezTo>
                <a:cubicBezTo>
                  <a:pt x="332013" y="521212"/>
                  <a:pt x="322390" y="511594"/>
                  <a:pt x="322390" y="499717"/>
                </a:cubicBezTo>
                <a:cubicBezTo>
                  <a:pt x="322390" y="487844"/>
                  <a:pt x="332013" y="478217"/>
                  <a:pt x="343882" y="478217"/>
                </a:cubicBezTo>
                <a:close/>
                <a:moveTo>
                  <a:pt x="263287" y="478217"/>
                </a:moveTo>
                <a:cubicBezTo>
                  <a:pt x="275160" y="478217"/>
                  <a:pt x="284778" y="487844"/>
                  <a:pt x="284778" y="499717"/>
                </a:cubicBezTo>
                <a:cubicBezTo>
                  <a:pt x="284778" y="511590"/>
                  <a:pt x="275156" y="521212"/>
                  <a:pt x="263287" y="521212"/>
                </a:cubicBezTo>
                <a:cubicBezTo>
                  <a:pt x="251414" y="521212"/>
                  <a:pt x="241792" y="511594"/>
                  <a:pt x="241792" y="499717"/>
                </a:cubicBezTo>
                <a:cubicBezTo>
                  <a:pt x="241792" y="487844"/>
                  <a:pt x="251414" y="478217"/>
                  <a:pt x="263287" y="478217"/>
                </a:cubicBezTo>
                <a:close/>
                <a:moveTo>
                  <a:pt x="182689" y="478217"/>
                </a:moveTo>
                <a:cubicBezTo>
                  <a:pt x="194562" y="478217"/>
                  <a:pt x="204184" y="487844"/>
                  <a:pt x="204184" y="499717"/>
                </a:cubicBezTo>
                <a:cubicBezTo>
                  <a:pt x="204184" y="511590"/>
                  <a:pt x="194557" y="521212"/>
                  <a:pt x="182689" y="521212"/>
                </a:cubicBezTo>
                <a:cubicBezTo>
                  <a:pt x="170820" y="521212"/>
                  <a:pt x="161193" y="511594"/>
                  <a:pt x="161193" y="499717"/>
                </a:cubicBezTo>
                <a:cubicBezTo>
                  <a:pt x="161193" y="487844"/>
                  <a:pt x="170816" y="478217"/>
                  <a:pt x="182689" y="478217"/>
                </a:cubicBezTo>
                <a:close/>
                <a:moveTo>
                  <a:pt x="102090" y="478217"/>
                </a:moveTo>
                <a:cubicBezTo>
                  <a:pt x="113963" y="478217"/>
                  <a:pt x="123585" y="487844"/>
                  <a:pt x="123585" y="499717"/>
                </a:cubicBezTo>
                <a:cubicBezTo>
                  <a:pt x="123585" y="511590"/>
                  <a:pt x="113963" y="521212"/>
                  <a:pt x="102090" y="521212"/>
                </a:cubicBezTo>
                <a:cubicBezTo>
                  <a:pt x="90217" y="521212"/>
                  <a:pt x="80599" y="511594"/>
                  <a:pt x="80599" y="499717"/>
                </a:cubicBezTo>
                <a:cubicBezTo>
                  <a:pt x="80599" y="487844"/>
                  <a:pt x="90217" y="478217"/>
                  <a:pt x="102090" y="478217"/>
                </a:cubicBezTo>
                <a:close/>
                <a:moveTo>
                  <a:pt x="21496" y="398518"/>
                </a:moveTo>
                <a:cubicBezTo>
                  <a:pt x="33360" y="398518"/>
                  <a:pt x="42987" y="408145"/>
                  <a:pt x="42987" y="420018"/>
                </a:cubicBezTo>
                <a:cubicBezTo>
                  <a:pt x="42987" y="431883"/>
                  <a:pt x="33360" y="441510"/>
                  <a:pt x="21496" y="441510"/>
                </a:cubicBezTo>
                <a:cubicBezTo>
                  <a:pt x="9623" y="441510"/>
                  <a:pt x="0" y="431883"/>
                  <a:pt x="0" y="420018"/>
                </a:cubicBezTo>
                <a:cubicBezTo>
                  <a:pt x="0" y="408145"/>
                  <a:pt x="9623" y="398518"/>
                  <a:pt x="21496" y="398518"/>
                </a:cubicBezTo>
                <a:close/>
                <a:moveTo>
                  <a:pt x="343882" y="398518"/>
                </a:moveTo>
                <a:cubicBezTo>
                  <a:pt x="355755" y="398518"/>
                  <a:pt x="365377" y="408145"/>
                  <a:pt x="365377" y="420018"/>
                </a:cubicBezTo>
                <a:cubicBezTo>
                  <a:pt x="365377" y="431883"/>
                  <a:pt x="355755" y="441510"/>
                  <a:pt x="343882" y="441510"/>
                </a:cubicBezTo>
                <a:cubicBezTo>
                  <a:pt x="332013" y="441510"/>
                  <a:pt x="322390" y="431883"/>
                  <a:pt x="322390" y="420018"/>
                </a:cubicBezTo>
                <a:cubicBezTo>
                  <a:pt x="322390" y="408145"/>
                  <a:pt x="332013" y="398518"/>
                  <a:pt x="343882" y="398518"/>
                </a:cubicBezTo>
                <a:close/>
                <a:moveTo>
                  <a:pt x="263287" y="398518"/>
                </a:moveTo>
                <a:cubicBezTo>
                  <a:pt x="275160" y="398518"/>
                  <a:pt x="284778" y="408145"/>
                  <a:pt x="284778" y="420018"/>
                </a:cubicBezTo>
                <a:cubicBezTo>
                  <a:pt x="284778" y="431883"/>
                  <a:pt x="275156" y="441510"/>
                  <a:pt x="263287" y="441510"/>
                </a:cubicBezTo>
                <a:cubicBezTo>
                  <a:pt x="251414" y="441510"/>
                  <a:pt x="241792" y="431883"/>
                  <a:pt x="241792" y="420018"/>
                </a:cubicBezTo>
                <a:cubicBezTo>
                  <a:pt x="241792" y="408145"/>
                  <a:pt x="251414" y="398518"/>
                  <a:pt x="263287" y="398518"/>
                </a:cubicBezTo>
                <a:close/>
                <a:moveTo>
                  <a:pt x="182689" y="398518"/>
                </a:moveTo>
                <a:cubicBezTo>
                  <a:pt x="194562" y="398518"/>
                  <a:pt x="204184" y="408145"/>
                  <a:pt x="204184" y="420018"/>
                </a:cubicBezTo>
                <a:cubicBezTo>
                  <a:pt x="204184" y="431883"/>
                  <a:pt x="194557" y="441510"/>
                  <a:pt x="182689" y="441510"/>
                </a:cubicBezTo>
                <a:cubicBezTo>
                  <a:pt x="170820" y="441510"/>
                  <a:pt x="161193" y="431883"/>
                  <a:pt x="161193" y="420018"/>
                </a:cubicBezTo>
                <a:cubicBezTo>
                  <a:pt x="161193" y="408145"/>
                  <a:pt x="170816" y="398518"/>
                  <a:pt x="182689" y="398518"/>
                </a:cubicBezTo>
                <a:close/>
                <a:moveTo>
                  <a:pt x="102090" y="398518"/>
                </a:moveTo>
                <a:cubicBezTo>
                  <a:pt x="113963" y="398518"/>
                  <a:pt x="123585" y="408145"/>
                  <a:pt x="123585" y="420018"/>
                </a:cubicBezTo>
                <a:cubicBezTo>
                  <a:pt x="123585" y="431883"/>
                  <a:pt x="113963" y="441510"/>
                  <a:pt x="102090" y="441510"/>
                </a:cubicBezTo>
                <a:cubicBezTo>
                  <a:pt x="90217" y="441510"/>
                  <a:pt x="80599" y="431883"/>
                  <a:pt x="80599" y="420018"/>
                </a:cubicBezTo>
                <a:cubicBezTo>
                  <a:pt x="80599" y="408145"/>
                  <a:pt x="90217" y="398518"/>
                  <a:pt x="102090" y="398518"/>
                </a:cubicBezTo>
                <a:close/>
                <a:moveTo>
                  <a:pt x="21496" y="318820"/>
                </a:moveTo>
                <a:cubicBezTo>
                  <a:pt x="33360" y="318820"/>
                  <a:pt x="42987" y="328438"/>
                  <a:pt x="42987" y="340311"/>
                </a:cubicBezTo>
                <a:cubicBezTo>
                  <a:pt x="42987" y="352184"/>
                  <a:pt x="33360" y="361802"/>
                  <a:pt x="21496" y="361802"/>
                </a:cubicBezTo>
                <a:cubicBezTo>
                  <a:pt x="9623" y="361802"/>
                  <a:pt x="0" y="352184"/>
                  <a:pt x="0" y="340311"/>
                </a:cubicBezTo>
                <a:cubicBezTo>
                  <a:pt x="0" y="328438"/>
                  <a:pt x="9623" y="318820"/>
                  <a:pt x="21496" y="318820"/>
                </a:cubicBezTo>
                <a:close/>
                <a:moveTo>
                  <a:pt x="343882" y="318820"/>
                </a:moveTo>
                <a:cubicBezTo>
                  <a:pt x="355755" y="318820"/>
                  <a:pt x="365377" y="328438"/>
                  <a:pt x="365377" y="340311"/>
                </a:cubicBezTo>
                <a:cubicBezTo>
                  <a:pt x="365377" y="352184"/>
                  <a:pt x="355755" y="361802"/>
                  <a:pt x="343882" y="361802"/>
                </a:cubicBezTo>
                <a:cubicBezTo>
                  <a:pt x="332013" y="361802"/>
                  <a:pt x="322390" y="352184"/>
                  <a:pt x="322390" y="340311"/>
                </a:cubicBezTo>
                <a:cubicBezTo>
                  <a:pt x="322390" y="328438"/>
                  <a:pt x="332013" y="318820"/>
                  <a:pt x="343882" y="318820"/>
                </a:cubicBezTo>
                <a:close/>
                <a:moveTo>
                  <a:pt x="263287" y="318820"/>
                </a:moveTo>
                <a:cubicBezTo>
                  <a:pt x="275160" y="318820"/>
                  <a:pt x="284778" y="328438"/>
                  <a:pt x="284778" y="340311"/>
                </a:cubicBezTo>
                <a:cubicBezTo>
                  <a:pt x="284778" y="352184"/>
                  <a:pt x="275156" y="361802"/>
                  <a:pt x="263287" y="361802"/>
                </a:cubicBezTo>
                <a:cubicBezTo>
                  <a:pt x="251414" y="361802"/>
                  <a:pt x="241792" y="352184"/>
                  <a:pt x="241792" y="340311"/>
                </a:cubicBezTo>
                <a:cubicBezTo>
                  <a:pt x="241792" y="328438"/>
                  <a:pt x="251414" y="318820"/>
                  <a:pt x="263287" y="318820"/>
                </a:cubicBezTo>
                <a:close/>
                <a:moveTo>
                  <a:pt x="182689" y="318820"/>
                </a:moveTo>
                <a:cubicBezTo>
                  <a:pt x="194562" y="318820"/>
                  <a:pt x="204184" y="328438"/>
                  <a:pt x="204184" y="340311"/>
                </a:cubicBezTo>
                <a:cubicBezTo>
                  <a:pt x="204184" y="352184"/>
                  <a:pt x="194557" y="361802"/>
                  <a:pt x="182689" y="361802"/>
                </a:cubicBezTo>
                <a:cubicBezTo>
                  <a:pt x="170820" y="361802"/>
                  <a:pt x="161193" y="352184"/>
                  <a:pt x="161193" y="340311"/>
                </a:cubicBezTo>
                <a:cubicBezTo>
                  <a:pt x="161193" y="328438"/>
                  <a:pt x="170816" y="318820"/>
                  <a:pt x="182689" y="318820"/>
                </a:cubicBezTo>
                <a:close/>
                <a:moveTo>
                  <a:pt x="102090" y="318820"/>
                </a:moveTo>
                <a:cubicBezTo>
                  <a:pt x="113963" y="318820"/>
                  <a:pt x="123585" y="328438"/>
                  <a:pt x="123585" y="340311"/>
                </a:cubicBezTo>
                <a:cubicBezTo>
                  <a:pt x="123585" y="352184"/>
                  <a:pt x="113963" y="361802"/>
                  <a:pt x="102090" y="361802"/>
                </a:cubicBezTo>
                <a:cubicBezTo>
                  <a:pt x="90217" y="361802"/>
                  <a:pt x="80599" y="352184"/>
                  <a:pt x="80599" y="340311"/>
                </a:cubicBezTo>
                <a:cubicBezTo>
                  <a:pt x="80599" y="328438"/>
                  <a:pt x="90217" y="318820"/>
                  <a:pt x="102090" y="318820"/>
                </a:cubicBezTo>
                <a:close/>
                <a:moveTo>
                  <a:pt x="21496" y="239113"/>
                </a:moveTo>
                <a:cubicBezTo>
                  <a:pt x="33360" y="239113"/>
                  <a:pt x="42987" y="248731"/>
                  <a:pt x="42987" y="260604"/>
                </a:cubicBezTo>
                <a:cubicBezTo>
                  <a:pt x="42987" y="272477"/>
                  <a:pt x="33360" y="282100"/>
                  <a:pt x="21496" y="282100"/>
                </a:cubicBezTo>
                <a:cubicBezTo>
                  <a:pt x="9623" y="282100"/>
                  <a:pt x="0" y="272477"/>
                  <a:pt x="0" y="260604"/>
                </a:cubicBezTo>
                <a:cubicBezTo>
                  <a:pt x="0" y="248731"/>
                  <a:pt x="9623" y="239113"/>
                  <a:pt x="21496" y="239113"/>
                </a:cubicBezTo>
                <a:close/>
                <a:moveTo>
                  <a:pt x="343882" y="239113"/>
                </a:moveTo>
                <a:cubicBezTo>
                  <a:pt x="355755" y="239113"/>
                  <a:pt x="365377" y="248731"/>
                  <a:pt x="365377" y="260604"/>
                </a:cubicBezTo>
                <a:cubicBezTo>
                  <a:pt x="365377" y="272477"/>
                  <a:pt x="355755" y="282100"/>
                  <a:pt x="343882" y="282100"/>
                </a:cubicBezTo>
                <a:cubicBezTo>
                  <a:pt x="332013" y="282100"/>
                  <a:pt x="322390" y="272477"/>
                  <a:pt x="322390" y="260604"/>
                </a:cubicBezTo>
                <a:cubicBezTo>
                  <a:pt x="322390" y="248731"/>
                  <a:pt x="332013" y="239113"/>
                  <a:pt x="343882" y="239113"/>
                </a:cubicBezTo>
                <a:close/>
                <a:moveTo>
                  <a:pt x="263287" y="239113"/>
                </a:moveTo>
                <a:cubicBezTo>
                  <a:pt x="275160" y="239113"/>
                  <a:pt x="284778" y="248731"/>
                  <a:pt x="284778" y="260604"/>
                </a:cubicBezTo>
                <a:cubicBezTo>
                  <a:pt x="284778" y="272477"/>
                  <a:pt x="275156" y="282100"/>
                  <a:pt x="263287" y="282100"/>
                </a:cubicBezTo>
                <a:cubicBezTo>
                  <a:pt x="251414" y="282100"/>
                  <a:pt x="241792" y="272477"/>
                  <a:pt x="241792" y="260604"/>
                </a:cubicBezTo>
                <a:cubicBezTo>
                  <a:pt x="241792" y="248731"/>
                  <a:pt x="251414" y="239113"/>
                  <a:pt x="263287" y="239113"/>
                </a:cubicBezTo>
                <a:close/>
                <a:moveTo>
                  <a:pt x="182689" y="239113"/>
                </a:moveTo>
                <a:cubicBezTo>
                  <a:pt x="194562" y="239113"/>
                  <a:pt x="204184" y="248731"/>
                  <a:pt x="204184" y="260604"/>
                </a:cubicBezTo>
                <a:cubicBezTo>
                  <a:pt x="204184" y="272477"/>
                  <a:pt x="194557" y="282100"/>
                  <a:pt x="182689" y="282100"/>
                </a:cubicBezTo>
                <a:cubicBezTo>
                  <a:pt x="170820" y="282100"/>
                  <a:pt x="161193" y="272477"/>
                  <a:pt x="161193" y="260604"/>
                </a:cubicBezTo>
                <a:cubicBezTo>
                  <a:pt x="161193" y="248731"/>
                  <a:pt x="170816" y="239113"/>
                  <a:pt x="182689" y="239113"/>
                </a:cubicBezTo>
                <a:close/>
                <a:moveTo>
                  <a:pt x="102090" y="239113"/>
                </a:moveTo>
                <a:cubicBezTo>
                  <a:pt x="113963" y="239113"/>
                  <a:pt x="123585" y="248731"/>
                  <a:pt x="123585" y="260604"/>
                </a:cubicBezTo>
                <a:cubicBezTo>
                  <a:pt x="123585" y="272477"/>
                  <a:pt x="113963" y="282100"/>
                  <a:pt x="102090" y="282100"/>
                </a:cubicBezTo>
                <a:cubicBezTo>
                  <a:pt x="90217" y="282100"/>
                  <a:pt x="80599" y="272477"/>
                  <a:pt x="80599" y="260604"/>
                </a:cubicBezTo>
                <a:cubicBezTo>
                  <a:pt x="80599" y="248731"/>
                  <a:pt x="90217" y="239113"/>
                  <a:pt x="102090" y="239113"/>
                </a:cubicBezTo>
                <a:close/>
                <a:moveTo>
                  <a:pt x="21496" y="159406"/>
                </a:moveTo>
                <a:cubicBezTo>
                  <a:pt x="33360" y="159406"/>
                  <a:pt x="42987" y="169024"/>
                  <a:pt x="42987" y="180897"/>
                </a:cubicBezTo>
                <a:cubicBezTo>
                  <a:pt x="42987" y="192774"/>
                  <a:pt x="33360" y="202392"/>
                  <a:pt x="21496" y="202392"/>
                </a:cubicBezTo>
                <a:cubicBezTo>
                  <a:pt x="9623" y="202392"/>
                  <a:pt x="0" y="192774"/>
                  <a:pt x="0" y="180897"/>
                </a:cubicBezTo>
                <a:cubicBezTo>
                  <a:pt x="0" y="169028"/>
                  <a:pt x="9623" y="159406"/>
                  <a:pt x="21496" y="159406"/>
                </a:cubicBezTo>
                <a:close/>
                <a:moveTo>
                  <a:pt x="343882" y="159406"/>
                </a:moveTo>
                <a:cubicBezTo>
                  <a:pt x="355755" y="159406"/>
                  <a:pt x="365377" y="169024"/>
                  <a:pt x="365377" y="180897"/>
                </a:cubicBezTo>
                <a:cubicBezTo>
                  <a:pt x="365377" y="192774"/>
                  <a:pt x="355755" y="202392"/>
                  <a:pt x="343882" y="202392"/>
                </a:cubicBezTo>
                <a:cubicBezTo>
                  <a:pt x="332013" y="202392"/>
                  <a:pt x="322390" y="192774"/>
                  <a:pt x="322390" y="180897"/>
                </a:cubicBezTo>
                <a:cubicBezTo>
                  <a:pt x="322390" y="169028"/>
                  <a:pt x="332013" y="159406"/>
                  <a:pt x="343882" y="159406"/>
                </a:cubicBezTo>
                <a:close/>
                <a:moveTo>
                  <a:pt x="263287" y="159406"/>
                </a:moveTo>
                <a:cubicBezTo>
                  <a:pt x="275160" y="159406"/>
                  <a:pt x="284778" y="169024"/>
                  <a:pt x="284778" y="180897"/>
                </a:cubicBezTo>
                <a:cubicBezTo>
                  <a:pt x="284778" y="192774"/>
                  <a:pt x="275156" y="202392"/>
                  <a:pt x="263287" y="202392"/>
                </a:cubicBezTo>
                <a:cubicBezTo>
                  <a:pt x="251414" y="202392"/>
                  <a:pt x="241792" y="192774"/>
                  <a:pt x="241792" y="180897"/>
                </a:cubicBezTo>
                <a:cubicBezTo>
                  <a:pt x="241792" y="169028"/>
                  <a:pt x="251414" y="159406"/>
                  <a:pt x="263287" y="159406"/>
                </a:cubicBezTo>
                <a:close/>
                <a:moveTo>
                  <a:pt x="182689" y="159406"/>
                </a:moveTo>
                <a:cubicBezTo>
                  <a:pt x="194562" y="159406"/>
                  <a:pt x="204184" y="169024"/>
                  <a:pt x="204184" y="180897"/>
                </a:cubicBezTo>
                <a:cubicBezTo>
                  <a:pt x="204184" y="192774"/>
                  <a:pt x="194557" y="202392"/>
                  <a:pt x="182689" y="202392"/>
                </a:cubicBezTo>
                <a:cubicBezTo>
                  <a:pt x="170820" y="202392"/>
                  <a:pt x="161193" y="192774"/>
                  <a:pt x="161193" y="180897"/>
                </a:cubicBezTo>
                <a:cubicBezTo>
                  <a:pt x="161193" y="169028"/>
                  <a:pt x="170816" y="159406"/>
                  <a:pt x="182689" y="159406"/>
                </a:cubicBezTo>
                <a:close/>
                <a:moveTo>
                  <a:pt x="102090" y="159406"/>
                </a:moveTo>
                <a:cubicBezTo>
                  <a:pt x="113963" y="159406"/>
                  <a:pt x="123585" y="169024"/>
                  <a:pt x="123585" y="180897"/>
                </a:cubicBezTo>
                <a:cubicBezTo>
                  <a:pt x="123585" y="192774"/>
                  <a:pt x="113963" y="202392"/>
                  <a:pt x="102090" y="202392"/>
                </a:cubicBezTo>
                <a:cubicBezTo>
                  <a:pt x="90217" y="202392"/>
                  <a:pt x="80599" y="192774"/>
                  <a:pt x="80599" y="180897"/>
                </a:cubicBezTo>
                <a:cubicBezTo>
                  <a:pt x="80599" y="169028"/>
                  <a:pt x="90217" y="159406"/>
                  <a:pt x="102090" y="159406"/>
                </a:cubicBezTo>
                <a:close/>
                <a:moveTo>
                  <a:pt x="21496" y="79703"/>
                </a:moveTo>
                <a:cubicBezTo>
                  <a:pt x="33360" y="79703"/>
                  <a:pt x="42987" y="89325"/>
                  <a:pt x="42987" y="101198"/>
                </a:cubicBezTo>
                <a:cubicBezTo>
                  <a:pt x="42987" y="113071"/>
                  <a:pt x="33360" y="122690"/>
                  <a:pt x="21496" y="122690"/>
                </a:cubicBezTo>
                <a:cubicBezTo>
                  <a:pt x="9623" y="122690"/>
                  <a:pt x="0" y="113071"/>
                  <a:pt x="0" y="101198"/>
                </a:cubicBezTo>
                <a:cubicBezTo>
                  <a:pt x="0" y="89325"/>
                  <a:pt x="9623" y="79703"/>
                  <a:pt x="21496" y="79703"/>
                </a:cubicBezTo>
                <a:close/>
                <a:moveTo>
                  <a:pt x="343882" y="79703"/>
                </a:moveTo>
                <a:cubicBezTo>
                  <a:pt x="355755" y="79703"/>
                  <a:pt x="365377" y="89325"/>
                  <a:pt x="365377" y="101198"/>
                </a:cubicBezTo>
                <a:cubicBezTo>
                  <a:pt x="365377" y="113071"/>
                  <a:pt x="355755" y="122690"/>
                  <a:pt x="343882" y="122690"/>
                </a:cubicBezTo>
                <a:cubicBezTo>
                  <a:pt x="332013" y="122690"/>
                  <a:pt x="322390" y="113071"/>
                  <a:pt x="322390" y="101198"/>
                </a:cubicBezTo>
                <a:cubicBezTo>
                  <a:pt x="322390" y="89325"/>
                  <a:pt x="332013" y="79703"/>
                  <a:pt x="343882" y="79703"/>
                </a:cubicBezTo>
                <a:close/>
                <a:moveTo>
                  <a:pt x="263287" y="79703"/>
                </a:moveTo>
                <a:cubicBezTo>
                  <a:pt x="275160" y="79703"/>
                  <a:pt x="284778" y="89325"/>
                  <a:pt x="284778" y="101198"/>
                </a:cubicBezTo>
                <a:cubicBezTo>
                  <a:pt x="284778" y="113071"/>
                  <a:pt x="275156" y="122690"/>
                  <a:pt x="263287" y="122690"/>
                </a:cubicBezTo>
                <a:cubicBezTo>
                  <a:pt x="251414" y="122690"/>
                  <a:pt x="241792" y="113071"/>
                  <a:pt x="241792" y="101198"/>
                </a:cubicBezTo>
                <a:cubicBezTo>
                  <a:pt x="241792" y="89325"/>
                  <a:pt x="251414" y="79703"/>
                  <a:pt x="263287" y="79703"/>
                </a:cubicBezTo>
                <a:close/>
                <a:moveTo>
                  <a:pt x="182689" y="79703"/>
                </a:moveTo>
                <a:cubicBezTo>
                  <a:pt x="194562" y="79703"/>
                  <a:pt x="204184" y="89325"/>
                  <a:pt x="204184" y="101198"/>
                </a:cubicBezTo>
                <a:cubicBezTo>
                  <a:pt x="204184" y="113071"/>
                  <a:pt x="194557" y="122690"/>
                  <a:pt x="182689" y="122690"/>
                </a:cubicBezTo>
                <a:cubicBezTo>
                  <a:pt x="170820" y="122690"/>
                  <a:pt x="161193" y="113071"/>
                  <a:pt x="161193" y="101198"/>
                </a:cubicBezTo>
                <a:cubicBezTo>
                  <a:pt x="161193" y="89325"/>
                  <a:pt x="170816" y="79703"/>
                  <a:pt x="182689" y="79703"/>
                </a:cubicBezTo>
                <a:close/>
                <a:moveTo>
                  <a:pt x="102090" y="79703"/>
                </a:moveTo>
                <a:cubicBezTo>
                  <a:pt x="113963" y="79703"/>
                  <a:pt x="123585" y="89325"/>
                  <a:pt x="123585" y="101198"/>
                </a:cubicBezTo>
                <a:cubicBezTo>
                  <a:pt x="123585" y="113071"/>
                  <a:pt x="113963" y="122690"/>
                  <a:pt x="102090" y="122690"/>
                </a:cubicBezTo>
                <a:cubicBezTo>
                  <a:pt x="90217" y="122690"/>
                  <a:pt x="80599" y="113071"/>
                  <a:pt x="80599" y="101198"/>
                </a:cubicBezTo>
                <a:cubicBezTo>
                  <a:pt x="80599" y="89325"/>
                  <a:pt x="90217" y="79703"/>
                  <a:pt x="102090" y="79703"/>
                </a:cubicBezTo>
                <a:close/>
                <a:moveTo>
                  <a:pt x="343882" y="0"/>
                </a:moveTo>
                <a:cubicBezTo>
                  <a:pt x="355755" y="0"/>
                  <a:pt x="365377" y="9618"/>
                  <a:pt x="365377" y="21491"/>
                </a:cubicBezTo>
                <a:cubicBezTo>
                  <a:pt x="365377" y="33364"/>
                  <a:pt x="355755" y="42983"/>
                  <a:pt x="343882" y="42983"/>
                </a:cubicBezTo>
                <a:cubicBezTo>
                  <a:pt x="332013" y="42983"/>
                  <a:pt x="322390" y="33364"/>
                  <a:pt x="322390" y="21491"/>
                </a:cubicBezTo>
                <a:cubicBezTo>
                  <a:pt x="322390" y="9618"/>
                  <a:pt x="332013" y="0"/>
                  <a:pt x="343882" y="0"/>
                </a:cubicBezTo>
                <a:close/>
                <a:moveTo>
                  <a:pt x="263287" y="0"/>
                </a:moveTo>
                <a:cubicBezTo>
                  <a:pt x="275160" y="0"/>
                  <a:pt x="284778" y="9618"/>
                  <a:pt x="284778" y="21491"/>
                </a:cubicBezTo>
                <a:cubicBezTo>
                  <a:pt x="284778" y="33364"/>
                  <a:pt x="275156" y="42983"/>
                  <a:pt x="263287" y="42983"/>
                </a:cubicBezTo>
                <a:cubicBezTo>
                  <a:pt x="251414" y="42983"/>
                  <a:pt x="241792" y="33364"/>
                  <a:pt x="241792" y="21491"/>
                </a:cubicBezTo>
                <a:cubicBezTo>
                  <a:pt x="241792" y="9618"/>
                  <a:pt x="251414" y="0"/>
                  <a:pt x="263287" y="0"/>
                </a:cubicBezTo>
                <a:close/>
                <a:moveTo>
                  <a:pt x="182689" y="0"/>
                </a:moveTo>
                <a:cubicBezTo>
                  <a:pt x="194562" y="0"/>
                  <a:pt x="204184" y="9618"/>
                  <a:pt x="204184" y="21491"/>
                </a:cubicBezTo>
                <a:cubicBezTo>
                  <a:pt x="204184" y="33364"/>
                  <a:pt x="194557" y="42983"/>
                  <a:pt x="182689" y="42983"/>
                </a:cubicBezTo>
                <a:cubicBezTo>
                  <a:pt x="170820" y="42983"/>
                  <a:pt x="161193" y="33364"/>
                  <a:pt x="161193" y="21491"/>
                </a:cubicBezTo>
                <a:cubicBezTo>
                  <a:pt x="161193" y="9618"/>
                  <a:pt x="170816" y="0"/>
                  <a:pt x="182689" y="0"/>
                </a:cubicBezTo>
                <a:close/>
                <a:moveTo>
                  <a:pt x="102090" y="0"/>
                </a:moveTo>
                <a:cubicBezTo>
                  <a:pt x="113963" y="0"/>
                  <a:pt x="123585" y="9618"/>
                  <a:pt x="123585" y="21491"/>
                </a:cubicBezTo>
                <a:cubicBezTo>
                  <a:pt x="123585" y="33364"/>
                  <a:pt x="113963" y="42983"/>
                  <a:pt x="102090" y="42983"/>
                </a:cubicBezTo>
                <a:cubicBezTo>
                  <a:pt x="90217" y="42983"/>
                  <a:pt x="80599" y="33364"/>
                  <a:pt x="80599" y="21491"/>
                </a:cubicBezTo>
                <a:cubicBezTo>
                  <a:pt x="80599" y="9618"/>
                  <a:pt x="90217" y="0"/>
                  <a:pt x="102090" y="0"/>
                </a:cubicBezTo>
                <a:close/>
              </a:path>
            </a:pathLst>
          </a:custGeom>
          <a:solidFill>
            <a:schemeClr val="bg1"/>
          </a:soli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22" name="图形"/>
          <p:cNvSpPr/>
          <p:nvPr/>
        </p:nvSpPr>
        <p:spPr>
          <a:xfrm flipH="1">
            <a:off x="8686801" y="-116"/>
            <a:ext cx="6224180" cy="184903"/>
          </a:xfrm>
          <a:custGeom>
            <a:avLst/>
            <a:gdLst>
              <a:gd name="connsiteX0" fmla="*/ 0 w 6224180"/>
              <a:gd name="connsiteY0" fmla="*/ 0 h 184903"/>
              <a:gd name="connsiteX1" fmla="*/ 6224180 w 6224180"/>
              <a:gd name="connsiteY1" fmla="*/ 0 h 184903"/>
              <a:gd name="connsiteX2" fmla="*/ 6117735 w 6224180"/>
              <a:gd name="connsiteY2" fmla="*/ 184903 h 184903"/>
              <a:gd name="connsiteX3" fmla="*/ 0 w 6224180"/>
              <a:gd name="connsiteY3" fmla="*/ 184903 h 184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4180" h="184903">
                <a:moveTo>
                  <a:pt x="0" y="0"/>
                </a:moveTo>
                <a:lnTo>
                  <a:pt x="6224180" y="0"/>
                </a:lnTo>
                <a:lnTo>
                  <a:pt x="6117735" y="184903"/>
                </a:lnTo>
                <a:lnTo>
                  <a:pt x="0" y="18490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0" name="图形"/>
          <p:cNvSpPr txBox="1"/>
          <p:nvPr/>
        </p:nvSpPr>
        <p:spPr>
          <a:xfrm>
            <a:off x="8905953" y="184947"/>
            <a:ext cx="1969604" cy="3737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3900">
                <a:solidFill>
                  <a:srgbClr val="000000"/>
                </a:solidFill>
                <a:latin typeface="宋体" panose="02010600030101010101" pitchFamily="2" charset="-122"/>
                <a:ea typeface="包图粗黑体" panose="02000800000000000000" charset="-122"/>
                <a:sym typeface="宋体" panose="02010600030101010101" pitchFamily="2" charset="-122"/>
              </a:rPr>
              <a:t>3</a:t>
            </a:r>
          </a:p>
        </p:txBody>
      </p:sp>
      <p:grpSp>
        <p:nvGrpSpPr>
          <p:cNvPr id="12" name="图形"/>
          <p:cNvGrpSpPr/>
          <p:nvPr/>
        </p:nvGrpSpPr>
        <p:grpSpPr>
          <a:xfrm>
            <a:off x="5534660" y="2013585"/>
            <a:ext cx="2697480" cy="651510"/>
            <a:chOff x="1719" y="3692"/>
            <a:chExt cx="2266" cy="771"/>
          </a:xfrm>
        </p:grpSpPr>
        <p:sp>
          <p:nvSpPr>
            <p:cNvPr id="72" name="图形"/>
            <p:cNvSpPr/>
            <p:nvPr>
              <p:custDataLst>
                <p:tags r:id="rId2"/>
              </p:custDataLst>
            </p:nvPr>
          </p:nvSpPr>
          <p:spPr>
            <a:xfrm>
              <a:off x="1719" y="3692"/>
              <a:ext cx="2266" cy="771"/>
            </a:xfrm>
            <a:prstGeom prst="homePlat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" tIns="36576" rIns="73152" bIns="36576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75" name="图形"/>
            <p:cNvSpPr txBox="1"/>
            <p:nvPr>
              <p:custDataLst>
                <p:tags r:id="rId3"/>
              </p:custDataLst>
            </p:nvPr>
          </p:nvSpPr>
          <p:spPr>
            <a:xfrm>
              <a:off x="1719" y="3702"/>
              <a:ext cx="2268" cy="6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zh-CN" altLang="zh-CN" sz="3200" b="1">
                  <a:solidFill>
                    <a:schemeClr val="bg1"/>
                  </a:solidFill>
                  <a:uFillTx/>
                  <a:latin typeface="宋体" panose="02010600030101010101" pitchFamily="2" charset="-122"/>
                  <a:ea typeface="阿里巴巴普惠体"/>
                  <a:cs typeface="阿里巴巴普惠体" panose="00020600040101010101" charset="-122"/>
                  <a:sym typeface="宋体" panose="02010600030101010101" pitchFamily="2" charset="-122"/>
                </a:rPr>
                <a:t>PART 3</a:t>
              </a:r>
            </a:p>
          </p:txBody>
        </p:sp>
      </p:grpSp>
      <p:sp>
        <p:nvSpPr>
          <p:cNvPr id="28" name="图形"/>
          <p:cNvSpPr/>
          <p:nvPr userDrawn="1"/>
        </p:nvSpPr>
        <p:spPr>
          <a:xfrm rot="780000">
            <a:off x="4725671" y="-282575"/>
            <a:ext cx="1916067" cy="2917502"/>
          </a:xfrm>
          <a:custGeom>
            <a:avLst/>
            <a:gdLst>
              <a:gd name="connsiteX0" fmla="*/ 376361 w 376361"/>
              <a:gd name="connsiteY0" fmla="*/ 0 h 573066"/>
              <a:gd name="connsiteX1" fmla="*/ 33524 w 376361"/>
              <a:gd name="connsiteY1" fmla="*/ 573067 h 573066"/>
              <a:gd name="connsiteX2" fmla="*/ 0 w 376361"/>
              <a:gd name="connsiteY2" fmla="*/ 573067 h 573066"/>
              <a:gd name="connsiteX3" fmla="*/ 342837 w 376361"/>
              <a:gd name="connsiteY3" fmla="*/ 0 h 573066"/>
              <a:gd name="connsiteX4" fmla="*/ 376361 w 376361"/>
              <a:gd name="connsiteY4" fmla="*/ 0 h 573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361" h="573066">
                <a:moveTo>
                  <a:pt x="376361" y="0"/>
                </a:moveTo>
                <a:lnTo>
                  <a:pt x="33524" y="573067"/>
                </a:lnTo>
                <a:lnTo>
                  <a:pt x="0" y="573067"/>
                </a:lnTo>
                <a:lnTo>
                  <a:pt x="342837" y="0"/>
                </a:lnTo>
                <a:lnTo>
                  <a:pt x="376361" y="0"/>
                </a:lnTo>
                <a:close/>
              </a:path>
            </a:pathLst>
          </a:custGeom>
          <a:gradFill>
            <a:gsLst>
              <a:gs pos="2000">
                <a:schemeClr val="bg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27" name="文本框 26"/>
          <p:cNvSpPr txBox="1"/>
          <p:nvPr/>
        </p:nvSpPr>
        <p:spPr>
          <a:xfrm>
            <a:off x="4312920" y="2890520"/>
            <a:ext cx="6381115" cy="169989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50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资源化利用的必要性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1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30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1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2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33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4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35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6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7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38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9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40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资源化利用的必要性 &gt; 1. 环境保护</a:t>
            </a:r>
          </a:p>
        </p:txBody>
      </p:sp>
      <p:sp>
        <p:nvSpPr>
          <p:cNvPr id="16" name="KSO_Shape"/>
          <p:cNvSpPr/>
          <p:nvPr/>
        </p:nvSpPr>
        <p:spPr>
          <a:xfrm>
            <a:off x="8640165" y="2195145"/>
            <a:ext cx="2592632" cy="2802845"/>
          </a:xfrm>
          <a:custGeom>
            <a:avLst/>
            <a:gdLst>
              <a:gd name="T0" fmla="*/ 660065 w 1938337"/>
              <a:gd name="T1" fmla="*/ 1785471 h 2097088"/>
              <a:gd name="T2" fmla="*/ 1074391 w 1938337"/>
              <a:gd name="T3" fmla="*/ 1807357 h 2097088"/>
              <a:gd name="T4" fmla="*/ 1090030 w 1938337"/>
              <a:gd name="T5" fmla="*/ 1648866 h 2097088"/>
              <a:gd name="T6" fmla="*/ 997074 w 1938337"/>
              <a:gd name="T7" fmla="*/ 1410363 h 2097088"/>
              <a:gd name="T8" fmla="*/ 740470 w 1938337"/>
              <a:gd name="T9" fmla="*/ 1441863 h 2097088"/>
              <a:gd name="T10" fmla="*/ 1158685 w 1938337"/>
              <a:gd name="T11" fmla="*/ 241681 h 2097088"/>
              <a:gd name="T12" fmla="*/ 1062016 w 1938337"/>
              <a:gd name="T13" fmla="*/ 582817 h 2097088"/>
              <a:gd name="T14" fmla="*/ 959576 w 1938337"/>
              <a:gd name="T15" fmla="*/ 747370 h 2097088"/>
              <a:gd name="T16" fmla="*/ 1009593 w 1938337"/>
              <a:gd name="T17" fmla="*/ 758196 h 2097088"/>
              <a:gd name="T18" fmla="*/ 1186819 w 1938337"/>
              <a:gd name="T19" fmla="*/ 425240 h 2097088"/>
              <a:gd name="T20" fmla="*/ 1208221 w 1938337"/>
              <a:gd name="T21" fmla="*/ 203430 h 2097088"/>
              <a:gd name="T22" fmla="*/ 1278919 w 1938337"/>
              <a:gd name="T23" fmla="*/ 476964 h 2097088"/>
              <a:gd name="T24" fmla="*/ 1150989 w 1938337"/>
              <a:gd name="T25" fmla="*/ 722592 h 2097088"/>
              <a:gd name="T26" fmla="*/ 1014162 w 1938337"/>
              <a:gd name="T27" fmla="*/ 909759 h 2097088"/>
              <a:gd name="T28" fmla="*/ 967751 w 1938337"/>
              <a:gd name="T29" fmla="*/ 1018980 h 2097088"/>
              <a:gd name="T30" fmla="*/ 942502 w 1938337"/>
              <a:gd name="T31" fmla="*/ 1340628 h 2097088"/>
              <a:gd name="T32" fmla="*/ 793651 w 1938337"/>
              <a:gd name="T33" fmla="*/ 1348326 h 2097088"/>
              <a:gd name="T34" fmla="*/ 816977 w 1938337"/>
              <a:gd name="T35" fmla="*/ 1049292 h 2097088"/>
              <a:gd name="T36" fmla="*/ 791487 w 1938337"/>
              <a:gd name="T37" fmla="*/ 975676 h 2097088"/>
              <a:gd name="T38" fmla="*/ 746519 w 1938337"/>
              <a:gd name="T39" fmla="*/ 909759 h 2097088"/>
              <a:gd name="T40" fmla="*/ 605604 w 1938337"/>
              <a:gd name="T41" fmla="*/ 718020 h 2097088"/>
              <a:gd name="T42" fmla="*/ 481762 w 1938337"/>
              <a:gd name="T43" fmla="*/ 476964 h 2097088"/>
              <a:gd name="T44" fmla="*/ 249769 w 1938337"/>
              <a:gd name="T45" fmla="*/ 79798 h 2097088"/>
              <a:gd name="T46" fmla="*/ 371772 w 1938337"/>
              <a:gd name="T47" fmla="*/ 184379 h 2097088"/>
              <a:gd name="T48" fmla="*/ 406596 w 1938337"/>
              <a:gd name="T49" fmla="*/ 324302 h 2097088"/>
              <a:gd name="T50" fmla="*/ 340070 w 1938337"/>
              <a:gd name="T51" fmla="*/ 315887 h 2097088"/>
              <a:gd name="T52" fmla="*/ 270423 w 1938337"/>
              <a:gd name="T53" fmla="*/ 183417 h 2097088"/>
              <a:gd name="T54" fmla="*/ 154905 w 1938337"/>
              <a:gd name="T55" fmla="*/ 160097 h 2097088"/>
              <a:gd name="T56" fmla="*/ 86699 w 1938337"/>
              <a:gd name="T57" fmla="*/ 247368 h 2097088"/>
              <a:gd name="T58" fmla="*/ 88140 w 1938337"/>
              <a:gd name="T59" fmla="*/ 389454 h 2097088"/>
              <a:gd name="T60" fmla="*/ 182524 w 1938337"/>
              <a:gd name="T61" fmla="*/ 522885 h 2097088"/>
              <a:gd name="T62" fmla="*/ 498577 w 1938337"/>
              <a:gd name="T63" fmla="*/ 686368 h 2097088"/>
              <a:gd name="T64" fmla="*/ 627064 w 1938337"/>
              <a:gd name="T65" fmla="*/ 797921 h 2097088"/>
              <a:gd name="T66" fmla="*/ 589359 w 1938337"/>
              <a:gd name="T67" fmla="*/ 895530 h 2097088"/>
              <a:gd name="T68" fmla="*/ 492814 w 1938337"/>
              <a:gd name="T69" fmla="*/ 916446 h 2097088"/>
              <a:gd name="T70" fmla="*/ 499057 w 1938337"/>
              <a:gd name="T71" fmla="*/ 846965 h 2097088"/>
              <a:gd name="T72" fmla="*/ 548771 w 1938337"/>
              <a:gd name="T73" fmla="*/ 804171 h 2097088"/>
              <a:gd name="T74" fmla="*/ 311251 w 1938337"/>
              <a:gd name="T75" fmla="*/ 700312 h 2097088"/>
              <a:gd name="T76" fmla="*/ 62683 w 1938337"/>
              <a:gd name="T77" fmla="*/ 508700 h 2097088"/>
              <a:gd name="T78" fmla="*/ 0 w 1938337"/>
              <a:gd name="T79" fmla="*/ 316127 h 2097088"/>
              <a:gd name="T80" fmla="*/ 51155 w 1938337"/>
              <a:gd name="T81" fmla="*/ 141104 h 2097088"/>
              <a:gd name="T82" fmla="*/ 183004 w 1938337"/>
              <a:gd name="T83" fmla="*/ 72345 h 2097088"/>
              <a:gd name="T84" fmla="*/ 1687503 w 1938337"/>
              <a:gd name="T85" fmla="*/ 115139 h 2097088"/>
              <a:gd name="T86" fmla="*/ 1761162 w 1938337"/>
              <a:gd name="T87" fmla="*/ 288719 h 2097088"/>
              <a:gd name="T88" fmla="*/ 1723130 w 1938337"/>
              <a:gd name="T89" fmla="*/ 471917 h 2097088"/>
              <a:gd name="T90" fmla="*/ 1567869 w 1938337"/>
              <a:gd name="T91" fmla="*/ 633476 h 2097088"/>
              <a:gd name="T92" fmla="*/ 1225813 w 1938337"/>
              <a:gd name="T93" fmla="*/ 785419 h 2097088"/>
              <a:gd name="T94" fmla="*/ 1227979 w 1938337"/>
              <a:gd name="T95" fmla="*/ 836387 h 2097088"/>
              <a:gd name="T96" fmla="*/ 1282863 w 1938337"/>
              <a:gd name="T97" fmla="*/ 893847 h 2097088"/>
              <a:gd name="T98" fmla="*/ 1204630 w 1938337"/>
              <a:gd name="T99" fmla="*/ 915003 h 2097088"/>
              <a:gd name="T100" fmla="*/ 1135064 w 1938337"/>
              <a:gd name="T101" fmla="*/ 835907 h 2097088"/>
              <a:gd name="T102" fmla="*/ 1184410 w 1938337"/>
              <a:gd name="T103" fmla="*/ 715458 h 2097088"/>
              <a:gd name="T104" fmla="*/ 1474712 w 1938337"/>
              <a:gd name="T105" fmla="*/ 596452 h 2097088"/>
              <a:gd name="T106" fmla="*/ 1659100 w 1938337"/>
              <a:gd name="T107" fmla="*/ 424074 h 2097088"/>
              <a:gd name="T108" fmla="*/ 1681004 w 1938337"/>
              <a:gd name="T109" fmla="*/ 274295 h 2097088"/>
              <a:gd name="T110" fmla="*/ 1601569 w 1938337"/>
              <a:gd name="T111" fmla="*/ 158654 h 2097088"/>
              <a:gd name="T112" fmla="*/ 1482896 w 1938337"/>
              <a:gd name="T113" fmla="*/ 191350 h 2097088"/>
              <a:gd name="T114" fmla="*/ 1415256 w 1938337"/>
              <a:gd name="T115" fmla="*/ 325743 h 2097088"/>
              <a:gd name="T116" fmla="*/ 1349299 w 1938337"/>
              <a:gd name="T117" fmla="*/ 313963 h 2097088"/>
              <a:gd name="T118" fmla="*/ 1407793 w 1938337"/>
              <a:gd name="T119" fmla="*/ 156971 h 2097088"/>
              <a:gd name="T120" fmla="*/ 1549333 w 1938337"/>
              <a:gd name="T121" fmla="*/ 72585 h 20970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1938336" h="2097088">
                <a:moveTo>
                  <a:pt x="754655" y="1781504"/>
                </a:moveTo>
                <a:lnTo>
                  <a:pt x="755185" y="1787064"/>
                </a:lnTo>
                <a:lnTo>
                  <a:pt x="755185" y="1789976"/>
                </a:lnTo>
                <a:lnTo>
                  <a:pt x="754655" y="1793153"/>
                </a:lnTo>
                <a:lnTo>
                  <a:pt x="753861" y="1796065"/>
                </a:lnTo>
                <a:lnTo>
                  <a:pt x="753067" y="1798713"/>
                </a:lnTo>
                <a:lnTo>
                  <a:pt x="752009" y="1801360"/>
                </a:lnTo>
                <a:lnTo>
                  <a:pt x="750156" y="1803743"/>
                </a:lnTo>
                <a:lnTo>
                  <a:pt x="748568" y="1806391"/>
                </a:lnTo>
                <a:lnTo>
                  <a:pt x="746980" y="1808244"/>
                </a:lnTo>
                <a:lnTo>
                  <a:pt x="744598" y="1810362"/>
                </a:lnTo>
                <a:lnTo>
                  <a:pt x="742481" y="1812215"/>
                </a:lnTo>
                <a:lnTo>
                  <a:pt x="740099" y="1813804"/>
                </a:lnTo>
                <a:lnTo>
                  <a:pt x="737452" y="1815127"/>
                </a:lnTo>
                <a:lnTo>
                  <a:pt x="734805" y="1815922"/>
                </a:lnTo>
                <a:lnTo>
                  <a:pt x="731894" y="1816716"/>
                </a:lnTo>
                <a:lnTo>
                  <a:pt x="729247" y="1817245"/>
                </a:lnTo>
                <a:lnTo>
                  <a:pt x="726071" y="1817245"/>
                </a:lnTo>
                <a:lnTo>
                  <a:pt x="724483" y="1816981"/>
                </a:lnTo>
                <a:lnTo>
                  <a:pt x="724483" y="1965507"/>
                </a:lnTo>
                <a:lnTo>
                  <a:pt x="726071" y="1965507"/>
                </a:lnTo>
                <a:lnTo>
                  <a:pt x="729247" y="1965507"/>
                </a:lnTo>
                <a:lnTo>
                  <a:pt x="731894" y="1966036"/>
                </a:lnTo>
                <a:lnTo>
                  <a:pt x="734805" y="1966566"/>
                </a:lnTo>
                <a:lnTo>
                  <a:pt x="737452" y="1967625"/>
                </a:lnTo>
                <a:lnTo>
                  <a:pt x="740099" y="1969213"/>
                </a:lnTo>
                <a:lnTo>
                  <a:pt x="742481" y="1970537"/>
                </a:lnTo>
                <a:lnTo>
                  <a:pt x="744598" y="1972125"/>
                </a:lnTo>
                <a:lnTo>
                  <a:pt x="746980" y="1974243"/>
                </a:lnTo>
                <a:lnTo>
                  <a:pt x="748568" y="1976361"/>
                </a:lnTo>
                <a:lnTo>
                  <a:pt x="750156" y="1978744"/>
                </a:lnTo>
                <a:lnTo>
                  <a:pt x="752009" y="1981127"/>
                </a:lnTo>
                <a:lnTo>
                  <a:pt x="753067" y="1984039"/>
                </a:lnTo>
                <a:lnTo>
                  <a:pt x="753861" y="1986687"/>
                </a:lnTo>
                <a:lnTo>
                  <a:pt x="754655" y="1989599"/>
                </a:lnTo>
                <a:lnTo>
                  <a:pt x="755185" y="1992776"/>
                </a:lnTo>
                <a:lnTo>
                  <a:pt x="755185" y="1995688"/>
                </a:lnTo>
                <a:lnTo>
                  <a:pt x="755185" y="1996747"/>
                </a:lnTo>
                <a:lnTo>
                  <a:pt x="1181565" y="1996747"/>
                </a:lnTo>
                <a:lnTo>
                  <a:pt x="1181301" y="1995688"/>
                </a:lnTo>
                <a:lnTo>
                  <a:pt x="1181565" y="1992776"/>
                </a:lnTo>
                <a:lnTo>
                  <a:pt x="1181830" y="1989599"/>
                </a:lnTo>
                <a:lnTo>
                  <a:pt x="1182624" y="1986687"/>
                </a:lnTo>
                <a:lnTo>
                  <a:pt x="1183683" y="1984039"/>
                </a:lnTo>
                <a:lnTo>
                  <a:pt x="1184741" y="1981127"/>
                </a:lnTo>
                <a:lnTo>
                  <a:pt x="1186329" y="1978744"/>
                </a:lnTo>
                <a:lnTo>
                  <a:pt x="1187917" y="1976361"/>
                </a:lnTo>
                <a:lnTo>
                  <a:pt x="1189770" y="1974243"/>
                </a:lnTo>
                <a:lnTo>
                  <a:pt x="1191887" y="1972125"/>
                </a:lnTo>
                <a:lnTo>
                  <a:pt x="1194005" y="1970537"/>
                </a:lnTo>
                <a:lnTo>
                  <a:pt x="1196651" y="1969213"/>
                </a:lnTo>
                <a:lnTo>
                  <a:pt x="1199033" y="1967625"/>
                </a:lnTo>
                <a:lnTo>
                  <a:pt x="1201680" y="1966566"/>
                </a:lnTo>
                <a:lnTo>
                  <a:pt x="1204591" y="1966036"/>
                </a:lnTo>
                <a:lnTo>
                  <a:pt x="1207238" y="1965507"/>
                </a:lnTo>
                <a:lnTo>
                  <a:pt x="1210414" y="1965507"/>
                </a:lnTo>
                <a:lnTo>
                  <a:pt x="1212002" y="1965507"/>
                </a:lnTo>
                <a:lnTo>
                  <a:pt x="1212002" y="1816981"/>
                </a:lnTo>
                <a:lnTo>
                  <a:pt x="1210414" y="1817245"/>
                </a:lnTo>
                <a:lnTo>
                  <a:pt x="1207238" y="1817245"/>
                </a:lnTo>
                <a:lnTo>
                  <a:pt x="1204591" y="1816716"/>
                </a:lnTo>
                <a:lnTo>
                  <a:pt x="1201680" y="1815922"/>
                </a:lnTo>
                <a:lnTo>
                  <a:pt x="1199033" y="1815127"/>
                </a:lnTo>
                <a:lnTo>
                  <a:pt x="1196651" y="1813804"/>
                </a:lnTo>
                <a:lnTo>
                  <a:pt x="1194005" y="1812215"/>
                </a:lnTo>
                <a:lnTo>
                  <a:pt x="1191887" y="1810362"/>
                </a:lnTo>
                <a:lnTo>
                  <a:pt x="1189770" y="1808244"/>
                </a:lnTo>
                <a:lnTo>
                  <a:pt x="1187917" y="1806391"/>
                </a:lnTo>
                <a:lnTo>
                  <a:pt x="1186329" y="1803743"/>
                </a:lnTo>
                <a:lnTo>
                  <a:pt x="1184741" y="1801360"/>
                </a:lnTo>
                <a:lnTo>
                  <a:pt x="1183683" y="1798713"/>
                </a:lnTo>
                <a:lnTo>
                  <a:pt x="1182624" y="1796065"/>
                </a:lnTo>
                <a:lnTo>
                  <a:pt x="1181830" y="1793153"/>
                </a:lnTo>
                <a:lnTo>
                  <a:pt x="1181565" y="1789976"/>
                </a:lnTo>
                <a:lnTo>
                  <a:pt x="1181301" y="1787064"/>
                </a:lnTo>
                <a:lnTo>
                  <a:pt x="1182095" y="1781504"/>
                </a:lnTo>
                <a:lnTo>
                  <a:pt x="754655" y="1781504"/>
                </a:lnTo>
                <a:close/>
                <a:moveTo>
                  <a:pt x="555625" y="1681163"/>
                </a:moveTo>
                <a:lnTo>
                  <a:pt x="1381125" y="1681163"/>
                </a:lnTo>
                <a:lnTo>
                  <a:pt x="1381125" y="2097088"/>
                </a:lnTo>
                <a:lnTo>
                  <a:pt x="555625" y="2097088"/>
                </a:lnTo>
                <a:lnTo>
                  <a:pt x="555625" y="1681163"/>
                </a:lnTo>
                <a:close/>
                <a:moveTo>
                  <a:pt x="846057" y="1552575"/>
                </a:moveTo>
                <a:lnTo>
                  <a:pt x="1096781" y="1552575"/>
                </a:lnTo>
                <a:lnTo>
                  <a:pt x="1104997" y="1562178"/>
                </a:lnTo>
                <a:lnTo>
                  <a:pt x="1112683" y="1571246"/>
                </a:lnTo>
                <a:lnTo>
                  <a:pt x="1120634" y="1579515"/>
                </a:lnTo>
                <a:lnTo>
                  <a:pt x="1128320" y="1587517"/>
                </a:lnTo>
                <a:lnTo>
                  <a:pt x="1135741" y="1594986"/>
                </a:lnTo>
                <a:lnTo>
                  <a:pt x="1143162" y="1602188"/>
                </a:lnTo>
                <a:lnTo>
                  <a:pt x="1150583" y="1608856"/>
                </a:lnTo>
                <a:lnTo>
                  <a:pt x="1157474" y="1614991"/>
                </a:lnTo>
                <a:lnTo>
                  <a:pt x="1170726" y="1626461"/>
                </a:lnTo>
                <a:lnTo>
                  <a:pt x="1182917" y="1636063"/>
                </a:lnTo>
                <a:lnTo>
                  <a:pt x="1193784" y="1644065"/>
                </a:lnTo>
                <a:lnTo>
                  <a:pt x="1203325" y="1651000"/>
                </a:lnTo>
                <a:lnTo>
                  <a:pt x="738187" y="1651000"/>
                </a:lnTo>
                <a:lnTo>
                  <a:pt x="747993" y="1644065"/>
                </a:lnTo>
                <a:lnTo>
                  <a:pt x="759125" y="1635796"/>
                </a:lnTo>
                <a:lnTo>
                  <a:pt x="771582" y="1626194"/>
                </a:lnTo>
                <a:lnTo>
                  <a:pt x="785098" y="1614724"/>
                </a:lnTo>
                <a:lnTo>
                  <a:pt x="792254" y="1608589"/>
                </a:lnTo>
                <a:lnTo>
                  <a:pt x="799675" y="1601921"/>
                </a:lnTo>
                <a:lnTo>
                  <a:pt x="807096" y="1594986"/>
                </a:lnTo>
                <a:lnTo>
                  <a:pt x="814517" y="1587251"/>
                </a:lnTo>
                <a:lnTo>
                  <a:pt x="822468" y="1579249"/>
                </a:lnTo>
                <a:lnTo>
                  <a:pt x="830419" y="1570980"/>
                </a:lnTo>
                <a:lnTo>
                  <a:pt x="838106" y="1562178"/>
                </a:lnTo>
                <a:lnTo>
                  <a:pt x="846057" y="1552575"/>
                </a:lnTo>
                <a:close/>
                <a:moveTo>
                  <a:pt x="1307617" y="216793"/>
                </a:moveTo>
                <a:lnTo>
                  <a:pt x="1304708" y="217057"/>
                </a:lnTo>
                <a:lnTo>
                  <a:pt x="1301269" y="217587"/>
                </a:lnTo>
                <a:lnTo>
                  <a:pt x="1298095" y="218646"/>
                </a:lnTo>
                <a:lnTo>
                  <a:pt x="1295449" y="219971"/>
                </a:lnTo>
                <a:lnTo>
                  <a:pt x="1292540" y="221295"/>
                </a:lnTo>
                <a:lnTo>
                  <a:pt x="1289630" y="223149"/>
                </a:lnTo>
                <a:lnTo>
                  <a:pt x="1287514" y="225002"/>
                </a:lnTo>
                <a:lnTo>
                  <a:pt x="1285133" y="227121"/>
                </a:lnTo>
                <a:lnTo>
                  <a:pt x="1283017" y="229505"/>
                </a:lnTo>
                <a:lnTo>
                  <a:pt x="1281166" y="232153"/>
                </a:lnTo>
                <a:lnTo>
                  <a:pt x="1279578" y="234801"/>
                </a:lnTo>
                <a:lnTo>
                  <a:pt x="1278256" y="237714"/>
                </a:lnTo>
                <a:lnTo>
                  <a:pt x="1277462" y="240892"/>
                </a:lnTo>
                <a:lnTo>
                  <a:pt x="1276404" y="243805"/>
                </a:lnTo>
                <a:lnTo>
                  <a:pt x="1276140" y="247248"/>
                </a:lnTo>
                <a:lnTo>
                  <a:pt x="1274553" y="266051"/>
                </a:lnTo>
                <a:lnTo>
                  <a:pt x="1272965" y="284590"/>
                </a:lnTo>
                <a:lnTo>
                  <a:pt x="1270585" y="303128"/>
                </a:lnTo>
                <a:lnTo>
                  <a:pt x="1268204" y="321931"/>
                </a:lnTo>
                <a:lnTo>
                  <a:pt x="1265295" y="340470"/>
                </a:lnTo>
                <a:lnTo>
                  <a:pt x="1262385" y="359008"/>
                </a:lnTo>
                <a:lnTo>
                  <a:pt x="1258946" y="377546"/>
                </a:lnTo>
                <a:lnTo>
                  <a:pt x="1255243" y="396349"/>
                </a:lnTo>
                <a:lnTo>
                  <a:pt x="1251275" y="414888"/>
                </a:lnTo>
                <a:lnTo>
                  <a:pt x="1246778" y="433161"/>
                </a:lnTo>
                <a:lnTo>
                  <a:pt x="1242282" y="451435"/>
                </a:lnTo>
                <a:lnTo>
                  <a:pt x="1237256" y="469443"/>
                </a:lnTo>
                <a:lnTo>
                  <a:pt x="1231965" y="487187"/>
                </a:lnTo>
                <a:lnTo>
                  <a:pt x="1225882" y="505196"/>
                </a:lnTo>
                <a:lnTo>
                  <a:pt x="1220062" y="522940"/>
                </a:lnTo>
                <a:lnTo>
                  <a:pt x="1213714" y="540418"/>
                </a:lnTo>
                <a:lnTo>
                  <a:pt x="1206836" y="557897"/>
                </a:lnTo>
                <a:lnTo>
                  <a:pt x="1199959" y="575112"/>
                </a:lnTo>
                <a:lnTo>
                  <a:pt x="1192552" y="591796"/>
                </a:lnTo>
                <a:lnTo>
                  <a:pt x="1184617" y="608745"/>
                </a:lnTo>
                <a:lnTo>
                  <a:pt x="1176681" y="625430"/>
                </a:lnTo>
                <a:lnTo>
                  <a:pt x="1168217" y="641585"/>
                </a:lnTo>
                <a:lnTo>
                  <a:pt x="1159223" y="658004"/>
                </a:lnTo>
                <a:lnTo>
                  <a:pt x="1150230" y="673629"/>
                </a:lnTo>
                <a:lnTo>
                  <a:pt x="1140443" y="689255"/>
                </a:lnTo>
                <a:lnTo>
                  <a:pt x="1130391" y="704615"/>
                </a:lnTo>
                <a:lnTo>
                  <a:pt x="1120075" y="719445"/>
                </a:lnTo>
                <a:lnTo>
                  <a:pt x="1109494" y="734276"/>
                </a:lnTo>
                <a:lnTo>
                  <a:pt x="1098385" y="748842"/>
                </a:lnTo>
                <a:lnTo>
                  <a:pt x="1087010" y="762878"/>
                </a:lnTo>
                <a:lnTo>
                  <a:pt x="1075107" y="776650"/>
                </a:lnTo>
                <a:lnTo>
                  <a:pt x="1062939" y="789891"/>
                </a:lnTo>
                <a:lnTo>
                  <a:pt x="1060559" y="792275"/>
                </a:lnTo>
                <a:lnTo>
                  <a:pt x="1058971" y="795188"/>
                </a:lnTo>
                <a:lnTo>
                  <a:pt x="1057120" y="797836"/>
                </a:lnTo>
                <a:lnTo>
                  <a:pt x="1056062" y="801014"/>
                </a:lnTo>
                <a:lnTo>
                  <a:pt x="1055004" y="803927"/>
                </a:lnTo>
                <a:lnTo>
                  <a:pt x="1054475" y="806840"/>
                </a:lnTo>
                <a:lnTo>
                  <a:pt x="1054210" y="810283"/>
                </a:lnTo>
                <a:lnTo>
                  <a:pt x="1054210" y="813461"/>
                </a:lnTo>
                <a:lnTo>
                  <a:pt x="1054210" y="816374"/>
                </a:lnTo>
                <a:lnTo>
                  <a:pt x="1054739" y="819552"/>
                </a:lnTo>
                <a:lnTo>
                  <a:pt x="1055533" y="822730"/>
                </a:lnTo>
                <a:lnTo>
                  <a:pt x="1056591" y="825379"/>
                </a:lnTo>
                <a:lnTo>
                  <a:pt x="1058178" y="828292"/>
                </a:lnTo>
                <a:lnTo>
                  <a:pt x="1060030" y="831205"/>
                </a:lnTo>
                <a:lnTo>
                  <a:pt x="1061881" y="833588"/>
                </a:lnTo>
                <a:lnTo>
                  <a:pt x="1064262" y="836237"/>
                </a:lnTo>
                <a:lnTo>
                  <a:pt x="1066907" y="838355"/>
                </a:lnTo>
                <a:lnTo>
                  <a:pt x="1069552" y="840209"/>
                </a:lnTo>
                <a:lnTo>
                  <a:pt x="1072462" y="841798"/>
                </a:lnTo>
                <a:lnTo>
                  <a:pt x="1075107" y="842858"/>
                </a:lnTo>
                <a:lnTo>
                  <a:pt x="1078281" y="843917"/>
                </a:lnTo>
                <a:lnTo>
                  <a:pt x="1081455" y="844712"/>
                </a:lnTo>
                <a:lnTo>
                  <a:pt x="1084365" y="844976"/>
                </a:lnTo>
                <a:lnTo>
                  <a:pt x="1087539" y="845241"/>
                </a:lnTo>
                <a:lnTo>
                  <a:pt x="1090978" y="844976"/>
                </a:lnTo>
                <a:lnTo>
                  <a:pt x="1093888" y="844447"/>
                </a:lnTo>
                <a:lnTo>
                  <a:pt x="1096797" y="843387"/>
                </a:lnTo>
                <a:lnTo>
                  <a:pt x="1099972" y="842328"/>
                </a:lnTo>
                <a:lnTo>
                  <a:pt x="1102617" y="841004"/>
                </a:lnTo>
                <a:lnTo>
                  <a:pt x="1105526" y="838885"/>
                </a:lnTo>
                <a:lnTo>
                  <a:pt x="1108172" y="837031"/>
                </a:lnTo>
                <a:lnTo>
                  <a:pt x="1110552" y="834648"/>
                </a:lnTo>
                <a:lnTo>
                  <a:pt x="1124043" y="819817"/>
                </a:lnTo>
                <a:lnTo>
                  <a:pt x="1137004" y="804722"/>
                </a:lnTo>
                <a:lnTo>
                  <a:pt x="1149701" y="789097"/>
                </a:lnTo>
                <a:lnTo>
                  <a:pt x="1161604" y="773471"/>
                </a:lnTo>
                <a:lnTo>
                  <a:pt x="1173507" y="757581"/>
                </a:lnTo>
                <a:lnTo>
                  <a:pt x="1184617" y="740897"/>
                </a:lnTo>
                <a:lnTo>
                  <a:pt x="1195727" y="724213"/>
                </a:lnTo>
                <a:lnTo>
                  <a:pt x="1206043" y="707528"/>
                </a:lnTo>
                <a:lnTo>
                  <a:pt x="1216094" y="690049"/>
                </a:lnTo>
                <a:lnTo>
                  <a:pt x="1225617" y="672570"/>
                </a:lnTo>
                <a:lnTo>
                  <a:pt x="1234875" y="654826"/>
                </a:lnTo>
                <a:lnTo>
                  <a:pt x="1243604" y="637082"/>
                </a:lnTo>
                <a:lnTo>
                  <a:pt x="1252069" y="618809"/>
                </a:lnTo>
                <a:lnTo>
                  <a:pt x="1260269" y="600536"/>
                </a:lnTo>
                <a:lnTo>
                  <a:pt x="1267940" y="581997"/>
                </a:lnTo>
                <a:lnTo>
                  <a:pt x="1274817" y="563459"/>
                </a:lnTo>
                <a:lnTo>
                  <a:pt x="1281959" y="544656"/>
                </a:lnTo>
                <a:lnTo>
                  <a:pt x="1288307" y="525853"/>
                </a:lnTo>
                <a:lnTo>
                  <a:pt x="1294127" y="506785"/>
                </a:lnTo>
                <a:lnTo>
                  <a:pt x="1300211" y="487187"/>
                </a:lnTo>
                <a:lnTo>
                  <a:pt x="1305501" y="468119"/>
                </a:lnTo>
                <a:lnTo>
                  <a:pt x="1310262" y="448786"/>
                </a:lnTo>
                <a:lnTo>
                  <a:pt x="1315024" y="429188"/>
                </a:lnTo>
                <a:lnTo>
                  <a:pt x="1319256" y="409591"/>
                </a:lnTo>
                <a:lnTo>
                  <a:pt x="1323224" y="389993"/>
                </a:lnTo>
                <a:lnTo>
                  <a:pt x="1326662" y="370396"/>
                </a:lnTo>
                <a:lnTo>
                  <a:pt x="1330101" y="350798"/>
                </a:lnTo>
                <a:lnTo>
                  <a:pt x="1333011" y="330936"/>
                </a:lnTo>
                <a:lnTo>
                  <a:pt x="1335391" y="311338"/>
                </a:lnTo>
                <a:lnTo>
                  <a:pt x="1337772" y="291475"/>
                </a:lnTo>
                <a:lnTo>
                  <a:pt x="1339624" y="271613"/>
                </a:lnTo>
                <a:lnTo>
                  <a:pt x="1341475" y="252015"/>
                </a:lnTo>
                <a:lnTo>
                  <a:pt x="1341475" y="248572"/>
                </a:lnTo>
                <a:lnTo>
                  <a:pt x="1341211" y="245659"/>
                </a:lnTo>
                <a:lnTo>
                  <a:pt x="1340417" y="242216"/>
                </a:lnTo>
                <a:lnTo>
                  <a:pt x="1339624" y="239039"/>
                </a:lnTo>
                <a:lnTo>
                  <a:pt x="1338566" y="236390"/>
                </a:lnTo>
                <a:lnTo>
                  <a:pt x="1337243" y="233477"/>
                </a:lnTo>
                <a:lnTo>
                  <a:pt x="1335391" y="230829"/>
                </a:lnTo>
                <a:lnTo>
                  <a:pt x="1333540" y="228445"/>
                </a:lnTo>
                <a:lnTo>
                  <a:pt x="1331159" y="226062"/>
                </a:lnTo>
                <a:lnTo>
                  <a:pt x="1329043" y="223943"/>
                </a:lnTo>
                <a:lnTo>
                  <a:pt x="1326398" y="222089"/>
                </a:lnTo>
                <a:lnTo>
                  <a:pt x="1323753" y="220500"/>
                </a:lnTo>
                <a:lnTo>
                  <a:pt x="1320579" y="219176"/>
                </a:lnTo>
                <a:lnTo>
                  <a:pt x="1317669" y="218382"/>
                </a:lnTo>
                <a:lnTo>
                  <a:pt x="1314495" y="217322"/>
                </a:lnTo>
                <a:lnTo>
                  <a:pt x="1311056" y="217057"/>
                </a:lnTo>
                <a:lnTo>
                  <a:pt x="1307617" y="216793"/>
                </a:lnTo>
                <a:close/>
                <a:moveTo>
                  <a:pt x="442912" y="112713"/>
                </a:moveTo>
                <a:lnTo>
                  <a:pt x="1493837" y="112713"/>
                </a:lnTo>
                <a:lnTo>
                  <a:pt x="1485637" y="163826"/>
                </a:lnTo>
                <a:lnTo>
                  <a:pt x="1477172" y="211761"/>
                </a:lnTo>
                <a:lnTo>
                  <a:pt x="1468708" y="257312"/>
                </a:lnTo>
                <a:lnTo>
                  <a:pt x="1460508" y="299685"/>
                </a:lnTo>
                <a:lnTo>
                  <a:pt x="1452308" y="339145"/>
                </a:lnTo>
                <a:lnTo>
                  <a:pt x="1444372" y="375427"/>
                </a:lnTo>
                <a:lnTo>
                  <a:pt x="1436437" y="408532"/>
                </a:lnTo>
                <a:lnTo>
                  <a:pt x="1429559" y="438723"/>
                </a:lnTo>
                <a:lnTo>
                  <a:pt x="1422682" y="465471"/>
                </a:lnTo>
                <a:lnTo>
                  <a:pt x="1416598" y="488776"/>
                </a:lnTo>
                <a:lnTo>
                  <a:pt x="1411308" y="508638"/>
                </a:lnTo>
                <a:lnTo>
                  <a:pt x="1406811" y="525058"/>
                </a:lnTo>
                <a:lnTo>
                  <a:pt x="1399934" y="547304"/>
                </a:lnTo>
                <a:lnTo>
                  <a:pt x="1397817" y="554719"/>
                </a:lnTo>
                <a:lnTo>
                  <a:pt x="1394114" y="564518"/>
                </a:lnTo>
                <a:lnTo>
                  <a:pt x="1390146" y="574847"/>
                </a:lnTo>
                <a:lnTo>
                  <a:pt x="1385914" y="585440"/>
                </a:lnTo>
                <a:lnTo>
                  <a:pt x="1380888" y="596563"/>
                </a:lnTo>
                <a:lnTo>
                  <a:pt x="1375863" y="608216"/>
                </a:lnTo>
                <a:lnTo>
                  <a:pt x="1370308" y="620398"/>
                </a:lnTo>
                <a:lnTo>
                  <a:pt x="1364224" y="632580"/>
                </a:lnTo>
                <a:lnTo>
                  <a:pt x="1357875" y="645027"/>
                </a:lnTo>
                <a:lnTo>
                  <a:pt x="1351263" y="658004"/>
                </a:lnTo>
                <a:lnTo>
                  <a:pt x="1343856" y="671246"/>
                </a:lnTo>
                <a:lnTo>
                  <a:pt x="1336714" y="684488"/>
                </a:lnTo>
                <a:lnTo>
                  <a:pt x="1328779" y="698259"/>
                </a:lnTo>
                <a:lnTo>
                  <a:pt x="1320579" y="711501"/>
                </a:lnTo>
                <a:lnTo>
                  <a:pt x="1312379" y="725537"/>
                </a:lnTo>
                <a:lnTo>
                  <a:pt x="1303649" y="739573"/>
                </a:lnTo>
                <a:lnTo>
                  <a:pt x="1294656" y="753609"/>
                </a:lnTo>
                <a:lnTo>
                  <a:pt x="1285133" y="767645"/>
                </a:lnTo>
                <a:lnTo>
                  <a:pt x="1275875" y="781416"/>
                </a:lnTo>
                <a:lnTo>
                  <a:pt x="1266088" y="795453"/>
                </a:lnTo>
                <a:lnTo>
                  <a:pt x="1256036" y="809489"/>
                </a:lnTo>
                <a:lnTo>
                  <a:pt x="1245720" y="823260"/>
                </a:lnTo>
                <a:lnTo>
                  <a:pt x="1235140" y="836767"/>
                </a:lnTo>
                <a:lnTo>
                  <a:pt x="1224559" y="850273"/>
                </a:lnTo>
                <a:lnTo>
                  <a:pt x="1213714" y="863779"/>
                </a:lnTo>
                <a:lnTo>
                  <a:pt x="1202340" y="877021"/>
                </a:lnTo>
                <a:lnTo>
                  <a:pt x="1191230" y="889468"/>
                </a:lnTo>
                <a:lnTo>
                  <a:pt x="1179591" y="902180"/>
                </a:lnTo>
                <a:lnTo>
                  <a:pt x="1167952" y="914627"/>
                </a:lnTo>
                <a:lnTo>
                  <a:pt x="1156049" y="926280"/>
                </a:lnTo>
                <a:lnTo>
                  <a:pt x="1144146" y="937933"/>
                </a:lnTo>
                <a:lnTo>
                  <a:pt x="1132243" y="949056"/>
                </a:lnTo>
                <a:lnTo>
                  <a:pt x="1119810" y="959914"/>
                </a:lnTo>
                <a:lnTo>
                  <a:pt x="1119810" y="992753"/>
                </a:lnTo>
                <a:lnTo>
                  <a:pt x="1119810" y="993548"/>
                </a:lnTo>
                <a:lnTo>
                  <a:pt x="1119546" y="994872"/>
                </a:lnTo>
                <a:lnTo>
                  <a:pt x="1119546" y="995666"/>
                </a:lnTo>
                <a:lnTo>
                  <a:pt x="1119546" y="996196"/>
                </a:lnTo>
                <a:lnTo>
                  <a:pt x="1119281" y="995931"/>
                </a:lnTo>
                <a:lnTo>
                  <a:pt x="1117694" y="998579"/>
                </a:lnTo>
                <a:lnTo>
                  <a:pt x="1115578" y="1001493"/>
                </a:lnTo>
                <a:lnTo>
                  <a:pt x="1112668" y="1004671"/>
                </a:lnTo>
                <a:lnTo>
                  <a:pt x="1109230" y="1007849"/>
                </a:lnTo>
                <a:lnTo>
                  <a:pt x="1101294" y="1015529"/>
                </a:lnTo>
                <a:lnTo>
                  <a:pt x="1096797" y="1020031"/>
                </a:lnTo>
                <a:lnTo>
                  <a:pt x="1092301" y="1024798"/>
                </a:lnTo>
                <a:lnTo>
                  <a:pt x="1087804" y="1030095"/>
                </a:lnTo>
                <a:lnTo>
                  <a:pt x="1083307" y="1035921"/>
                </a:lnTo>
                <a:lnTo>
                  <a:pt x="1079075" y="1042807"/>
                </a:lnTo>
                <a:lnTo>
                  <a:pt x="1074843" y="1050222"/>
                </a:lnTo>
                <a:lnTo>
                  <a:pt x="1073255" y="1053930"/>
                </a:lnTo>
                <a:lnTo>
                  <a:pt x="1071668" y="1057902"/>
                </a:lnTo>
                <a:lnTo>
                  <a:pt x="1069817" y="1062404"/>
                </a:lnTo>
                <a:lnTo>
                  <a:pt x="1068230" y="1066906"/>
                </a:lnTo>
                <a:lnTo>
                  <a:pt x="1066907" y="1071673"/>
                </a:lnTo>
                <a:lnTo>
                  <a:pt x="1065584" y="1076440"/>
                </a:lnTo>
                <a:lnTo>
                  <a:pt x="1064526" y="1081737"/>
                </a:lnTo>
                <a:lnTo>
                  <a:pt x="1063733" y="1087298"/>
                </a:lnTo>
                <a:lnTo>
                  <a:pt x="1064526" y="1089152"/>
                </a:lnTo>
                <a:lnTo>
                  <a:pt x="1064262" y="1120932"/>
                </a:lnTo>
                <a:lnTo>
                  <a:pt x="1064262" y="1121727"/>
                </a:lnTo>
                <a:lnTo>
                  <a:pt x="1064526" y="1121727"/>
                </a:lnTo>
                <a:lnTo>
                  <a:pt x="1063468" y="1124640"/>
                </a:lnTo>
                <a:lnTo>
                  <a:pt x="1062675" y="1127023"/>
                </a:lnTo>
                <a:lnTo>
                  <a:pt x="1060823" y="1130466"/>
                </a:lnTo>
                <a:lnTo>
                  <a:pt x="1058707" y="1134704"/>
                </a:lnTo>
                <a:lnTo>
                  <a:pt x="1055268" y="1139735"/>
                </a:lnTo>
                <a:lnTo>
                  <a:pt x="1053681" y="1142119"/>
                </a:lnTo>
                <a:lnTo>
                  <a:pt x="1051829" y="1144238"/>
                </a:lnTo>
                <a:lnTo>
                  <a:pt x="1048655" y="1147945"/>
                </a:lnTo>
                <a:lnTo>
                  <a:pt x="1044952" y="1150858"/>
                </a:lnTo>
                <a:lnTo>
                  <a:pt x="1041513" y="1153242"/>
                </a:lnTo>
                <a:lnTo>
                  <a:pt x="1036488" y="1156420"/>
                </a:lnTo>
                <a:lnTo>
                  <a:pt x="1035165" y="1157214"/>
                </a:lnTo>
                <a:lnTo>
                  <a:pt x="1034107" y="1157744"/>
                </a:lnTo>
                <a:lnTo>
                  <a:pt x="1030933" y="1159333"/>
                </a:lnTo>
                <a:lnTo>
                  <a:pt x="1026436" y="1161187"/>
                </a:lnTo>
                <a:lnTo>
                  <a:pt x="1017971" y="1163570"/>
                </a:lnTo>
                <a:lnTo>
                  <a:pt x="1016120" y="1168337"/>
                </a:lnTo>
                <a:lnTo>
                  <a:pt x="1016120" y="1454092"/>
                </a:lnTo>
                <a:lnTo>
                  <a:pt x="1015855" y="1473160"/>
                </a:lnTo>
                <a:lnTo>
                  <a:pt x="1030404" y="1474749"/>
                </a:lnTo>
                <a:lnTo>
                  <a:pt x="1036752" y="1475808"/>
                </a:lnTo>
                <a:lnTo>
                  <a:pt x="1042571" y="1476868"/>
                </a:lnTo>
                <a:lnTo>
                  <a:pt x="1043365" y="1477133"/>
                </a:lnTo>
                <a:lnTo>
                  <a:pt x="1046275" y="1477662"/>
                </a:lnTo>
                <a:lnTo>
                  <a:pt x="1054210" y="1479516"/>
                </a:lnTo>
                <a:lnTo>
                  <a:pt x="1057120" y="1480840"/>
                </a:lnTo>
                <a:lnTo>
                  <a:pt x="1060030" y="1481635"/>
                </a:lnTo>
                <a:lnTo>
                  <a:pt x="1062410" y="1482959"/>
                </a:lnTo>
                <a:lnTo>
                  <a:pt x="1063733" y="1484018"/>
                </a:lnTo>
                <a:lnTo>
                  <a:pt x="1064791" y="1485342"/>
                </a:lnTo>
                <a:lnTo>
                  <a:pt x="1065055" y="1486667"/>
                </a:lnTo>
                <a:lnTo>
                  <a:pt x="1065320" y="1486667"/>
                </a:lnTo>
                <a:lnTo>
                  <a:pt x="1065320" y="1507588"/>
                </a:lnTo>
                <a:lnTo>
                  <a:pt x="1065320" y="1513944"/>
                </a:lnTo>
                <a:lnTo>
                  <a:pt x="1067436" y="1516063"/>
                </a:lnTo>
                <a:lnTo>
                  <a:pt x="871958" y="1516063"/>
                </a:lnTo>
                <a:lnTo>
                  <a:pt x="871958" y="1514739"/>
                </a:lnTo>
                <a:lnTo>
                  <a:pt x="871958" y="1507588"/>
                </a:lnTo>
                <a:lnTo>
                  <a:pt x="871958" y="1486667"/>
                </a:lnTo>
                <a:lnTo>
                  <a:pt x="872223" y="1486667"/>
                </a:lnTo>
                <a:lnTo>
                  <a:pt x="872487" y="1485607"/>
                </a:lnTo>
                <a:lnTo>
                  <a:pt x="873016" y="1484283"/>
                </a:lnTo>
                <a:lnTo>
                  <a:pt x="874074" y="1483489"/>
                </a:lnTo>
                <a:lnTo>
                  <a:pt x="875926" y="1482429"/>
                </a:lnTo>
                <a:lnTo>
                  <a:pt x="877778" y="1481635"/>
                </a:lnTo>
                <a:lnTo>
                  <a:pt x="880158" y="1480575"/>
                </a:lnTo>
                <a:lnTo>
                  <a:pt x="885978" y="1478722"/>
                </a:lnTo>
                <a:lnTo>
                  <a:pt x="892855" y="1477133"/>
                </a:lnTo>
                <a:lnTo>
                  <a:pt x="901319" y="1475808"/>
                </a:lnTo>
                <a:lnTo>
                  <a:pt x="910842" y="1474219"/>
                </a:lnTo>
                <a:lnTo>
                  <a:pt x="921423" y="1473160"/>
                </a:lnTo>
                <a:lnTo>
                  <a:pt x="921423" y="1454092"/>
                </a:lnTo>
                <a:lnTo>
                  <a:pt x="921423" y="1170721"/>
                </a:lnTo>
                <a:lnTo>
                  <a:pt x="920894" y="1170721"/>
                </a:lnTo>
                <a:lnTo>
                  <a:pt x="920894" y="1168602"/>
                </a:lnTo>
                <a:lnTo>
                  <a:pt x="920365" y="1167013"/>
                </a:lnTo>
                <a:lnTo>
                  <a:pt x="919836" y="1163835"/>
                </a:lnTo>
                <a:lnTo>
                  <a:pt x="913752" y="1161981"/>
                </a:lnTo>
                <a:lnTo>
                  <a:pt x="908197" y="1160128"/>
                </a:lnTo>
                <a:lnTo>
                  <a:pt x="902642" y="1157744"/>
                </a:lnTo>
                <a:lnTo>
                  <a:pt x="901849" y="1157214"/>
                </a:lnTo>
                <a:lnTo>
                  <a:pt x="900526" y="1156420"/>
                </a:lnTo>
                <a:lnTo>
                  <a:pt x="898674" y="1155096"/>
                </a:lnTo>
                <a:lnTo>
                  <a:pt x="895765" y="1153772"/>
                </a:lnTo>
                <a:lnTo>
                  <a:pt x="892590" y="1151653"/>
                </a:lnTo>
                <a:lnTo>
                  <a:pt x="889152" y="1148475"/>
                </a:lnTo>
                <a:lnTo>
                  <a:pt x="885449" y="1144502"/>
                </a:lnTo>
                <a:lnTo>
                  <a:pt x="881481" y="1139735"/>
                </a:lnTo>
                <a:lnTo>
                  <a:pt x="877778" y="1134439"/>
                </a:lnTo>
                <a:lnTo>
                  <a:pt x="876984" y="1133115"/>
                </a:lnTo>
                <a:lnTo>
                  <a:pt x="875397" y="1130201"/>
                </a:lnTo>
                <a:lnTo>
                  <a:pt x="874603" y="1129142"/>
                </a:lnTo>
                <a:lnTo>
                  <a:pt x="873545" y="1126759"/>
                </a:lnTo>
                <a:lnTo>
                  <a:pt x="873281" y="1125964"/>
                </a:lnTo>
                <a:lnTo>
                  <a:pt x="872752" y="1124110"/>
                </a:lnTo>
                <a:lnTo>
                  <a:pt x="872487" y="1124110"/>
                </a:lnTo>
                <a:lnTo>
                  <a:pt x="872487" y="1121992"/>
                </a:lnTo>
                <a:lnTo>
                  <a:pt x="872487" y="1121727"/>
                </a:lnTo>
                <a:lnTo>
                  <a:pt x="872487" y="1121197"/>
                </a:lnTo>
                <a:lnTo>
                  <a:pt x="872487" y="1120932"/>
                </a:lnTo>
                <a:lnTo>
                  <a:pt x="872487" y="1087034"/>
                </a:lnTo>
                <a:lnTo>
                  <a:pt x="872752" y="1087034"/>
                </a:lnTo>
                <a:lnTo>
                  <a:pt x="871694" y="1080413"/>
                </a:lnTo>
                <a:lnTo>
                  <a:pt x="870636" y="1074057"/>
                </a:lnTo>
                <a:lnTo>
                  <a:pt x="868784" y="1067966"/>
                </a:lnTo>
                <a:lnTo>
                  <a:pt x="866932" y="1062404"/>
                </a:lnTo>
                <a:lnTo>
                  <a:pt x="864816" y="1057108"/>
                </a:lnTo>
                <a:lnTo>
                  <a:pt x="862700" y="1052076"/>
                </a:lnTo>
                <a:lnTo>
                  <a:pt x="860319" y="1047574"/>
                </a:lnTo>
                <a:lnTo>
                  <a:pt x="857939" y="1043071"/>
                </a:lnTo>
                <a:lnTo>
                  <a:pt x="853707" y="1036980"/>
                </a:lnTo>
                <a:lnTo>
                  <a:pt x="853442" y="1035921"/>
                </a:lnTo>
                <a:lnTo>
                  <a:pt x="849474" y="1030889"/>
                </a:lnTo>
                <a:lnTo>
                  <a:pt x="848681" y="1029830"/>
                </a:lnTo>
                <a:lnTo>
                  <a:pt x="844977" y="1025328"/>
                </a:lnTo>
                <a:lnTo>
                  <a:pt x="844184" y="1024533"/>
                </a:lnTo>
                <a:lnTo>
                  <a:pt x="840216" y="1020296"/>
                </a:lnTo>
                <a:lnTo>
                  <a:pt x="839423" y="1019501"/>
                </a:lnTo>
                <a:lnTo>
                  <a:pt x="835719" y="1015794"/>
                </a:lnTo>
                <a:lnTo>
                  <a:pt x="834661" y="1014734"/>
                </a:lnTo>
                <a:lnTo>
                  <a:pt x="831487" y="1011556"/>
                </a:lnTo>
                <a:lnTo>
                  <a:pt x="827519" y="1008113"/>
                </a:lnTo>
                <a:lnTo>
                  <a:pt x="827255" y="1007849"/>
                </a:lnTo>
                <a:lnTo>
                  <a:pt x="823816" y="1004671"/>
                </a:lnTo>
                <a:lnTo>
                  <a:pt x="821171" y="1001493"/>
                </a:lnTo>
                <a:lnTo>
                  <a:pt x="818790" y="998579"/>
                </a:lnTo>
                <a:lnTo>
                  <a:pt x="817468" y="995931"/>
                </a:lnTo>
                <a:lnTo>
                  <a:pt x="817203" y="996196"/>
                </a:lnTo>
                <a:lnTo>
                  <a:pt x="816939" y="996196"/>
                </a:lnTo>
                <a:lnTo>
                  <a:pt x="816674" y="992753"/>
                </a:lnTo>
                <a:lnTo>
                  <a:pt x="816674" y="959649"/>
                </a:lnTo>
                <a:lnTo>
                  <a:pt x="807945" y="951969"/>
                </a:lnTo>
                <a:lnTo>
                  <a:pt x="798952" y="944024"/>
                </a:lnTo>
                <a:lnTo>
                  <a:pt x="790222" y="935549"/>
                </a:lnTo>
                <a:lnTo>
                  <a:pt x="781493" y="927339"/>
                </a:lnTo>
                <a:lnTo>
                  <a:pt x="772764" y="918865"/>
                </a:lnTo>
                <a:lnTo>
                  <a:pt x="762713" y="908007"/>
                </a:lnTo>
                <a:lnTo>
                  <a:pt x="754777" y="900062"/>
                </a:lnTo>
                <a:lnTo>
                  <a:pt x="747371" y="891587"/>
                </a:lnTo>
                <a:lnTo>
                  <a:pt x="736790" y="879934"/>
                </a:lnTo>
                <a:lnTo>
                  <a:pt x="722242" y="862985"/>
                </a:lnTo>
                <a:lnTo>
                  <a:pt x="712190" y="850803"/>
                </a:lnTo>
                <a:lnTo>
                  <a:pt x="697906" y="833059"/>
                </a:lnTo>
                <a:lnTo>
                  <a:pt x="688648" y="820612"/>
                </a:lnTo>
                <a:lnTo>
                  <a:pt x="674629" y="801809"/>
                </a:lnTo>
                <a:lnTo>
                  <a:pt x="666164" y="790421"/>
                </a:lnTo>
                <a:lnTo>
                  <a:pt x="652145" y="769764"/>
                </a:lnTo>
                <a:lnTo>
                  <a:pt x="644739" y="759435"/>
                </a:lnTo>
                <a:lnTo>
                  <a:pt x="636538" y="746723"/>
                </a:lnTo>
                <a:lnTo>
                  <a:pt x="628603" y="734011"/>
                </a:lnTo>
                <a:lnTo>
                  <a:pt x="625429" y="729244"/>
                </a:lnTo>
                <a:lnTo>
                  <a:pt x="615377" y="713089"/>
                </a:lnTo>
                <a:lnTo>
                  <a:pt x="605855" y="696670"/>
                </a:lnTo>
                <a:lnTo>
                  <a:pt x="596861" y="681045"/>
                </a:lnTo>
                <a:lnTo>
                  <a:pt x="588132" y="665420"/>
                </a:lnTo>
                <a:lnTo>
                  <a:pt x="589719" y="669127"/>
                </a:lnTo>
                <a:lnTo>
                  <a:pt x="574906" y="639996"/>
                </a:lnTo>
                <a:lnTo>
                  <a:pt x="569087" y="627813"/>
                </a:lnTo>
                <a:lnTo>
                  <a:pt x="563267" y="616425"/>
                </a:lnTo>
                <a:lnTo>
                  <a:pt x="558242" y="605038"/>
                </a:lnTo>
                <a:lnTo>
                  <a:pt x="553480" y="594180"/>
                </a:lnTo>
                <a:lnTo>
                  <a:pt x="548983" y="583321"/>
                </a:lnTo>
                <a:lnTo>
                  <a:pt x="545280" y="573258"/>
                </a:lnTo>
                <a:lnTo>
                  <a:pt x="541842" y="563724"/>
                </a:lnTo>
                <a:lnTo>
                  <a:pt x="538932" y="554719"/>
                </a:lnTo>
                <a:lnTo>
                  <a:pt x="536287" y="547304"/>
                </a:lnTo>
                <a:lnTo>
                  <a:pt x="529938" y="525058"/>
                </a:lnTo>
                <a:lnTo>
                  <a:pt x="525441" y="508638"/>
                </a:lnTo>
                <a:lnTo>
                  <a:pt x="520151" y="488776"/>
                </a:lnTo>
                <a:lnTo>
                  <a:pt x="514067" y="465471"/>
                </a:lnTo>
                <a:lnTo>
                  <a:pt x="507190" y="438723"/>
                </a:lnTo>
                <a:lnTo>
                  <a:pt x="500312" y="408532"/>
                </a:lnTo>
                <a:lnTo>
                  <a:pt x="492377" y="375427"/>
                </a:lnTo>
                <a:lnTo>
                  <a:pt x="484441" y="339145"/>
                </a:lnTo>
                <a:lnTo>
                  <a:pt x="476241" y="299685"/>
                </a:lnTo>
                <a:lnTo>
                  <a:pt x="467777" y="257312"/>
                </a:lnTo>
                <a:lnTo>
                  <a:pt x="459577" y="211761"/>
                </a:lnTo>
                <a:lnTo>
                  <a:pt x="451112" y="163826"/>
                </a:lnTo>
                <a:lnTo>
                  <a:pt x="442912" y="112713"/>
                </a:lnTo>
                <a:close/>
                <a:moveTo>
                  <a:pt x="208966" y="79375"/>
                </a:moveTo>
                <a:lnTo>
                  <a:pt x="216098" y="79375"/>
                </a:lnTo>
                <a:lnTo>
                  <a:pt x="224816" y="79375"/>
                </a:lnTo>
                <a:lnTo>
                  <a:pt x="233534" y="79904"/>
                </a:lnTo>
                <a:lnTo>
                  <a:pt x="242252" y="80698"/>
                </a:lnTo>
                <a:lnTo>
                  <a:pt x="250706" y="82286"/>
                </a:lnTo>
                <a:lnTo>
                  <a:pt x="258895" y="83874"/>
                </a:lnTo>
                <a:lnTo>
                  <a:pt x="266821" y="85462"/>
                </a:lnTo>
                <a:lnTo>
                  <a:pt x="274746" y="87844"/>
                </a:lnTo>
                <a:lnTo>
                  <a:pt x="282407" y="90226"/>
                </a:lnTo>
                <a:lnTo>
                  <a:pt x="289804" y="93137"/>
                </a:lnTo>
                <a:lnTo>
                  <a:pt x="297201" y="96313"/>
                </a:lnTo>
                <a:lnTo>
                  <a:pt x="304070" y="99489"/>
                </a:lnTo>
                <a:lnTo>
                  <a:pt x="311203" y="103194"/>
                </a:lnTo>
                <a:lnTo>
                  <a:pt x="318071" y="106900"/>
                </a:lnTo>
                <a:lnTo>
                  <a:pt x="324412" y="111134"/>
                </a:lnTo>
                <a:lnTo>
                  <a:pt x="330752" y="115369"/>
                </a:lnTo>
                <a:lnTo>
                  <a:pt x="336828" y="119603"/>
                </a:lnTo>
                <a:lnTo>
                  <a:pt x="342640" y="124102"/>
                </a:lnTo>
                <a:lnTo>
                  <a:pt x="348188" y="128866"/>
                </a:lnTo>
                <a:lnTo>
                  <a:pt x="353735" y="133630"/>
                </a:lnTo>
                <a:lnTo>
                  <a:pt x="359283" y="138659"/>
                </a:lnTo>
                <a:lnTo>
                  <a:pt x="364303" y="143687"/>
                </a:lnTo>
                <a:lnTo>
                  <a:pt x="369322" y="148716"/>
                </a:lnTo>
                <a:lnTo>
                  <a:pt x="374077" y="154009"/>
                </a:lnTo>
                <a:lnTo>
                  <a:pt x="378568" y="159567"/>
                </a:lnTo>
                <a:lnTo>
                  <a:pt x="387022" y="170153"/>
                </a:lnTo>
                <a:lnTo>
                  <a:pt x="394947" y="181004"/>
                </a:lnTo>
                <a:lnTo>
                  <a:pt x="402344" y="192119"/>
                </a:lnTo>
                <a:lnTo>
                  <a:pt x="408949" y="202971"/>
                </a:lnTo>
                <a:lnTo>
                  <a:pt x="415289" y="213821"/>
                </a:lnTo>
                <a:lnTo>
                  <a:pt x="420837" y="224672"/>
                </a:lnTo>
                <a:lnTo>
                  <a:pt x="425856" y="235259"/>
                </a:lnTo>
                <a:lnTo>
                  <a:pt x="430611" y="245316"/>
                </a:lnTo>
                <a:lnTo>
                  <a:pt x="434838" y="255637"/>
                </a:lnTo>
                <a:lnTo>
                  <a:pt x="438537" y="264900"/>
                </a:lnTo>
                <a:lnTo>
                  <a:pt x="441971" y="273899"/>
                </a:lnTo>
                <a:lnTo>
                  <a:pt x="444613" y="282103"/>
                </a:lnTo>
                <a:lnTo>
                  <a:pt x="449368" y="296924"/>
                </a:lnTo>
                <a:lnTo>
                  <a:pt x="452538" y="308304"/>
                </a:lnTo>
                <a:lnTo>
                  <a:pt x="454388" y="315980"/>
                </a:lnTo>
                <a:lnTo>
                  <a:pt x="455444" y="319420"/>
                </a:lnTo>
                <a:lnTo>
                  <a:pt x="455973" y="323655"/>
                </a:lnTo>
                <a:lnTo>
                  <a:pt x="456237" y="328154"/>
                </a:lnTo>
                <a:lnTo>
                  <a:pt x="456237" y="332653"/>
                </a:lnTo>
                <a:lnTo>
                  <a:pt x="455708" y="337152"/>
                </a:lnTo>
                <a:lnTo>
                  <a:pt x="454652" y="341387"/>
                </a:lnTo>
                <a:lnTo>
                  <a:pt x="453331" y="345621"/>
                </a:lnTo>
                <a:lnTo>
                  <a:pt x="451746" y="349591"/>
                </a:lnTo>
                <a:lnTo>
                  <a:pt x="449368" y="353296"/>
                </a:lnTo>
                <a:lnTo>
                  <a:pt x="447255" y="357002"/>
                </a:lnTo>
                <a:lnTo>
                  <a:pt x="444349" y="359913"/>
                </a:lnTo>
                <a:lnTo>
                  <a:pt x="441707" y="363089"/>
                </a:lnTo>
                <a:lnTo>
                  <a:pt x="438273" y="366000"/>
                </a:lnTo>
                <a:lnTo>
                  <a:pt x="434574" y="368117"/>
                </a:lnTo>
                <a:lnTo>
                  <a:pt x="430876" y="370234"/>
                </a:lnTo>
                <a:lnTo>
                  <a:pt x="426913" y="371822"/>
                </a:lnTo>
                <a:lnTo>
                  <a:pt x="422422" y="372881"/>
                </a:lnTo>
                <a:lnTo>
                  <a:pt x="418459" y="373675"/>
                </a:lnTo>
                <a:lnTo>
                  <a:pt x="414232" y="373940"/>
                </a:lnTo>
                <a:lnTo>
                  <a:pt x="409741" y="373940"/>
                </a:lnTo>
                <a:lnTo>
                  <a:pt x="405779" y="373410"/>
                </a:lnTo>
                <a:lnTo>
                  <a:pt x="401552" y="372352"/>
                </a:lnTo>
                <a:lnTo>
                  <a:pt x="397589" y="371028"/>
                </a:lnTo>
                <a:lnTo>
                  <a:pt x="393891" y="369176"/>
                </a:lnTo>
                <a:lnTo>
                  <a:pt x="390192" y="367059"/>
                </a:lnTo>
                <a:lnTo>
                  <a:pt x="387022" y="364412"/>
                </a:lnTo>
                <a:lnTo>
                  <a:pt x="383852" y="361765"/>
                </a:lnTo>
                <a:lnTo>
                  <a:pt x="380946" y="358589"/>
                </a:lnTo>
                <a:lnTo>
                  <a:pt x="378304" y="355149"/>
                </a:lnTo>
                <a:lnTo>
                  <a:pt x="375926" y="351708"/>
                </a:lnTo>
                <a:lnTo>
                  <a:pt x="374077" y="347739"/>
                </a:lnTo>
                <a:lnTo>
                  <a:pt x="372492" y="343504"/>
                </a:lnTo>
                <a:lnTo>
                  <a:pt x="371435" y="339005"/>
                </a:lnTo>
                <a:lnTo>
                  <a:pt x="371171" y="338476"/>
                </a:lnTo>
                <a:lnTo>
                  <a:pt x="370643" y="335299"/>
                </a:lnTo>
                <a:lnTo>
                  <a:pt x="367209" y="323390"/>
                </a:lnTo>
                <a:lnTo>
                  <a:pt x="364831" y="315186"/>
                </a:lnTo>
                <a:lnTo>
                  <a:pt x="361397" y="305393"/>
                </a:lnTo>
                <a:lnTo>
                  <a:pt x="357170" y="294542"/>
                </a:lnTo>
                <a:lnTo>
                  <a:pt x="352415" y="283162"/>
                </a:lnTo>
                <a:lnTo>
                  <a:pt x="346867" y="270988"/>
                </a:lnTo>
                <a:lnTo>
                  <a:pt x="340527" y="258549"/>
                </a:lnTo>
                <a:lnTo>
                  <a:pt x="337092" y="252462"/>
                </a:lnTo>
                <a:lnTo>
                  <a:pt x="333394" y="246374"/>
                </a:lnTo>
                <a:lnTo>
                  <a:pt x="329431" y="240023"/>
                </a:lnTo>
                <a:lnTo>
                  <a:pt x="325468" y="234200"/>
                </a:lnTo>
                <a:lnTo>
                  <a:pt x="321241" y="228378"/>
                </a:lnTo>
                <a:lnTo>
                  <a:pt x="316750" y="222555"/>
                </a:lnTo>
                <a:lnTo>
                  <a:pt x="312259" y="216997"/>
                </a:lnTo>
                <a:lnTo>
                  <a:pt x="307504" y="211704"/>
                </a:lnTo>
                <a:lnTo>
                  <a:pt x="302749" y="206676"/>
                </a:lnTo>
                <a:lnTo>
                  <a:pt x="297465" y="201912"/>
                </a:lnTo>
                <a:lnTo>
                  <a:pt x="292446" y="197148"/>
                </a:lnTo>
                <a:lnTo>
                  <a:pt x="286898" y="192913"/>
                </a:lnTo>
                <a:lnTo>
                  <a:pt x="279501" y="187885"/>
                </a:lnTo>
                <a:lnTo>
                  <a:pt x="271576" y="183386"/>
                </a:lnTo>
                <a:lnTo>
                  <a:pt x="267877" y="181004"/>
                </a:lnTo>
                <a:lnTo>
                  <a:pt x="263651" y="179151"/>
                </a:lnTo>
                <a:lnTo>
                  <a:pt x="259424" y="177299"/>
                </a:lnTo>
                <a:lnTo>
                  <a:pt x="255197" y="175711"/>
                </a:lnTo>
                <a:lnTo>
                  <a:pt x="250706" y="174387"/>
                </a:lnTo>
                <a:lnTo>
                  <a:pt x="246215" y="173329"/>
                </a:lnTo>
                <a:lnTo>
                  <a:pt x="241460" y="172006"/>
                </a:lnTo>
                <a:lnTo>
                  <a:pt x="236704" y="170947"/>
                </a:lnTo>
                <a:lnTo>
                  <a:pt x="231949" y="170418"/>
                </a:lnTo>
                <a:lnTo>
                  <a:pt x="226930" y="169888"/>
                </a:lnTo>
                <a:lnTo>
                  <a:pt x="221382" y="169624"/>
                </a:lnTo>
                <a:lnTo>
                  <a:pt x="216098" y="169359"/>
                </a:lnTo>
                <a:lnTo>
                  <a:pt x="206852" y="169624"/>
                </a:lnTo>
                <a:lnTo>
                  <a:pt x="197078" y="170682"/>
                </a:lnTo>
                <a:lnTo>
                  <a:pt x="187039" y="172270"/>
                </a:lnTo>
                <a:lnTo>
                  <a:pt x="175943" y="174652"/>
                </a:lnTo>
                <a:lnTo>
                  <a:pt x="170395" y="176240"/>
                </a:lnTo>
                <a:lnTo>
                  <a:pt x="165112" y="178357"/>
                </a:lnTo>
                <a:lnTo>
                  <a:pt x="160093" y="180475"/>
                </a:lnTo>
                <a:lnTo>
                  <a:pt x="155337" y="182856"/>
                </a:lnTo>
                <a:lnTo>
                  <a:pt x="150846" y="185503"/>
                </a:lnTo>
                <a:lnTo>
                  <a:pt x="146355" y="188679"/>
                </a:lnTo>
                <a:lnTo>
                  <a:pt x="142128" y="191855"/>
                </a:lnTo>
                <a:lnTo>
                  <a:pt x="137901" y="195295"/>
                </a:lnTo>
                <a:lnTo>
                  <a:pt x="133939" y="199001"/>
                </a:lnTo>
                <a:lnTo>
                  <a:pt x="129976" y="203235"/>
                </a:lnTo>
                <a:lnTo>
                  <a:pt x="126542" y="207470"/>
                </a:lnTo>
                <a:lnTo>
                  <a:pt x="122843" y="212234"/>
                </a:lnTo>
                <a:lnTo>
                  <a:pt x="119409" y="216997"/>
                </a:lnTo>
                <a:lnTo>
                  <a:pt x="115975" y="222291"/>
                </a:lnTo>
                <a:lnTo>
                  <a:pt x="113069" y="227584"/>
                </a:lnTo>
                <a:lnTo>
                  <a:pt x="109899" y="233406"/>
                </a:lnTo>
                <a:lnTo>
                  <a:pt x="106993" y="239493"/>
                </a:lnTo>
                <a:lnTo>
                  <a:pt x="104351" y="245580"/>
                </a:lnTo>
                <a:lnTo>
                  <a:pt x="101709" y="251932"/>
                </a:lnTo>
                <a:lnTo>
                  <a:pt x="99596" y="258549"/>
                </a:lnTo>
                <a:lnTo>
                  <a:pt x="97218" y="265430"/>
                </a:lnTo>
                <a:lnTo>
                  <a:pt x="95369" y="272311"/>
                </a:lnTo>
                <a:lnTo>
                  <a:pt x="93519" y="279721"/>
                </a:lnTo>
                <a:lnTo>
                  <a:pt x="91934" y="286867"/>
                </a:lnTo>
                <a:lnTo>
                  <a:pt x="90614" y="294278"/>
                </a:lnTo>
                <a:lnTo>
                  <a:pt x="89293" y="301953"/>
                </a:lnTo>
                <a:lnTo>
                  <a:pt x="88236" y="309363"/>
                </a:lnTo>
                <a:lnTo>
                  <a:pt x="87443" y="317038"/>
                </a:lnTo>
                <a:lnTo>
                  <a:pt x="86915" y="324713"/>
                </a:lnTo>
                <a:lnTo>
                  <a:pt x="86387" y="332388"/>
                </a:lnTo>
                <a:lnTo>
                  <a:pt x="86122" y="340063"/>
                </a:lnTo>
                <a:lnTo>
                  <a:pt x="86122" y="348003"/>
                </a:lnTo>
                <a:lnTo>
                  <a:pt x="86122" y="355678"/>
                </a:lnTo>
                <a:lnTo>
                  <a:pt x="86387" y="363618"/>
                </a:lnTo>
                <a:lnTo>
                  <a:pt x="86915" y="371558"/>
                </a:lnTo>
                <a:lnTo>
                  <a:pt x="87443" y="379497"/>
                </a:lnTo>
                <a:lnTo>
                  <a:pt x="88236" y="386908"/>
                </a:lnTo>
                <a:lnTo>
                  <a:pt x="89293" y="394318"/>
                </a:lnTo>
                <a:lnTo>
                  <a:pt x="90614" y="401729"/>
                </a:lnTo>
                <a:lnTo>
                  <a:pt x="91934" y="408874"/>
                </a:lnTo>
                <a:lnTo>
                  <a:pt x="93519" y="416020"/>
                </a:lnTo>
                <a:lnTo>
                  <a:pt x="95105" y="422372"/>
                </a:lnTo>
                <a:lnTo>
                  <a:pt x="96954" y="428724"/>
                </a:lnTo>
                <a:lnTo>
                  <a:pt x="99067" y="435076"/>
                </a:lnTo>
                <a:lnTo>
                  <a:pt x="100916" y="440898"/>
                </a:lnTo>
                <a:lnTo>
                  <a:pt x="103030" y="446456"/>
                </a:lnTo>
                <a:lnTo>
                  <a:pt x="105408" y="452014"/>
                </a:lnTo>
                <a:lnTo>
                  <a:pt x="107521" y="456778"/>
                </a:lnTo>
                <a:lnTo>
                  <a:pt x="112012" y="464982"/>
                </a:lnTo>
                <a:lnTo>
                  <a:pt x="116503" y="473186"/>
                </a:lnTo>
                <a:lnTo>
                  <a:pt x="121258" y="481391"/>
                </a:lnTo>
                <a:lnTo>
                  <a:pt x="126542" y="489331"/>
                </a:lnTo>
                <a:lnTo>
                  <a:pt x="131561" y="497006"/>
                </a:lnTo>
                <a:lnTo>
                  <a:pt x="137109" y="504945"/>
                </a:lnTo>
                <a:lnTo>
                  <a:pt x="142657" y="512620"/>
                </a:lnTo>
                <a:lnTo>
                  <a:pt x="148204" y="519766"/>
                </a:lnTo>
                <a:lnTo>
                  <a:pt x="154545" y="527441"/>
                </a:lnTo>
                <a:lnTo>
                  <a:pt x="160357" y="534587"/>
                </a:lnTo>
                <a:lnTo>
                  <a:pt x="166697" y="541733"/>
                </a:lnTo>
                <a:lnTo>
                  <a:pt x="173301" y="548614"/>
                </a:lnTo>
                <a:lnTo>
                  <a:pt x="179906" y="555495"/>
                </a:lnTo>
                <a:lnTo>
                  <a:pt x="186775" y="562376"/>
                </a:lnTo>
                <a:lnTo>
                  <a:pt x="193643" y="568993"/>
                </a:lnTo>
                <a:lnTo>
                  <a:pt x="200776" y="575609"/>
                </a:lnTo>
                <a:lnTo>
                  <a:pt x="207909" y="581696"/>
                </a:lnTo>
                <a:lnTo>
                  <a:pt x="215306" y="588048"/>
                </a:lnTo>
                <a:lnTo>
                  <a:pt x="230364" y="600222"/>
                </a:lnTo>
                <a:lnTo>
                  <a:pt x="246215" y="612132"/>
                </a:lnTo>
                <a:lnTo>
                  <a:pt x="261801" y="623248"/>
                </a:lnTo>
                <a:lnTo>
                  <a:pt x="278180" y="634098"/>
                </a:lnTo>
                <a:lnTo>
                  <a:pt x="294559" y="644420"/>
                </a:lnTo>
                <a:lnTo>
                  <a:pt x="311467" y="654477"/>
                </a:lnTo>
                <a:lnTo>
                  <a:pt x="328374" y="663740"/>
                </a:lnTo>
                <a:lnTo>
                  <a:pt x="345546" y="673003"/>
                </a:lnTo>
                <a:lnTo>
                  <a:pt x="362453" y="681472"/>
                </a:lnTo>
                <a:lnTo>
                  <a:pt x="379361" y="689677"/>
                </a:lnTo>
                <a:lnTo>
                  <a:pt x="396532" y="697352"/>
                </a:lnTo>
                <a:lnTo>
                  <a:pt x="412911" y="705027"/>
                </a:lnTo>
                <a:lnTo>
                  <a:pt x="429819" y="711643"/>
                </a:lnTo>
                <a:lnTo>
                  <a:pt x="446198" y="718525"/>
                </a:lnTo>
                <a:lnTo>
                  <a:pt x="462049" y="724612"/>
                </a:lnTo>
                <a:lnTo>
                  <a:pt x="477899" y="730963"/>
                </a:lnTo>
                <a:lnTo>
                  <a:pt x="492958" y="736257"/>
                </a:lnTo>
                <a:lnTo>
                  <a:pt x="521753" y="746578"/>
                </a:lnTo>
                <a:lnTo>
                  <a:pt x="548435" y="755577"/>
                </a:lnTo>
                <a:lnTo>
                  <a:pt x="572211" y="763516"/>
                </a:lnTo>
                <a:lnTo>
                  <a:pt x="595987" y="771456"/>
                </a:lnTo>
                <a:lnTo>
                  <a:pt x="606290" y="775161"/>
                </a:lnTo>
                <a:lnTo>
                  <a:pt x="615536" y="778602"/>
                </a:lnTo>
                <a:lnTo>
                  <a:pt x="624783" y="782572"/>
                </a:lnTo>
                <a:lnTo>
                  <a:pt x="629274" y="784954"/>
                </a:lnTo>
                <a:lnTo>
                  <a:pt x="634029" y="787600"/>
                </a:lnTo>
                <a:lnTo>
                  <a:pt x="640633" y="792099"/>
                </a:lnTo>
                <a:lnTo>
                  <a:pt x="646974" y="796863"/>
                </a:lnTo>
                <a:lnTo>
                  <a:pt x="652786" y="802156"/>
                </a:lnTo>
                <a:lnTo>
                  <a:pt x="658069" y="807714"/>
                </a:lnTo>
                <a:lnTo>
                  <a:pt x="663088" y="813801"/>
                </a:lnTo>
                <a:lnTo>
                  <a:pt x="667579" y="819888"/>
                </a:lnTo>
                <a:lnTo>
                  <a:pt x="671806" y="826240"/>
                </a:lnTo>
                <a:lnTo>
                  <a:pt x="675505" y="833121"/>
                </a:lnTo>
                <a:lnTo>
                  <a:pt x="679203" y="840003"/>
                </a:lnTo>
                <a:lnTo>
                  <a:pt x="681845" y="847413"/>
                </a:lnTo>
                <a:lnTo>
                  <a:pt x="684487" y="854823"/>
                </a:lnTo>
                <a:lnTo>
                  <a:pt x="686600" y="862498"/>
                </a:lnTo>
                <a:lnTo>
                  <a:pt x="688450" y="870174"/>
                </a:lnTo>
                <a:lnTo>
                  <a:pt x="689770" y="878378"/>
                </a:lnTo>
                <a:lnTo>
                  <a:pt x="690299" y="886318"/>
                </a:lnTo>
                <a:lnTo>
                  <a:pt x="690563" y="894522"/>
                </a:lnTo>
                <a:lnTo>
                  <a:pt x="690563" y="899551"/>
                </a:lnTo>
                <a:lnTo>
                  <a:pt x="690299" y="904844"/>
                </a:lnTo>
                <a:lnTo>
                  <a:pt x="689770" y="909872"/>
                </a:lnTo>
                <a:lnTo>
                  <a:pt x="688978" y="915165"/>
                </a:lnTo>
                <a:lnTo>
                  <a:pt x="688185" y="920194"/>
                </a:lnTo>
                <a:lnTo>
                  <a:pt x="686865" y="925487"/>
                </a:lnTo>
                <a:lnTo>
                  <a:pt x="685279" y="930516"/>
                </a:lnTo>
                <a:lnTo>
                  <a:pt x="683694" y="935544"/>
                </a:lnTo>
                <a:lnTo>
                  <a:pt x="681581" y="941102"/>
                </a:lnTo>
                <a:lnTo>
                  <a:pt x="679467" y="945866"/>
                </a:lnTo>
                <a:lnTo>
                  <a:pt x="677090" y="950894"/>
                </a:lnTo>
                <a:lnTo>
                  <a:pt x="674448" y="955658"/>
                </a:lnTo>
                <a:lnTo>
                  <a:pt x="671278" y="960422"/>
                </a:lnTo>
                <a:lnTo>
                  <a:pt x="668108" y="965186"/>
                </a:lnTo>
                <a:lnTo>
                  <a:pt x="664409" y="969685"/>
                </a:lnTo>
                <a:lnTo>
                  <a:pt x="660975" y="973920"/>
                </a:lnTo>
                <a:lnTo>
                  <a:pt x="657012" y="978154"/>
                </a:lnTo>
                <a:lnTo>
                  <a:pt x="652786" y="982389"/>
                </a:lnTo>
                <a:lnTo>
                  <a:pt x="648295" y="985829"/>
                </a:lnTo>
                <a:lnTo>
                  <a:pt x="643539" y="989534"/>
                </a:lnTo>
                <a:lnTo>
                  <a:pt x="638784" y="992975"/>
                </a:lnTo>
                <a:lnTo>
                  <a:pt x="633765" y="996415"/>
                </a:lnTo>
                <a:lnTo>
                  <a:pt x="628745" y="999327"/>
                </a:lnTo>
                <a:lnTo>
                  <a:pt x="623198" y="1002238"/>
                </a:lnTo>
                <a:lnTo>
                  <a:pt x="617650" y="1004620"/>
                </a:lnTo>
                <a:lnTo>
                  <a:pt x="611838" y="1007266"/>
                </a:lnTo>
                <a:lnTo>
                  <a:pt x="606026" y="1009119"/>
                </a:lnTo>
                <a:lnTo>
                  <a:pt x="599950" y="1011501"/>
                </a:lnTo>
                <a:lnTo>
                  <a:pt x="593610" y="1013089"/>
                </a:lnTo>
                <a:lnTo>
                  <a:pt x="587005" y="1014942"/>
                </a:lnTo>
                <a:lnTo>
                  <a:pt x="580665" y="1016000"/>
                </a:lnTo>
                <a:lnTo>
                  <a:pt x="574060" y="1017323"/>
                </a:lnTo>
                <a:lnTo>
                  <a:pt x="569834" y="1017588"/>
                </a:lnTo>
                <a:lnTo>
                  <a:pt x="565343" y="1017588"/>
                </a:lnTo>
                <a:lnTo>
                  <a:pt x="561116" y="1017059"/>
                </a:lnTo>
                <a:lnTo>
                  <a:pt x="556889" y="1016265"/>
                </a:lnTo>
                <a:lnTo>
                  <a:pt x="552926" y="1015206"/>
                </a:lnTo>
                <a:lnTo>
                  <a:pt x="549228" y="1013354"/>
                </a:lnTo>
                <a:lnTo>
                  <a:pt x="545529" y="1011236"/>
                </a:lnTo>
                <a:lnTo>
                  <a:pt x="542095" y="1008854"/>
                </a:lnTo>
                <a:lnTo>
                  <a:pt x="538925" y="1006208"/>
                </a:lnTo>
                <a:lnTo>
                  <a:pt x="535755" y="1003032"/>
                </a:lnTo>
                <a:lnTo>
                  <a:pt x="533377" y="999591"/>
                </a:lnTo>
                <a:lnTo>
                  <a:pt x="530999" y="996415"/>
                </a:lnTo>
                <a:lnTo>
                  <a:pt x="528886" y="992446"/>
                </a:lnTo>
                <a:lnTo>
                  <a:pt x="527301" y="988211"/>
                </a:lnTo>
                <a:lnTo>
                  <a:pt x="525980" y="983977"/>
                </a:lnTo>
                <a:lnTo>
                  <a:pt x="525187" y="979477"/>
                </a:lnTo>
                <a:lnTo>
                  <a:pt x="524659" y="974713"/>
                </a:lnTo>
                <a:lnTo>
                  <a:pt x="524659" y="970214"/>
                </a:lnTo>
                <a:lnTo>
                  <a:pt x="525187" y="965980"/>
                </a:lnTo>
                <a:lnTo>
                  <a:pt x="525980" y="961481"/>
                </a:lnTo>
                <a:lnTo>
                  <a:pt x="527037" y="957246"/>
                </a:lnTo>
                <a:lnTo>
                  <a:pt x="528886" y="953276"/>
                </a:lnTo>
                <a:lnTo>
                  <a:pt x="530735" y="949306"/>
                </a:lnTo>
                <a:lnTo>
                  <a:pt x="533113" y="946130"/>
                </a:lnTo>
                <a:lnTo>
                  <a:pt x="535490" y="942690"/>
                </a:lnTo>
                <a:lnTo>
                  <a:pt x="538660" y="939514"/>
                </a:lnTo>
                <a:lnTo>
                  <a:pt x="541831" y="936867"/>
                </a:lnTo>
                <a:lnTo>
                  <a:pt x="545001" y="934221"/>
                </a:lnTo>
                <a:lnTo>
                  <a:pt x="548963" y="932368"/>
                </a:lnTo>
                <a:lnTo>
                  <a:pt x="552926" y="930251"/>
                </a:lnTo>
                <a:lnTo>
                  <a:pt x="556889" y="929192"/>
                </a:lnTo>
                <a:lnTo>
                  <a:pt x="561380" y="928134"/>
                </a:lnTo>
                <a:lnTo>
                  <a:pt x="569041" y="926546"/>
                </a:lnTo>
                <a:lnTo>
                  <a:pt x="575646" y="924958"/>
                </a:lnTo>
                <a:lnTo>
                  <a:pt x="581457" y="923105"/>
                </a:lnTo>
                <a:lnTo>
                  <a:pt x="586213" y="920723"/>
                </a:lnTo>
                <a:lnTo>
                  <a:pt x="590440" y="918606"/>
                </a:lnTo>
                <a:lnTo>
                  <a:pt x="593610" y="916224"/>
                </a:lnTo>
                <a:lnTo>
                  <a:pt x="596516" y="914107"/>
                </a:lnTo>
                <a:lnTo>
                  <a:pt x="598365" y="911990"/>
                </a:lnTo>
                <a:lnTo>
                  <a:pt x="599950" y="910137"/>
                </a:lnTo>
                <a:lnTo>
                  <a:pt x="601535" y="908020"/>
                </a:lnTo>
                <a:lnTo>
                  <a:pt x="602328" y="906167"/>
                </a:lnTo>
                <a:lnTo>
                  <a:pt x="603120" y="904050"/>
                </a:lnTo>
                <a:lnTo>
                  <a:pt x="603913" y="901932"/>
                </a:lnTo>
                <a:lnTo>
                  <a:pt x="604177" y="899551"/>
                </a:lnTo>
                <a:lnTo>
                  <a:pt x="604441" y="897169"/>
                </a:lnTo>
                <a:lnTo>
                  <a:pt x="604705" y="894522"/>
                </a:lnTo>
                <a:lnTo>
                  <a:pt x="604441" y="890023"/>
                </a:lnTo>
                <a:lnTo>
                  <a:pt x="603648" y="885259"/>
                </a:lnTo>
                <a:lnTo>
                  <a:pt x="602063" y="880760"/>
                </a:lnTo>
                <a:lnTo>
                  <a:pt x="599950" y="876261"/>
                </a:lnTo>
                <a:lnTo>
                  <a:pt x="597837" y="872555"/>
                </a:lnTo>
                <a:lnTo>
                  <a:pt x="595195" y="869380"/>
                </a:lnTo>
                <a:lnTo>
                  <a:pt x="593081" y="866998"/>
                </a:lnTo>
                <a:lnTo>
                  <a:pt x="590704" y="865410"/>
                </a:lnTo>
                <a:lnTo>
                  <a:pt x="590175" y="865145"/>
                </a:lnTo>
                <a:lnTo>
                  <a:pt x="587798" y="864086"/>
                </a:lnTo>
                <a:lnTo>
                  <a:pt x="577231" y="859852"/>
                </a:lnTo>
                <a:lnTo>
                  <a:pt x="561908" y="854559"/>
                </a:lnTo>
                <a:lnTo>
                  <a:pt x="542887" y="848207"/>
                </a:lnTo>
                <a:lnTo>
                  <a:pt x="520696" y="840796"/>
                </a:lnTo>
                <a:lnTo>
                  <a:pt x="495599" y="832327"/>
                </a:lnTo>
                <a:lnTo>
                  <a:pt x="468125" y="822800"/>
                </a:lnTo>
                <a:lnTo>
                  <a:pt x="438801" y="811684"/>
                </a:lnTo>
                <a:lnTo>
                  <a:pt x="423479" y="805862"/>
                </a:lnTo>
                <a:lnTo>
                  <a:pt x="407628" y="799774"/>
                </a:lnTo>
                <a:lnTo>
                  <a:pt x="391777" y="792893"/>
                </a:lnTo>
                <a:lnTo>
                  <a:pt x="375398" y="786012"/>
                </a:lnTo>
                <a:lnTo>
                  <a:pt x="358755" y="778602"/>
                </a:lnTo>
                <a:lnTo>
                  <a:pt x="342376" y="770927"/>
                </a:lnTo>
                <a:lnTo>
                  <a:pt x="325468" y="762987"/>
                </a:lnTo>
                <a:lnTo>
                  <a:pt x="308297" y="754253"/>
                </a:lnTo>
                <a:lnTo>
                  <a:pt x="291653" y="745255"/>
                </a:lnTo>
                <a:lnTo>
                  <a:pt x="274482" y="735992"/>
                </a:lnTo>
                <a:lnTo>
                  <a:pt x="257574" y="725670"/>
                </a:lnTo>
                <a:lnTo>
                  <a:pt x="240667" y="715613"/>
                </a:lnTo>
                <a:lnTo>
                  <a:pt x="224024" y="704762"/>
                </a:lnTo>
                <a:lnTo>
                  <a:pt x="207380" y="693382"/>
                </a:lnTo>
                <a:lnTo>
                  <a:pt x="191001" y="681472"/>
                </a:lnTo>
                <a:lnTo>
                  <a:pt x="174887" y="669033"/>
                </a:lnTo>
                <a:lnTo>
                  <a:pt x="164319" y="660564"/>
                </a:lnTo>
                <a:lnTo>
                  <a:pt x="154016" y="651566"/>
                </a:lnTo>
                <a:lnTo>
                  <a:pt x="143449" y="642568"/>
                </a:lnTo>
                <a:lnTo>
                  <a:pt x="133410" y="633305"/>
                </a:lnTo>
                <a:lnTo>
                  <a:pt x="123636" y="623512"/>
                </a:lnTo>
                <a:lnTo>
                  <a:pt x="113861" y="613720"/>
                </a:lnTo>
                <a:lnTo>
                  <a:pt x="104351" y="603663"/>
                </a:lnTo>
                <a:lnTo>
                  <a:pt x="95105" y="593076"/>
                </a:lnTo>
                <a:lnTo>
                  <a:pt x="86122" y="582225"/>
                </a:lnTo>
                <a:lnTo>
                  <a:pt x="77405" y="571374"/>
                </a:lnTo>
                <a:lnTo>
                  <a:pt x="68951" y="559994"/>
                </a:lnTo>
                <a:lnTo>
                  <a:pt x="60761" y="548349"/>
                </a:lnTo>
                <a:lnTo>
                  <a:pt x="52836" y="536440"/>
                </a:lnTo>
                <a:lnTo>
                  <a:pt x="45439" y="524001"/>
                </a:lnTo>
                <a:lnTo>
                  <a:pt x="38306" y="511562"/>
                </a:lnTo>
                <a:lnTo>
                  <a:pt x="31702" y="498594"/>
                </a:lnTo>
                <a:lnTo>
                  <a:pt x="27739" y="490389"/>
                </a:lnTo>
                <a:lnTo>
                  <a:pt x="24041" y="482185"/>
                </a:lnTo>
                <a:lnTo>
                  <a:pt x="20606" y="473451"/>
                </a:lnTo>
                <a:lnTo>
                  <a:pt x="17700" y="464717"/>
                </a:lnTo>
                <a:lnTo>
                  <a:pt x="14794" y="455719"/>
                </a:lnTo>
                <a:lnTo>
                  <a:pt x="12417" y="446456"/>
                </a:lnTo>
                <a:lnTo>
                  <a:pt x="10039" y="437193"/>
                </a:lnTo>
                <a:lnTo>
                  <a:pt x="7926" y="427665"/>
                </a:lnTo>
                <a:lnTo>
                  <a:pt x="6076" y="418137"/>
                </a:lnTo>
                <a:lnTo>
                  <a:pt x="4491" y="408345"/>
                </a:lnTo>
                <a:lnTo>
                  <a:pt x="3170" y="398553"/>
                </a:lnTo>
                <a:lnTo>
                  <a:pt x="1850" y="388761"/>
                </a:lnTo>
                <a:lnTo>
                  <a:pt x="1057" y="378439"/>
                </a:lnTo>
                <a:lnTo>
                  <a:pt x="529" y="368382"/>
                </a:lnTo>
                <a:lnTo>
                  <a:pt x="264" y="358060"/>
                </a:lnTo>
                <a:lnTo>
                  <a:pt x="0" y="348003"/>
                </a:lnTo>
                <a:lnTo>
                  <a:pt x="264" y="332653"/>
                </a:lnTo>
                <a:lnTo>
                  <a:pt x="1057" y="317832"/>
                </a:lnTo>
                <a:lnTo>
                  <a:pt x="2378" y="302747"/>
                </a:lnTo>
                <a:lnTo>
                  <a:pt x="4491" y="287926"/>
                </a:lnTo>
                <a:lnTo>
                  <a:pt x="6869" y="272840"/>
                </a:lnTo>
                <a:lnTo>
                  <a:pt x="10039" y="258019"/>
                </a:lnTo>
                <a:lnTo>
                  <a:pt x="11888" y="250874"/>
                </a:lnTo>
                <a:lnTo>
                  <a:pt x="14002" y="243463"/>
                </a:lnTo>
                <a:lnTo>
                  <a:pt x="15851" y="236053"/>
                </a:lnTo>
                <a:lnTo>
                  <a:pt x="18493" y="228907"/>
                </a:lnTo>
                <a:lnTo>
                  <a:pt x="20606" y="221761"/>
                </a:lnTo>
                <a:lnTo>
                  <a:pt x="23512" y="214880"/>
                </a:lnTo>
                <a:lnTo>
                  <a:pt x="26418" y="207734"/>
                </a:lnTo>
                <a:lnTo>
                  <a:pt x="29324" y="200853"/>
                </a:lnTo>
                <a:lnTo>
                  <a:pt x="32494" y="193972"/>
                </a:lnTo>
                <a:lnTo>
                  <a:pt x="36193" y="187356"/>
                </a:lnTo>
                <a:lnTo>
                  <a:pt x="39363" y="180475"/>
                </a:lnTo>
                <a:lnTo>
                  <a:pt x="43326" y="174123"/>
                </a:lnTo>
                <a:lnTo>
                  <a:pt x="47552" y="167506"/>
                </a:lnTo>
                <a:lnTo>
                  <a:pt x="51779" y="161155"/>
                </a:lnTo>
                <a:lnTo>
                  <a:pt x="56270" y="155332"/>
                </a:lnTo>
                <a:lnTo>
                  <a:pt x="60761" y="148980"/>
                </a:lnTo>
                <a:lnTo>
                  <a:pt x="65781" y="143422"/>
                </a:lnTo>
                <a:lnTo>
                  <a:pt x="70800" y="137865"/>
                </a:lnTo>
                <a:lnTo>
                  <a:pt x="76348" y="132307"/>
                </a:lnTo>
                <a:lnTo>
                  <a:pt x="81896" y="126749"/>
                </a:lnTo>
                <a:lnTo>
                  <a:pt x="89557" y="120397"/>
                </a:lnTo>
                <a:lnTo>
                  <a:pt x="98011" y="114045"/>
                </a:lnTo>
                <a:lnTo>
                  <a:pt x="106728" y="108223"/>
                </a:lnTo>
                <a:lnTo>
                  <a:pt x="115710" y="102930"/>
                </a:lnTo>
                <a:lnTo>
                  <a:pt x="124957" y="98166"/>
                </a:lnTo>
                <a:lnTo>
                  <a:pt x="134731" y="93931"/>
                </a:lnTo>
                <a:lnTo>
                  <a:pt x="139751" y="92079"/>
                </a:lnTo>
                <a:lnTo>
                  <a:pt x="145034" y="90226"/>
                </a:lnTo>
                <a:lnTo>
                  <a:pt x="150318" y="88638"/>
                </a:lnTo>
                <a:lnTo>
                  <a:pt x="155601" y="87315"/>
                </a:lnTo>
                <a:lnTo>
                  <a:pt x="163527" y="85198"/>
                </a:lnTo>
                <a:lnTo>
                  <a:pt x="170924" y="83874"/>
                </a:lnTo>
                <a:lnTo>
                  <a:pt x="178849" y="82551"/>
                </a:lnTo>
                <a:lnTo>
                  <a:pt x="186510" y="81228"/>
                </a:lnTo>
                <a:lnTo>
                  <a:pt x="193907" y="80434"/>
                </a:lnTo>
                <a:lnTo>
                  <a:pt x="201304" y="79640"/>
                </a:lnTo>
                <a:lnTo>
                  <a:pt x="208966" y="79375"/>
                </a:lnTo>
                <a:close/>
                <a:moveTo>
                  <a:pt x="1713004" y="79375"/>
                </a:moveTo>
                <a:lnTo>
                  <a:pt x="1722007" y="79375"/>
                </a:lnTo>
                <a:lnTo>
                  <a:pt x="1729156" y="79375"/>
                </a:lnTo>
                <a:lnTo>
                  <a:pt x="1736570" y="79640"/>
                </a:lnTo>
                <a:lnTo>
                  <a:pt x="1743984" y="80434"/>
                </a:lnTo>
                <a:lnTo>
                  <a:pt x="1751398" y="81228"/>
                </a:lnTo>
                <a:lnTo>
                  <a:pt x="1759077" y="82551"/>
                </a:lnTo>
                <a:lnTo>
                  <a:pt x="1767021" y="83874"/>
                </a:lnTo>
                <a:lnTo>
                  <a:pt x="1774699" y="85198"/>
                </a:lnTo>
                <a:lnTo>
                  <a:pt x="1782643" y="87315"/>
                </a:lnTo>
                <a:lnTo>
                  <a:pt x="1787674" y="88638"/>
                </a:lnTo>
                <a:lnTo>
                  <a:pt x="1792970" y="90226"/>
                </a:lnTo>
                <a:lnTo>
                  <a:pt x="1798001" y="92079"/>
                </a:lnTo>
                <a:lnTo>
                  <a:pt x="1803031" y="93931"/>
                </a:lnTo>
                <a:lnTo>
                  <a:pt x="1813093" y="98166"/>
                </a:lnTo>
                <a:lnTo>
                  <a:pt x="1822626" y="102930"/>
                </a:lnTo>
                <a:lnTo>
                  <a:pt x="1831628" y="108223"/>
                </a:lnTo>
                <a:lnTo>
                  <a:pt x="1840366" y="114045"/>
                </a:lnTo>
                <a:lnTo>
                  <a:pt x="1848310" y="120397"/>
                </a:lnTo>
                <a:lnTo>
                  <a:pt x="1856253" y="126749"/>
                </a:lnTo>
                <a:lnTo>
                  <a:pt x="1863667" y="134159"/>
                </a:lnTo>
                <a:lnTo>
                  <a:pt x="1870817" y="141570"/>
                </a:lnTo>
                <a:lnTo>
                  <a:pt x="1877436" y="148980"/>
                </a:lnTo>
                <a:lnTo>
                  <a:pt x="1883526" y="157185"/>
                </a:lnTo>
                <a:lnTo>
                  <a:pt x="1889352" y="165389"/>
                </a:lnTo>
                <a:lnTo>
                  <a:pt x="1894912" y="174123"/>
                </a:lnTo>
                <a:lnTo>
                  <a:pt x="1899943" y="182856"/>
                </a:lnTo>
                <a:lnTo>
                  <a:pt x="1904709" y="191855"/>
                </a:lnTo>
                <a:lnTo>
                  <a:pt x="1908946" y="200853"/>
                </a:lnTo>
                <a:lnTo>
                  <a:pt x="1913182" y="210116"/>
                </a:lnTo>
                <a:lnTo>
                  <a:pt x="1916625" y="219379"/>
                </a:lnTo>
                <a:lnTo>
                  <a:pt x="1920067" y="228907"/>
                </a:lnTo>
                <a:lnTo>
                  <a:pt x="1923244" y="238435"/>
                </a:lnTo>
                <a:lnTo>
                  <a:pt x="1925627" y="248227"/>
                </a:lnTo>
                <a:lnTo>
                  <a:pt x="1928275" y="258019"/>
                </a:lnTo>
                <a:lnTo>
                  <a:pt x="1930393" y="267812"/>
                </a:lnTo>
                <a:lnTo>
                  <a:pt x="1932512" y="277604"/>
                </a:lnTo>
                <a:lnTo>
                  <a:pt x="1933836" y="287926"/>
                </a:lnTo>
                <a:lnTo>
                  <a:pt x="1935160" y="297983"/>
                </a:lnTo>
                <a:lnTo>
                  <a:pt x="1936483" y="307775"/>
                </a:lnTo>
                <a:lnTo>
                  <a:pt x="1937278" y="317832"/>
                </a:lnTo>
                <a:lnTo>
                  <a:pt x="1937807" y="327889"/>
                </a:lnTo>
                <a:lnTo>
                  <a:pt x="1938337" y="337946"/>
                </a:lnTo>
                <a:lnTo>
                  <a:pt x="1938337" y="348003"/>
                </a:lnTo>
                <a:lnTo>
                  <a:pt x="1938337" y="358060"/>
                </a:lnTo>
                <a:lnTo>
                  <a:pt x="1937807" y="368382"/>
                </a:lnTo>
                <a:lnTo>
                  <a:pt x="1937278" y="378439"/>
                </a:lnTo>
                <a:lnTo>
                  <a:pt x="1936483" y="388760"/>
                </a:lnTo>
                <a:lnTo>
                  <a:pt x="1935160" y="398553"/>
                </a:lnTo>
                <a:lnTo>
                  <a:pt x="1933836" y="408345"/>
                </a:lnTo>
                <a:lnTo>
                  <a:pt x="1932512" y="418137"/>
                </a:lnTo>
                <a:lnTo>
                  <a:pt x="1930393" y="427665"/>
                </a:lnTo>
                <a:lnTo>
                  <a:pt x="1928540" y="437193"/>
                </a:lnTo>
                <a:lnTo>
                  <a:pt x="1925892" y="446456"/>
                </a:lnTo>
                <a:lnTo>
                  <a:pt x="1923509" y="455719"/>
                </a:lnTo>
                <a:lnTo>
                  <a:pt x="1920596" y="464717"/>
                </a:lnTo>
                <a:lnTo>
                  <a:pt x="1917684" y="473451"/>
                </a:lnTo>
                <a:lnTo>
                  <a:pt x="1914241" y="482185"/>
                </a:lnTo>
                <a:lnTo>
                  <a:pt x="1910535" y="490389"/>
                </a:lnTo>
                <a:lnTo>
                  <a:pt x="1906563" y="498593"/>
                </a:lnTo>
                <a:lnTo>
                  <a:pt x="1901267" y="509180"/>
                </a:lnTo>
                <a:lnTo>
                  <a:pt x="1895442" y="519502"/>
                </a:lnTo>
                <a:lnTo>
                  <a:pt x="1889352" y="529823"/>
                </a:lnTo>
                <a:lnTo>
                  <a:pt x="1883262" y="539616"/>
                </a:lnTo>
                <a:lnTo>
                  <a:pt x="1876907" y="549143"/>
                </a:lnTo>
                <a:lnTo>
                  <a:pt x="1870287" y="558671"/>
                </a:lnTo>
                <a:lnTo>
                  <a:pt x="1863403" y="567934"/>
                </a:lnTo>
                <a:lnTo>
                  <a:pt x="1856253" y="576932"/>
                </a:lnTo>
                <a:lnTo>
                  <a:pt x="1849369" y="585931"/>
                </a:lnTo>
                <a:lnTo>
                  <a:pt x="1841955" y="594664"/>
                </a:lnTo>
                <a:lnTo>
                  <a:pt x="1834276" y="603133"/>
                </a:lnTo>
                <a:lnTo>
                  <a:pt x="1826597" y="611338"/>
                </a:lnTo>
                <a:lnTo>
                  <a:pt x="1818654" y="619542"/>
                </a:lnTo>
                <a:lnTo>
                  <a:pt x="1810710" y="627482"/>
                </a:lnTo>
                <a:lnTo>
                  <a:pt x="1802502" y="635422"/>
                </a:lnTo>
                <a:lnTo>
                  <a:pt x="1794294" y="642832"/>
                </a:lnTo>
                <a:lnTo>
                  <a:pt x="1786085" y="650243"/>
                </a:lnTo>
                <a:lnTo>
                  <a:pt x="1777612" y="657653"/>
                </a:lnTo>
                <a:lnTo>
                  <a:pt x="1768874" y="664534"/>
                </a:lnTo>
                <a:lnTo>
                  <a:pt x="1760136" y="671680"/>
                </a:lnTo>
                <a:lnTo>
                  <a:pt x="1751398" y="678296"/>
                </a:lnTo>
                <a:lnTo>
                  <a:pt x="1742660" y="684648"/>
                </a:lnTo>
                <a:lnTo>
                  <a:pt x="1724655" y="697352"/>
                </a:lnTo>
                <a:lnTo>
                  <a:pt x="1706385" y="709526"/>
                </a:lnTo>
                <a:lnTo>
                  <a:pt x="1688114" y="720906"/>
                </a:lnTo>
                <a:lnTo>
                  <a:pt x="1669844" y="732022"/>
                </a:lnTo>
                <a:lnTo>
                  <a:pt x="1651309" y="742344"/>
                </a:lnTo>
                <a:lnTo>
                  <a:pt x="1632774" y="752136"/>
                </a:lnTo>
                <a:lnTo>
                  <a:pt x="1614504" y="761664"/>
                </a:lnTo>
                <a:lnTo>
                  <a:pt x="1596234" y="770397"/>
                </a:lnTo>
                <a:lnTo>
                  <a:pt x="1577964" y="778866"/>
                </a:lnTo>
                <a:lnTo>
                  <a:pt x="1559958" y="786806"/>
                </a:lnTo>
                <a:lnTo>
                  <a:pt x="1542217" y="794217"/>
                </a:lnTo>
                <a:lnTo>
                  <a:pt x="1525271" y="801362"/>
                </a:lnTo>
                <a:lnTo>
                  <a:pt x="1508060" y="807979"/>
                </a:lnTo>
                <a:lnTo>
                  <a:pt x="1491379" y="814331"/>
                </a:lnTo>
                <a:lnTo>
                  <a:pt x="1475756" y="820153"/>
                </a:lnTo>
                <a:lnTo>
                  <a:pt x="1445306" y="830739"/>
                </a:lnTo>
                <a:lnTo>
                  <a:pt x="1417768" y="840532"/>
                </a:lnTo>
                <a:lnTo>
                  <a:pt x="1393673" y="848207"/>
                </a:lnTo>
                <a:lnTo>
                  <a:pt x="1370636" y="856147"/>
                </a:lnTo>
                <a:lnTo>
                  <a:pt x="1361369" y="859323"/>
                </a:lnTo>
                <a:lnTo>
                  <a:pt x="1353955" y="861969"/>
                </a:lnTo>
                <a:lnTo>
                  <a:pt x="1348394" y="864616"/>
                </a:lnTo>
                <a:lnTo>
                  <a:pt x="1346276" y="865674"/>
                </a:lnTo>
                <a:lnTo>
                  <a:pt x="1343893" y="866998"/>
                </a:lnTo>
                <a:lnTo>
                  <a:pt x="1341775" y="869380"/>
                </a:lnTo>
                <a:lnTo>
                  <a:pt x="1339127" y="872555"/>
                </a:lnTo>
                <a:lnTo>
                  <a:pt x="1337009" y="876261"/>
                </a:lnTo>
                <a:lnTo>
                  <a:pt x="1334890" y="880760"/>
                </a:lnTo>
                <a:lnTo>
                  <a:pt x="1333566" y="885259"/>
                </a:lnTo>
                <a:lnTo>
                  <a:pt x="1332507" y="890023"/>
                </a:lnTo>
                <a:lnTo>
                  <a:pt x="1332242" y="894522"/>
                </a:lnTo>
                <a:lnTo>
                  <a:pt x="1332507" y="897169"/>
                </a:lnTo>
                <a:lnTo>
                  <a:pt x="1332772" y="899551"/>
                </a:lnTo>
                <a:lnTo>
                  <a:pt x="1333302" y="901932"/>
                </a:lnTo>
                <a:lnTo>
                  <a:pt x="1333831" y="904050"/>
                </a:lnTo>
                <a:lnTo>
                  <a:pt x="1334625" y="906167"/>
                </a:lnTo>
                <a:lnTo>
                  <a:pt x="1335685" y="908020"/>
                </a:lnTo>
                <a:lnTo>
                  <a:pt x="1337273" y="910137"/>
                </a:lnTo>
                <a:lnTo>
                  <a:pt x="1338597" y="911990"/>
                </a:lnTo>
                <a:lnTo>
                  <a:pt x="1340716" y="914107"/>
                </a:lnTo>
                <a:lnTo>
                  <a:pt x="1343363" y="916224"/>
                </a:lnTo>
                <a:lnTo>
                  <a:pt x="1346806" y="918606"/>
                </a:lnTo>
                <a:lnTo>
                  <a:pt x="1350777" y="920723"/>
                </a:lnTo>
                <a:lnTo>
                  <a:pt x="1355544" y="923105"/>
                </a:lnTo>
                <a:lnTo>
                  <a:pt x="1361369" y="924958"/>
                </a:lnTo>
                <a:lnTo>
                  <a:pt x="1367988" y="926546"/>
                </a:lnTo>
                <a:lnTo>
                  <a:pt x="1375932" y="928134"/>
                </a:lnTo>
                <a:lnTo>
                  <a:pt x="1380169" y="929192"/>
                </a:lnTo>
                <a:lnTo>
                  <a:pt x="1384405" y="930251"/>
                </a:lnTo>
                <a:lnTo>
                  <a:pt x="1388377" y="932368"/>
                </a:lnTo>
                <a:lnTo>
                  <a:pt x="1392084" y="934221"/>
                </a:lnTo>
                <a:lnTo>
                  <a:pt x="1395261" y="936867"/>
                </a:lnTo>
                <a:lnTo>
                  <a:pt x="1398704" y="939514"/>
                </a:lnTo>
                <a:lnTo>
                  <a:pt x="1401616" y="942690"/>
                </a:lnTo>
                <a:lnTo>
                  <a:pt x="1403999" y="946130"/>
                </a:lnTo>
                <a:lnTo>
                  <a:pt x="1406382" y="949306"/>
                </a:lnTo>
                <a:lnTo>
                  <a:pt x="1408236" y="953276"/>
                </a:lnTo>
                <a:lnTo>
                  <a:pt x="1410089" y="957246"/>
                </a:lnTo>
                <a:lnTo>
                  <a:pt x="1411149" y="961481"/>
                </a:lnTo>
                <a:lnTo>
                  <a:pt x="1411943" y="965980"/>
                </a:lnTo>
                <a:lnTo>
                  <a:pt x="1412472" y="970214"/>
                </a:lnTo>
                <a:lnTo>
                  <a:pt x="1412472" y="974713"/>
                </a:lnTo>
                <a:lnTo>
                  <a:pt x="1411943" y="979477"/>
                </a:lnTo>
                <a:lnTo>
                  <a:pt x="1411149" y="983977"/>
                </a:lnTo>
                <a:lnTo>
                  <a:pt x="1410089" y="988211"/>
                </a:lnTo>
                <a:lnTo>
                  <a:pt x="1408236" y="992446"/>
                </a:lnTo>
                <a:lnTo>
                  <a:pt x="1406382" y="996415"/>
                </a:lnTo>
                <a:lnTo>
                  <a:pt x="1403735" y="999591"/>
                </a:lnTo>
                <a:lnTo>
                  <a:pt x="1401351" y="1003032"/>
                </a:lnTo>
                <a:lnTo>
                  <a:pt x="1398439" y="1006208"/>
                </a:lnTo>
                <a:lnTo>
                  <a:pt x="1394997" y="1008854"/>
                </a:lnTo>
                <a:lnTo>
                  <a:pt x="1391819" y="1011236"/>
                </a:lnTo>
                <a:lnTo>
                  <a:pt x="1388112" y="1013354"/>
                </a:lnTo>
                <a:lnTo>
                  <a:pt x="1384140" y="1015206"/>
                </a:lnTo>
                <a:lnTo>
                  <a:pt x="1380169" y="1016265"/>
                </a:lnTo>
                <a:lnTo>
                  <a:pt x="1375932" y="1017059"/>
                </a:lnTo>
                <a:lnTo>
                  <a:pt x="1371695" y="1017588"/>
                </a:lnTo>
                <a:lnTo>
                  <a:pt x="1367459" y="1017588"/>
                </a:lnTo>
                <a:lnTo>
                  <a:pt x="1362958" y="1017323"/>
                </a:lnTo>
                <a:lnTo>
                  <a:pt x="1356338" y="1016000"/>
                </a:lnTo>
                <a:lnTo>
                  <a:pt x="1349718" y="1014942"/>
                </a:lnTo>
                <a:lnTo>
                  <a:pt x="1343363" y="1013089"/>
                </a:lnTo>
                <a:lnTo>
                  <a:pt x="1337273" y="1011501"/>
                </a:lnTo>
                <a:lnTo>
                  <a:pt x="1330918" y="1009119"/>
                </a:lnTo>
                <a:lnTo>
                  <a:pt x="1325093" y="1007266"/>
                </a:lnTo>
                <a:lnTo>
                  <a:pt x="1319533" y="1004620"/>
                </a:lnTo>
                <a:lnTo>
                  <a:pt x="1313972" y="1002238"/>
                </a:lnTo>
                <a:lnTo>
                  <a:pt x="1308147" y="999327"/>
                </a:lnTo>
                <a:lnTo>
                  <a:pt x="1303116" y="996415"/>
                </a:lnTo>
                <a:lnTo>
                  <a:pt x="1298085" y="992975"/>
                </a:lnTo>
                <a:lnTo>
                  <a:pt x="1293319" y="989534"/>
                </a:lnTo>
                <a:lnTo>
                  <a:pt x="1288553" y="985829"/>
                </a:lnTo>
                <a:lnTo>
                  <a:pt x="1284316" y="982389"/>
                </a:lnTo>
                <a:lnTo>
                  <a:pt x="1280080" y="978154"/>
                </a:lnTo>
                <a:lnTo>
                  <a:pt x="1276108" y="973920"/>
                </a:lnTo>
                <a:lnTo>
                  <a:pt x="1272136" y="969685"/>
                </a:lnTo>
                <a:lnTo>
                  <a:pt x="1268959" y="965186"/>
                </a:lnTo>
                <a:lnTo>
                  <a:pt x="1265516" y="960422"/>
                </a:lnTo>
                <a:lnTo>
                  <a:pt x="1262604" y="955658"/>
                </a:lnTo>
                <a:lnTo>
                  <a:pt x="1259956" y="950894"/>
                </a:lnTo>
                <a:lnTo>
                  <a:pt x="1257308" y="945866"/>
                </a:lnTo>
                <a:lnTo>
                  <a:pt x="1255190" y="941102"/>
                </a:lnTo>
                <a:lnTo>
                  <a:pt x="1253071" y="935544"/>
                </a:lnTo>
                <a:lnTo>
                  <a:pt x="1251483" y="930516"/>
                </a:lnTo>
                <a:lnTo>
                  <a:pt x="1250159" y="925487"/>
                </a:lnTo>
                <a:lnTo>
                  <a:pt x="1248570" y="920194"/>
                </a:lnTo>
                <a:lnTo>
                  <a:pt x="1247776" y="915165"/>
                </a:lnTo>
                <a:lnTo>
                  <a:pt x="1246981" y="909872"/>
                </a:lnTo>
                <a:lnTo>
                  <a:pt x="1246452" y="904844"/>
                </a:lnTo>
                <a:lnTo>
                  <a:pt x="1246187" y="899551"/>
                </a:lnTo>
                <a:lnTo>
                  <a:pt x="1246187" y="894522"/>
                </a:lnTo>
                <a:lnTo>
                  <a:pt x="1246452" y="886318"/>
                </a:lnTo>
                <a:lnTo>
                  <a:pt x="1247246" y="878378"/>
                </a:lnTo>
                <a:lnTo>
                  <a:pt x="1248305" y="870174"/>
                </a:lnTo>
                <a:lnTo>
                  <a:pt x="1250159" y="862498"/>
                </a:lnTo>
                <a:lnTo>
                  <a:pt x="1252277" y="854823"/>
                </a:lnTo>
                <a:lnTo>
                  <a:pt x="1254925" y="847413"/>
                </a:lnTo>
                <a:lnTo>
                  <a:pt x="1257838" y="840003"/>
                </a:lnTo>
                <a:lnTo>
                  <a:pt x="1261280" y="833121"/>
                </a:lnTo>
                <a:lnTo>
                  <a:pt x="1264987" y="826240"/>
                </a:lnTo>
                <a:lnTo>
                  <a:pt x="1269223" y="819888"/>
                </a:lnTo>
                <a:lnTo>
                  <a:pt x="1273990" y="813801"/>
                </a:lnTo>
                <a:lnTo>
                  <a:pt x="1278756" y="807714"/>
                </a:lnTo>
                <a:lnTo>
                  <a:pt x="1284051" y="802156"/>
                </a:lnTo>
                <a:lnTo>
                  <a:pt x="1289877" y="796863"/>
                </a:lnTo>
                <a:lnTo>
                  <a:pt x="1296232" y="792099"/>
                </a:lnTo>
                <a:lnTo>
                  <a:pt x="1302851" y="787600"/>
                </a:lnTo>
                <a:lnTo>
                  <a:pt x="1306558" y="785748"/>
                </a:lnTo>
                <a:lnTo>
                  <a:pt x="1310000" y="783630"/>
                </a:lnTo>
                <a:lnTo>
                  <a:pt x="1316620" y="780454"/>
                </a:lnTo>
                <a:lnTo>
                  <a:pt x="1324034" y="777808"/>
                </a:lnTo>
                <a:lnTo>
                  <a:pt x="1331448" y="774897"/>
                </a:lnTo>
                <a:lnTo>
                  <a:pt x="1348394" y="768809"/>
                </a:lnTo>
                <a:lnTo>
                  <a:pt x="1367988" y="762193"/>
                </a:lnTo>
                <a:lnTo>
                  <a:pt x="1390230" y="755047"/>
                </a:lnTo>
                <a:lnTo>
                  <a:pt x="1414856" y="746578"/>
                </a:lnTo>
                <a:lnTo>
                  <a:pt x="1441069" y="737580"/>
                </a:lnTo>
                <a:lnTo>
                  <a:pt x="1469137" y="727258"/>
                </a:lnTo>
                <a:lnTo>
                  <a:pt x="1483965" y="721700"/>
                </a:lnTo>
                <a:lnTo>
                  <a:pt x="1498528" y="715613"/>
                </a:lnTo>
                <a:lnTo>
                  <a:pt x="1513621" y="709526"/>
                </a:lnTo>
                <a:lnTo>
                  <a:pt x="1528978" y="702645"/>
                </a:lnTo>
                <a:lnTo>
                  <a:pt x="1544336" y="696028"/>
                </a:lnTo>
                <a:lnTo>
                  <a:pt x="1559958" y="688618"/>
                </a:lnTo>
                <a:lnTo>
                  <a:pt x="1575581" y="681472"/>
                </a:lnTo>
                <a:lnTo>
                  <a:pt x="1591203" y="673532"/>
                </a:lnTo>
                <a:lnTo>
                  <a:pt x="1606825" y="665063"/>
                </a:lnTo>
                <a:lnTo>
                  <a:pt x="1622183" y="656594"/>
                </a:lnTo>
                <a:lnTo>
                  <a:pt x="1637540" y="647596"/>
                </a:lnTo>
                <a:lnTo>
                  <a:pt x="1652898" y="638333"/>
                </a:lnTo>
                <a:lnTo>
                  <a:pt x="1667726" y="628541"/>
                </a:lnTo>
                <a:lnTo>
                  <a:pt x="1682554" y="618748"/>
                </a:lnTo>
                <a:lnTo>
                  <a:pt x="1696852" y="608162"/>
                </a:lnTo>
                <a:lnTo>
                  <a:pt x="1711151" y="597311"/>
                </a:lnTo>
                <a:lnTo>
                  <a:pt x="1720154" y="589901"/>
                </a:lnTo>
                <a:lnTo>
                  <a:pt x="1729421" y="582225"/>
                </a:lnTo>
                <a:lnTo>
                  <a:pt x="1738159" y="574286"/>
                </a:lnTo>
                <a:lnTo>
                  <a:pt x="1746897" y="566611"/>
                </a:lnTo>
                <a:lnTo>
                  <a:pt x="1755370" y="558406"/>
                </a:lnTo>
                <a:lnTo>
                  <a:pt x="1763578" y="549937"/>
                </a:lnTo>
                <a:lnTo>
                  <a:pt x="1771522" y="541468"/>
                </a:lnTo>
                <a:lnTo>
                  <a:pt x="1778936" y="532734"/>
                </a:lnTo>
                <a:lnTo>
                  <a:pt x="1786615" y="523736"/>
                </a:lnTo>
                <a:lnTo>
                  <a:pt x="1793499" y="514738"/>
                </a:lnTo>
                <a:lnTo>
                  <a:pt x="1800648" y="505475"/>
                </a:lnTo>
                <a:lnTo>
                  <a:pt x="1807003" y="496212"/>
                </a:lnTo>
                <a:lnTo>
                  <a:pt x="1813623" y="486684"/>
                </a:lnTo>
                <a:lnTo>
                  <a:pt x="1819448" y="476892"/>
                </a:lnTo>
                <a:lnTo>
                  <a:pt x="1825009" y="466835"/>
                </a:lnTo>
                <a:lnTo>
                  <a:pt x="1830304" y="456778"/>
                </a:lnTo>
                <a:lnTo>
                  <a:pt x="1832952" y="452014"/>
                </a:lnTo>
                <a:lnTo>
                  <a:pt x="1835335" y="446456"/>
                </a:lnTo>
                <a:lnTo>
                  <a:pt x="1837189" y="440898"/>
                </a:lnTo>
                <a:lnTo>
                  <a:pt x="1839307" y="435076"/>
                </a:lnTo>
                <a:lnTo>
                  <a:pt x="1841161" y="428724"/>
                </a:lnTo>
                <a:lnTo>
                  <a:pt x="1843014" y="422372"/>
                </a:lnTo>
                <a:lnTo>
                  <a:pt x="1844868" y="416020"/>
                </a:lnTo>
                <a:lnTo>
                  <a:pt x="1846192" y="408874"/>
                </a:lnTo>
                <a:lnTo>
                  <a:pt x="1847515" y="401729"/>
                </a:lnTo>
                <a:lnTo>
                  <a:pt x="1848575" y="394318"/>
                </a:lnTo>
                <a:lnTo>
                  <a:pt x="1849899" y="386908"/>
                </a:lnTo>
                <a:lnTo>
                  <a:pt x="1850693" y="379497"/>
                </a:lnTo>
                <a:lnTo>
                  <a:pt x="1851487" y="371558"/>
                </a:lnTo>
                <a:lnTo>
                  <a:pt x="1851752" y="363618"/>
                </a:lnTo>
                <a:lnTo>
                  <a:pt x="1852017" y="355678"/>
                </a:lnTo>
                <a:lnTo>
                  <a:pt x="1852282" y="348003"/>
                </a:lnTo>
                <a:lnTo>
                  <a:pt x="1852017" y="336093"/>
                </a:lnTo>
                <a:lnTo>
                  <a:pt x="1851487" y="324713"/>
                </a:lnTo>
                <a:lnTo>
                  <a:pt x="1850428" y="313068"/>
                </a:lnTo>
                <a:lnTo>
                  <a:pt x="1849104" y="301953"/>
                </a:lnTo>
                <a:lnTo>
                  <a:pt x="1846986" y="290572"/>
                </a:lnTo>
                <a:lnTo>
                  <a:pt x="1844603" y="279721"/>
                </a:lnTo>
                <a:lnTo>
                  <a:pt x="1841955" y="269135"/>
                </a:lnTo>
                <a:lnTo>
                  <a:pt x="1838513" y="258549"/>
                </a:lnTo>
                <a:lnTo>
                  <a:pt x="1835335" y="248756"/>
                </a:lnTo>
                <a:lnTo>
                  <a:pt x="1831364" y="239493"/>
                </a:lnTo>
                <a:lnTo>
                  <a:pt x="1826862" y="230495"/>
                </a:lnTo>
                <a:lnTo>
                  <a:pt x="1822361" y="222290"/>
                </a:lnTo>
                <a:lnTo>
                  <a:pt x="1817330" y="214615"/>
                </a:lnTo>
                <a:lnTo>
                  <a:pt x="1811769" y="207470"/>
                </a:lnTo>
                <a:lnTo>
                  <a:pt x="1806209" y="201118"/>
                </a:lnTo>
                <a:lnTo>
                  <a:pt x="1803031" y="198207"/>
                </a:lnTo>
                <a:lnTo>
                  <a:pt x="1800384" y="195295"/>
                </a:lnTo>
                <a:lnTo>
                  <a:pt x="1796147" y="191855"/>
                </a:lnTo>
                <a:lnTo>
                  <a:pt x="1791646" y="188679"/>
                </a:lnTo>
                <a:lnTo>
                  <a:pt x="1787409" y="185503"/>
                </a:lnTo>
                <a:lnTo>
                  <a:pt x="1782643" y="182856"/>
                </a:lnTo>
                <a:lnTo>
                  <a:pt x="1777877" y="180474"/>
                </a:lnTo>
                <a:lnTo>
                  <a:pt x="1772846" y="178357"/>
                </a:lnTo>
                <a:lnTo>
                  <a:pt x="1767550" y="176240"/>
                </a:lnTo>
                <a:lnTo>
                  <a:pt x="1761725" y="174652"/>
                </a:lnTo>
                <a:lnTo>
                  <a:pt x="1751133" y="172270"/>
                </a:lnTo>
                <a:lnTo>
                  <a:pt x="1740807" y="170682"/>
                </a:lnTo>
                <a:lnTo>
                  <a:pt x="1731010" y="169623"/>
                </a:lnTo>
                <a:lnTo>
                  <a:pt x="1722007" y="169359"/>
                </a:lnTo>
                <a:lnTo>
                  <a:pt x="1716711" y="169623"/>
                </a:lnTo>
                <a:lnTo>
                  <a:pt x="1711151" y="169888"/>
                </a:lnTo>
                <a:lnTo>
                  <a:pt x="1706120" y="170417"/>
                </a:lnTo>
                <a:lnTo>
                  <a:pt x="1701354" y="170947"/>
                </a:lnTo>
                <a:lnTo>
                  <a:pt x="1696588" y="171741"/>
                </a:lnTo>
                <a:lnTo>
                  <a:pt x="1692086" y="172799"/>
                </a:lnTo>
                <a:lnTo>
                  <a:pt x="1687585" y="174387"/>
                </a:lnTo>
                <a:lnTo>
                  <a:pt x="1683084" y="175711"/>
                </a:lnTo>
                <a:lnTo>
                  <a:pt x="1678847" y="177034"/>
                </a:lnTo>
                <a:lnTo>
                  <a:pt x="1674610" y="178886"/>
                </a:lnTo>
                <a:lnTo>
                  <a:pt x="1670903" y="180739"/>
                </a:lnTo>
                <a:lnTo>
                  <a:pt x="1666932" y="182856"/>
                </a:lnTo>
                <a:lnTo>
                  <a:pt x="1659253" y="187356"/>
                </a:lnTo>
                <a:lnTo>
                  <a:pt x="1651574" y="192384"/>
                </a:lnTo>
                <a:lnTo>
                  <a:pt x="1644690" y="197942"/>
                </a:lnTo>
                <a:lnTo>
                  <a:pt x="1637805" y="203764"/>
                </a:lnTo>
                <a:lnTo>
                  <a:pt x="1631185" y="210645"/>
                </a:lnTo>
                <a:lnTo>
                  <a:pt x="1625095" y="217262"/>
                </a:lnTo>
                <a:lnTo>
                  <a:pt x="1619005" y="224937"/>
                </a:lnTo>
                <a:lnTo>
                  <a:pt x="1613445" y="232612"/>
                </a:lnTo>
                <a:lnTo>
                  <a:pt x="1608149" y="240287"/>
                </a:lnTo>
                <a:lnTo>
                  <a:pt x="1603118" y="248227"/>
                </a:lnTo>
                <a:lnTo>
                  <a:pt x="1598352" y="256431"/>
                </a:lnTo>
                <a:lnTo>
                  <a:pt x="1594115" y="264636"/>
                </a:lnTo>
                <a:lnTo>
                  <a:pt x="1589879" y="272575"/>
                </a:lnTo>
                <a:lnTo>
                  <a:pt x="1586172" y="280515"/>
                </a:lnTo>
                <a:lnTo>
                  <a:pt x="1582730" y="288455"/>
                </a:lnTo>
                <a:lnTo>
                  <a:pt x="1580082" y="295601"/>
                </a:lnTo>
                <a:lnTo>
                  <a:pt x="1574786" y="309628"/>
                </a:lnTo>
                <a:lnTo>
                  <a:pt x="1571079" y="321537"/>
                </a:lnTo>
                <a:lnTo>
                  <a:pt x="1568167" y="330800"/>
                </a:lnTo>
                <a:lnTo>
                  <a:pt x="1566578" y="336623"/>
                </a:lnTo>
                <a:lnTo>
                  <a:pt x="1566313" y="339005"/>
                </a:lnTo>
                <a:lnTo>
                  <a:pt x="1564724" y="343504"/>
                </a:lnTo>
                <a:lnTo>
                  <a:pt x="1563400" y="347738"/>
                </a:lnTo>
                <a:lnTo>
                  <a:pt x="1561547" y="351708"/>
                </a:lnTo>
                <a:lnTo>
                  <a:pt x="1559164" y="355149"/>
                </a:lnTo>
                <a:lnTo>
                  <a:pt x="1556781" y="358589"/>
                </a:lnTo>
                <a:lnTo>
                  <a:pt x="1553603" y="361765"/>
                </a:lnTo>
                <a:lnTo>
                  <a:pt x="1550426" y="364412"/>
                </a:lnTo>
                <a:lnTo>
                  <a:pt x="1547248" y="367058"/>
                </a:lnTo>
                <a:lnTo>
                  <a:pt x="1543806" y="369176"/>
                </a:lnTo>
                <a:lnTo>
                  <a:pt x="1539834" y="371028"/>
                </a:lnTo>
                <a:lnTo>
                  <a:pt x="1535863" y="372352"/>
                </a:lnTo>
                <a:lnTo>
                  <a:pt x="1531891" y="373410"/>
                </a:lnTo>
                <a:lnTo>
                  <a:pt x="1527654" y="373940"/>
                </a:lnTo>
                <a:lnTo>
                  <a:pt x="1523418" y="373940"/>
                </a:lnTo>
                <a:lnTo>
                  <a:pt x="1518916" y="373675"/>
                </a:lnTo>
                <a:lnTo>
                  <a:pt x="1514680" y="372881"/>
                </a:lnTo>
                <a:lnTo>
                  <a:pt x="1510708" y="371822"/>
                </a:lnTo>
                <a:lnTo>
                  <a:pt x="1506736" y="370234"/>
                </a:lnTo>
                <a:lnTo>
                  <a:pt x="1502764" y="368117"/>
                </a:lnTo>
                <a:lnTo>
                  <a:pt x="1499057" y="366000"/>
                </a:lnTo>
                <a:lnTo>
                  <a:pt x="1495880" y="363089"/>
                </a:lnTo>
                <a:lnTo>
                  <a:pt x="1492967" y="359913"/>
                </a:lnTo>
                <a:lnTo>
                  <a:pt x="1490055" y="357001"/>
                </a:lnTo>
                <a:lnTo>
                  <a:pt x="1487936" y="353296"/>
                </a:lnTo>
                <a:lnTo>
                  <a:pt x="1485818" y="349591"/>
                </a:lnTo>
                <a:lnTo>
                  <a:pt x="1484229" y="345621"/>
                </a:lnTo>
                <a:lnTo>
                  <a:pt x="1482641" y="341387"/>
                </a:lnTo>
                <a:lnTo>
                  <a:pt x="1481582" y="337152"/>
                </a:lnTo>
                <a:lnTo>
                  <a:pt x="1481052" y="332653"/>
                </a:lnTo>
                <a:lnTo>
                  <a:pt x="1481052" y="328154"/>
                </a:lnTo>
                <a:lnTo>
                  <a:pt x="1481317" y="323654"/>
                </a:lnTo>
                <a:lnTo>
                  <a:pt x="1482111" y="319420"/>
                </a:lnTo>
                <a:lnTo>
                  <a:pt x="1483700" y="312539"/>
                </a:lnTo>
                <a:lnTo>
                  <a:pt x="1485553" y="305922"/>
                </a:lnTo>
                <a:lnTo>
                  <a:pt x="1488201" y="296924"/>
                </a:lnTo>
                <a:lnTo>
                  <a:pt x="1491379" y="286073"/>
                </a:lnTo>
                <a:lnTo>
                  <a:pt x="1495615" y="273899"/>
                </a:lnTo>
                <a:lnTo>
                  <a:pt x="1500646" y="260401"/>
                </a:lnTo>
                <a:lnTo>
                  <a:pt x="1507001" y="245316"/>
                </a:lnTo>
                <a:lnTo>
                  <a:pt x="1513885" y="229966"/>
                </a:lnTo>
                <a:lnTo>
                  <a:pt x="1517857" y="222026"/>
                </a:lnTo>
                <a:lnTo>
                  <a:pt x="1522094" y="213821"/>
                </a:lnTo>
                <a:lnTo>
                  <a:pt x="1526860" y="205882"/>
                </a:lnTo>
                <a:lnTo>
                  <a:pt x="1531626" y="197677"/>
                </a:lnTo>
                <a:lnTo>
                  <a:pt x="1536922" y="189208"/>
                </a:lnTo>
                <a:lnTo>
                  <a:pt x="1542747" y="181004"/>
                </a:lnTo>
                <a:lnTo>
                  <a:pt x="1548572" y="172799"/>
                </a:lnTo>
                <a:lnTo>
                  <a:pt x="1554662" y="164860"/>
                </a:lnTo>
                <a:lnTo>
                  <a:pt x="1561547" y="156655"/>
                </a:lnTo>
                <a:lnTo>
                  <a:pt x="1568431" y="148715"/>
                </a:lnTo>
                <a:lnTo>
                  <a:pt x="1575845" y="141305"/>
                </a:lnTo>
                <a:lnTo>
                  <a:pt x="1583789" y="133630"/>
                </a:lnTo>
                <a:lnTo>
                  <a:pt x="1591997" y="126484"/>
                </a:lnTo>
                <a:lnTo>
                  <a:pt x="1600735" y="119603"/>
                </a:lnTo>
                <a:lnTo>
                  <a:pt x="1607090" y="115369"/>
                </a:lnTo>
                <a:lnTo>
                  <a:pt x="1613180" y="111134"/>
                </a:lnTo>
                <a:lnTo>
                  <a:pt x="1619535" y="106899"/>
                </a:lnTo>
                <a:lnTo>
                  <a:pt x="1626419" y="103194"/>
                </a:lnTo>
                <a:lnTo>
                  <a:pt x="1633304" y="99489"/>
                </a:lnTo>
                <a:lnTo>
                  <a:pt x="1640453" y="96313"/>
                </a:lnTo>
                <a:lnTo>
                  <a:pt x="1647867" y="93137"/>
                </a:lnTo>
                <a:lnTo>
                  <a:pt x="1655281" y="90226"/>
                </a:lnTo>
                <a:lnTo>
                  <a:pt x="1663225" y="87844"/>
                </a:lnTo>
                <a:lnTo>
                  <a:pt x="1671168" y="85462"/>
                </a:lnTo>
                <a:lnTo>
                  <a:pt x="1678847" y="83874"/>
                </a:lnTo>
                <a:lnTo>
                  <a:pt x="1687320" y="82286"/>
                </a:lnTo>
                <a:lnTo>
                  <a:pt x="1695793" y="80698"/>
                </a:lnTo>
                <a:lnTo>
                  <a:pt x="1704266" y="79904"/>
                </a:lnTo>
                <a:lnTo>
                  <a:pt x="1713004" y="79375"/>
                </a:lnTo>
                <a:close/>
                <a:moveTo>
                  <a:pt x="409575" y="0"/>
                </a:moveTo>
                <a:lnTo>
                  <a:pt x="1528763" y="0"/>
                </a:lnTo>
                <a:lnTo>
                  <a:pt x="1528763" y="95250"/>
                </a:lnTo>
                <a:lnTo>
                  <a:pt x="409575" y="95250"/>
                </a:lnTo>
                <a:lnTo>
                  <a:pt x="409575" y="0"/>
                </a:lnTo>
                <a:close/>
              </a:path>
            </a:pathLst>
          </a:custGeom>
          <a:solidFill>
            <a:srgbClr val="342112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 marL="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indent="-1511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indent="-3035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indent="-4559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indent="-6083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/>
          </a:p>
        </p:txBody>
      </p:sp>
      <p:sp>
        <p:nvSpPr>
          <p:cNvPr id="17" name="矩形 16"/>
          <p:cNvSpPr/>
          <p:nvPr/>
        </p:nvSpPr>
        <p:spPr>
          <a:xfrm>
            <a:off x="1733837" y="2724204"/>
            <a:ext cx="633764" cy="633764"/>
          </a:xfrm>
          <a:prstGeom prst="rect">
            <a:avLst/>
          </a:prstGeom>
          <a:solidFill>
            <a:srgbClr val="342112"/>
          </a:solidFill>
          <a:ln w="3175">
            <a:solidFill>
              <a:schemeClr val="accent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1pPr>
            <a:lvl2pPr marL="608330" marR="0" indent="-1511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2pPr>
            <a:lvl3pPr marL="1217930" marR="0" indent="-3035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3pPr>
            <a:lvl4pPr marL="1827530" marR="0" indent="-4559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4pPr>
            <a:lvl5pPr marL="2437130" marR="0" indent="-6083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9pPr>
          </a:lstStyle>
          <a:p>
            <a:pPr algn="ctr"/>
            <a:r>
              <a:rPr lang="zh-CN" altLang="zh-CN" sz="2400" b="0" i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endParaRPr lang="zh-CN" altLang="en-US" sz="2400" b="0" i="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92163" y="3510865"/>
            <a:ext cx="2517111" cy="2355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defPPr>
              <a:defRPr lang="zh-CN"/>
            </a:defPPr>
            <a:lvl1pPr marL="0" marR="0" indent="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1pPr>
            <a:lvl2pPr marL="608330" marR="0" indent="-1511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2pPr>
            <a:lvl3pPr marL="1217930" marR="0" indent="-3035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3pPr>
            <a:lvl4pPr marL="1827530" marR="0" indent="-4559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4pPr>
            <a:lvl5pPr marL="2437130" marR="0" indent="-6083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b="0" i="0" dirty="0">
                <a:solidFill>
                  <a:schemeClr val="tx1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rPr>
              <a:t>减少垃圾填埋和焚烧对自然环境的破坏：防止二次污染</a:t>
            </a:r>
          </a:p>
        </p:txBody>
      </p:sp>
      <p:sp>
        <p:nvSpPr>
          <p:cNvPr id="19" name="矩形 18"/>
          <p:cNvSpPr/>
          <p:nvPr/>
        </p:nvSpPr>
        <p:spPr>
          <a:xfrm>
            <a:off x="5657838" y="2724204"/>
            <a:ext cx="633764" cy="633764"/>
          </a:xfrm>
          <a:prstGeom prst="rect">
            <a:avLst/>
          </a:prstGeom>
          <a:solidFill>
            <a:srgbClr val="342112"/>
          </a:solidFill>
          <a:ln w="3175">
            <a:solidFill>
              <a:schemeClr val="accent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1pPr>
            <a:lvl2pPr marL="608330" marR="0" indent="-1511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2pPr>
            <a:lvl3pPr marL="1217930" marR="0" indent="-3035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3pPr>
            <a:lvl4pPr marL="1827530" marR="0" indent="-4559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4pPr>
            <a:lvl5pPr marL="2437130" marR="0" indent="-6083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9pPr>
          </a:lstStyle>
          <a:p>
            <a:pPr algn="ctr"/>
            <a:r>
              <a:rPr lang="zh-CN" altLang="zh-CN" sz="2400" b="0" i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endParaRPr lang="zh-CN" altLang="en-US" sz="2400" b="0" i="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16164" y="3510865"/>
            <a:ext cx="2517111" cy="2355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defPPr>
              <a:defRPr lang="zh-CN"/>
            </a:defPPr>
            <a:lvl1pPr marL="0" marR="0" indent="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1pPr>
            <a:lvl2pPr marL="608330" marR="0" indent="-1511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2pPr>
            <a:lvl3pPr marL="1217930" marR="0" indent="-3035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3pPr>
            <a:lvl4pPr marL="1827530" marR="0" indent="-4559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4pPr>
            <a:lvl5pPr marL="2437130" marR="0" indent="-6083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b="0" i="0" dirty="0">
                <a:solidFill>
                  <a:schemeClr val="tx1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rPr>
              <a:t>降低对自然资源的开采压力：保护生态环境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792163" y="3629465"/>
            <a:ext cx="2517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4716164" y="3629465"/>
            <a:ext cx="2517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35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6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7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38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9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40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41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42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43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44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45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资源化利用的必要性 &gt; 2. 资源节约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137025" y="1687530"/>
            <a:ext cx="8094285" cy="1647089"/>
            <a:chOff x="0" y="0"/>
            <a:chExt cx="2063765" cy="5643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63765" cy="564326"/>
            </a:xfrm>
            <a:custGeom>
              <a:avLst/>
              <a:gdLst/>
              <a:ahLst/>
              <a:cxnLst/>
              <a:rect l="l" t="t" r="r" b="b"/>
              <a:pathLst>
                <a:path w="2063765" h="564326">
                  <a:moveTo>
                    <a:pt x="43700" y="0"/>
                  </a:moveTo>
                  <a:lnTo>
                    <a:pt x="2020065" y="0"/>
                  </a:lnTo>
                  <a:cubicBezTo>
                    <a:pt x="2031655" y="0"/>
                    <a:pt x="2042770" y="4604"/>
                    <a:pt x="2050966" y="12799"/>
                  </a:cubicBezTo>
                  <a:cubicBezTo>
                    <a:pt x="2059161" y="20995"/>
                    <a:pt x="2063765" y="32110"/>
                    <a:pt x="2063765" y="43700"/>
                  </a:cubicBezTo>
                  <a:lnTo>
                    <a:pt x="2063765" y="520627"/>
                  </a:lnTo>
                  <a:cubicBezTo>
                    <a:pt x="2063765" y="532216"/>
                    <a:pt x="2059161" y="543332"/>
                    <a:pt x="2050966" y="551527"/>
                  </a:cubicBezTo>
                  <a:cubicBezTo>
                    <a:pt x="2042770" y="559722"/>
                    <a:pt x="2031655" y="564326"/>
                    <a:pt x="2020065" y="564326"/>
                  </a:cubicBezTo>
                  <a:lnTo>
                    <a:pt x="43700" y="564326"/>
                  </a:lnTo>
                  <a:cubicBezTo>
                    <a:pt x="32110" y="564326"/>
                    <a:pt x="20995" y="559722"/>
                    <a:pt x="12799" y="551527"/>
                  </a:cubicBezTo>
                  <a:cubicBezTo>
                    <a:pt x="4604" y="543332"/>
                    <a:pt x="0" y="532216"/>
                    <a:pt x="0" y="520627"/>
                  </a:cubicBezTo>
                  <a:lnTo>
                    <a:pt x="0" y="43700"/>
                  </a:lnTo>
                  <a:cubicBezTo>
                    <a:pt x="0" y="32110"/>
                    <a:pt x="4604" y="20995"/>
                    <a:pt x="12799" y="12799"/>
                  </a:cubicBezTo>
                  <a:cubicBezTo>
                    <a:pt x="20995" y="4604"/>
                    <a:pt x="32110" y="0"/>
                    <a:pt x="43700" y="0"/>
                  </a:cubicBezTo>
                  <a:close/>
                </a:path>
              </a:pathLst>
            </a:custGeom>
            <a:solidFill>
              <a:srgbClr val="342112"/>
            </a:solidFill>
            <a:ln w="19050">
              <a:solidFill>
                <a:srgbClr val="342112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TextBox 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29785" tIns="29785" rIns="29785" bIns="29785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41272" y="2826516"/>
            <a:ext cx="90589" cy="6741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42112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9785" tIns="29785" rIns="29785" bIns="29785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375108" y="1871580"/>
            <a:ext cx="7630895" cy="1354243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2935">
                <a:solidFill>
                  <a:schemeClr val="bg1"/>
                </a:solidFill>
                <a:latin typeface="宋体" panose="02010600030101010101" pitchFamily="2" charset="-122"/>
                <a:ea typeface="思源宋体-粗体 Bold" panose="02020700000000000000" charset="-122"/>
                <a:sym typeface="宋体" panose="02010600030101010101" pitchFamily="2" charset="-122"/>
              </a:rPr>
              <a:t>将"废品"转化为"资源"：减少对新资源的需求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684903" y="2826516"/>
            <a:ext cx="90589" cy="67413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42112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9785" tIns="29785" rIns="29785" bIns="29785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66020" y="2826516"/>
            <a:ext cx="90589" cy="67413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42112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9785" tIns="29785" rIns="29785" bIns="29785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809652" y="2826516"/>
            <a:ext cx="90589" cy="67413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42112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9785" tIns="29785" rIns="29785" bIns="29785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137025" y="3817758"/>
            <a:ext cx="8094285" cy="1647089"/>
            <a:chOff x="0" y="0"/>
            <a:chExt cx="2063765" cy="56432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63765" cy="564326"/>
            </a:xfrm>
            <a:custGeom>
              <a:avLst/>
              <a:gdLst/>
              <a:ahLst/>
              <a:cxnLst/>
              <a:rect l="l" t="t" r="r" b="b"/>
              <a:pathLst>
                <a:path w="2063765" h="564326">
                  <a:moveTo>
                    <a:pt x="43700" y="0"/>
                  </a:moveTo>
                  <a:lnTo>
                    <a:pt x="2020065" y="0"/>
                  </a:lnTo>
                  <a:cubicBezTo>
                    <a:pt x="2031655" y="0"/>
                    <a:pt x="2042770" y="4604"/>
                    <a:pt x="2050966" y="12799"/>
                  </a:cubicBezTo>
                  <a:cubicBezTo>
                    <a:pt x="2059161" y="20995"/>
                    <a:pt x="2063765" y="32110"/>
                    <a:pt x="2063765" y="43700"/>
                  </a:cubicBezTo>
                  <a:lnTo>
                    <a:pt x="2063765" y="520627"/>
                  </a:lnTo>
                  <a:cubicBezTo>
                    <a:pt x="2063765" y="532216"/>
                    <a:pt x="2059161" y="543332"/>
                    <a:pt x="2050966" y="551527"/>
                  </a:cubicBezTo>
                  <a:cubicBezTo>
                    <a:pt x="2042770" y="559722"/>
                    <a:pt x="2031655" y="564326"/>
                    <a:pt x="2020065" y="564326"/>
                  </a:cubicBezTo>
                  <a:lnTo>
                    <a:pt x="43700" y="564326"/>
                  </a:lnTo>
                  <a:cubicBezTo>
                    <a:pt x="32110" y="564326"/>
                    <a:pt x="20995" y="559722"/>
                    <a:pt x="12799" y="551527"/>
                  </a:cubicBezTo>
                  <a:cubicBezTo>
                    <a:pt x="4604" y="543332"/>
                    <a:pt x="0" y="532216"/>
                    <a:pt x="0" y="520627"/>
                  </a:cubicBezTo>
                  <a:lnTo>
                    <a:pt x="0" y="43700"/>
                  </a:lnTo>
                  <a:cubicBezTo>
                    <a:pt x="0" y="32110"/>
                    <a:pt x="4604" y="20995"/>
                    <a:pt x="12799" y="12799"/>
                  </a:cubicBezTo>
                  <a:cubicBezTo>
                    <a:pt x="20995" y="4604"/>
                    <a:pt x="32110" y="0"/>
                    <a:pt x="43700" y="0"/>
                  </a:cubicBezTo>
                  <a:close/>
                </a:path>
              </a:pathLst>
            </a:custGeom>
            <a:solidFill>
              <a:srgbClr val="342112"/>
            </a:solidFill>
            <a:ln w="19050">
              <a:solidFill>
                <a:srgbClr val="342112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29785" tIns="29785" rIns="29785" bIns="29785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547527" y="3964182"/>
            <a:ext cx="7630895" cy="1354243"/>
          </a:xfrm>
          <a:prstGeom prst="rect">
            <a:avLst/>
          </a:prstGeom>
        </p:spPr>
        <p:txBody>
          <a:bodyPr lIns="0" tIns="0" rIns="0" bIns="0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sz="2935">
                <a:solidFill>
                  <a:schemeClr val="bg1"/>
                </a:solidFill>
                <a:latin typeface="宋体" panose="02010600030101010101" pitchFamily="2" charset="-122"/>
                <a:ea typeface="思源宋体-粗体 Bold" panose="02020700000000000000" charset="-122"/>
                <a:sym typeface="宋体" panose="02010600030101010101" pitchFamily="2" charset="-122"/>
              </a:rPr>
              <a:t>促进循环经济的发展：提高资源利用效率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30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1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2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33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4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35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6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7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38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9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40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资源化利用的必要性 &gt; 3. 社会经济价值</a:t>
            </a:r>
          </a:p>
        </p:txBody>
      </p:sp>
      <p:sp>
        <p:nvSpPr>
          <p:cNvPr id="16" name="KSO_Shape"/>
          <p:cNvSpPr/>
          <p:nvPr/>
        </p:nvSpPr>
        <p:spPr>
          <a:xfrm>
            <a:off x="8640165" y="2195145"/>
            <a:ext cx="2592632" cy="2802845"/>
          </a:xfrm>
          <a:custGeom>
            <a:avLst/>
            <a:gdLst>
              <a:gd name="T0" fmla="*/ 660065 w 1938337"/>
              <a:gd name="T1" fmla="*/ 1785471 h 2097088"/>
              <a:gd name="T2" fmla="*/ 1074391 w 1938337"/>
              <a:gd name="T3" fmla="*/ 1807357 h 2097088"/>
              <a:gd name="T4" fmla="*/ 1090030 w 1938337"/>
              <a:gd name="T5" fmla="*/ 1648866 h 2097088"/>
              <a:gd name="T6" fmla="*/ 997074 w 1938337"/>
              <a:gd name="T7" fmla="*/ 1410363 h 2097088"/>
              <a:gd name="T8" fmla="*/ 740470 w 1938337"/>
              <a:gd name="T9" fmla="*/ 1441863 h 2097088"/>
              <a:gd name="T10" fmla="*/ 1158685 w 1938337"/>
              <a:gd name="T11" fmla="*/ 241681 h 2097088"/>
              <a:gd name="T12" fmla="*/ 1062016 w 1938337"/>
              <a:gd name="T13" fmla="*/ 582817 h 2097088"/>
              <a:gd name="T14" fmla="*/ 959576 w 1938337"/>
              <a:gd name="T15" fmla="*/ 747370 h 2097088"/>
              <a:gd name="T16" fmla="*/ 1009593 w 1938337"/>
              <a:gd name="T17" fmla="*/ 758196 h 2097088"/>
              <a:gd name="T18" fmla="*/ 1186819 w 1938337"/>
              <a:gd name="T19" fmla="*/ 425240 h 2097088"/>
              <a:gd name="T20" fmla="*/ 1208221 w 1938337"/>
              <a:gd name="T21" fmla="*/ 203430 h 2097088"/>
              <a:gd name="T22" fmla="*/ 1278919 w 1938337"/>
              <a:gd name="T23" fmla="*/ 476964 h 2097088"/>
              <a:gd name="T24" fmla="*/ 1150989 w 1938337"/>
              <a:gd name="T25" fmla="*/ 722592 h 2097088"/>
              <a:gd name="T26" fmla="*/ 1014162 w 1938337"/>
              <a:gd name="T27" fmla="*/ 909759 h 2097088"/>
              <a:gd name="T28" fmla="*/ 967751 w 1938337"/>
              <a:gd name="T29" fmla="*/ 1018980 h 2097088"/>
              <a:gd name="T30" fmla="*/ 942502 w 1938337"/>
              <a:gd name="T31" fmla="*/ 1340628 h 2097088"/>
              <a:gd name="T32" fmla="*/ 793651 w 1938337"/>
              <a:gd name="T33" fmla="*/ 1348326 h 2097088"/>
              <a:gd name="T34" fmla="*/ 816977 w 1938337"/>
              <a:gd name="T35" fmla="*/ 1049292 h 2097088"/>
              <a:gd name="T36" fmla="*/ 791487 w 1938337"/>
              <a:gd name="T37" fmla="*/ 975676 h 2097088"/>
              <a:gd name="T38" fmla="*/ 746519 w 1938337"/>
              <a:gd name="T39" fmla="*/ 909759 h 2097088"/>
              <a:gd name="T40" fmla="*/ 605604 w 1938337"/>
              <a:gd name="T41" fmla="*/ 718020 h 2097088"/>
              <a:gd name="T42" fmla="*/ 481762 w 1938337"/>
              <a:gd name="T43" fmla="*/ 476964 h 2097088"/>
              <a:gd name="T44" fmla="*/ 249769 w 1938337"/>
              <a:gd name="T45" fmla="*/ 79798 h 2097088"/>
              <a:gd name="T46" fmla="*/ 371772 w 1938337"/>
              <a:gd name="T47" fmla="*/ 184379 h 2097088"/>
              <a:gd name="T48" fmla="*/ 406596 w 1938337"/>
              <a:gd name="T49" fmla="*/ 324302 h 2097088"/>
              <a:gd name="T50" fmla="*/ 340070 w 1938337"/>
              <a:gd name="T51" fmla="*/ 315887 h 2097088"/>
              <a:gd name="T52" fmla="*/ 270423 w 1938337"/>
              <a:gd name="T53" fmla="*/ 183417 h 2097088"/>
              <a:gd name="T54" fmla="*/ 154905 w 1938337"/>
              <a:gd name="T55" fmla="*/ 160097 h 2097088"/>
              <a:gd name="T56" fmla="*/ 86699 w 1938337"/>
              <a:gd name="T57" fmla="*/ 247368 h 2097088"/>
              <a:gd name="T58" fmla="*/ 88140 w 1938337"/>
              <a:gd name="T59" fmla="*/ 389454 h 2097088"/>
              <a:gd name="T60" fmla="*/ 182524 w 1938337"/>
              <a:gd name="T61" fmla="*/ 522885 h 2097088"/>
              <a:gd name="T62" fmla="*/ 498577 w 1938337"/>
              <a:gd name="T63" fmla="*/ 686368 h 2097088"/>
              <a:gd name="T64" fmla="*/ 627064 w 1938337"/>
              <a:gd name="T65" fmla="*/ 797921 h 2097088"/>
              <a:gd name="T66" fmla="*/ 589359 w 1938337"/>
              <a:gd name="T67" fmla="*/ 895530 h 2097088"/>
              <a:gd name="T68" fmla="*/ 492814 w 1938337"/>
              <a:gd name="T69" fmla="*/ 916446 h 2097088"/>
              <a:gd name="T70" fmla="*/ 499057 w 1938337"/>
              <a:gd name="T71" fmla="*/ 846965 h 2097088"/>
              <a:gd name="T72" fmla="*/ 548771 w 1938337"/>
              <a:gd name="T73" fmla="*/ 804171 h 2097088"/>
              <a:gd name="T74" fmla="*/ 311251 w 1938337"/>
              <a:gd name="T75" fmla="*/ 700312 h 2097088"/>
              <a:gd name="T76" fmla="*/ 62683 w 1938337"/>
              <a:gd name="T77" fmla="*/ 508700 h 2097088"/>
              <a:gd name="T78" fmla="*/ 0 w 1938337"/>
              <a:gd name="T79" fmla="*/ 316127 h 2097088"/>
              <a:gd name="T80" fmla="*/ 51155 w 1938337"/>
              <a:gd name="T81" fmla="*/ 141104 h 2097088"/>
              <a:gd name="T82" fmla="*/ 183004 w 1938337"/>
              <a:gd name="T83" fmla="*/ 72345 h 2097088"/>
              <a:gd name="T84" fmla="*/ 1687503 w 1938337"/>
              <a:gd name="T85" fmla="*/ 115139 h 2097088"/>
              <a:gd name="T86" fmla="*/ 1761162 w 1938337"/>
              <a:gd name="T87" fmla="*/ 288719 h 2097088"/>
              <a:gd name="T88" fmla="*/ 1723130 w 1938337"/>
              <a:gd name="T89" fmla="*/ 471917 h 2097088"/>
              <a:gd name="T90" fmla="*/ 1567869 w 1938337"/>
              <a:gd name="T91" fmla="*/ 633476 h 2097088"/>
              <a:gd name="T92" fmla="*/ 1225813 w 1938337"/>
              <a:gd name="T93" fmla="*/ 785419 h 2097088"/>
              <a:gd name="T94" fmla="*/ 1227979 w 1938337"/>
              <a:gd name="T95" fmla="*/ 836387 h 2097088"/>
              <a:gd name="T96" fmla="*/ 1282863 w 1938337"/>
              <a:gd name="T97" fmla="*/ 893847 h 2097088"/>
              <a:gd name="T98" fmla="*/ 1204630 w 1938337"/>
              <a:gd name="T99" fmla="*/ 915003 h 2097088"/>
              <a:gd name="T100" fmla="*/ 1135064 w 1938337"/>
              <a:gd name="T101" fmla="*/ 835907 h 2097088"/>
              <a:gd name="T102" fmla="*/ 1184410 w 1938337"/>
              <a:gd name="T103" fmla="*/ 715458 h 2097088"/>
              <a:gd name="T104" fmla="*/ 1474712 w 1938337"/>
              <a:gd name="T105" fmla="*/ 596452 h 2097088"/>
              <a:gd name="T106" fmla="*/ 1659100 w 1938337"/>
              <a:gd name="T107" fmla="*/ 424074 h 2097088"/>
              <a:gd name="T108" fmla="*/ 1681004 w 1938337"/>
              <a:gd name="T109" fmla="*/ 274295 h 2097088"/>
              <a:gd name="T110" fmla="*/ 1601569 w 1938337"/>
              <a:gd name="T111" fmla="*/ 158654 h 2097088"/>
              <a:gd name="T112" fmla="*/ 1482896 w 1938337"/>
              <a:gd name="T113" fmla="*/ 191350 h 2097088"/>
              <a:gd name="T114" fmla="*/ 1415256 w 1938337"/>
              <a:gd name="T115" fmla="*/ 325743 h 2097088"/>
              <a:gd name="T116" fmla="*/ 1349299 w 1938337"/>
              <a:gd name="T117" fmla="*/ 313963 h 2097088"/>
              <a:gd name="T118" fmla="*/ 1407793 w 1938337"/>
              <a:gd name="T119" fmla="*/ 156971 h 2097088"/>
              <a:gd name="T120" fmla="*/ 1549333 w 1938337"/>
              <a:gd name="T121" fmla="*/ 72585 h 20970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1938336" h="2097088">
                <a:moveTo>
                  <a:pt x="754655" y="1781504"/>
                </a:moveTo>
                <a:lnTo>
                  <a:pt x="755185" y="1787064"/>
                </a:lnTo>
                <a:lnTo>
                  <a:pt x="755185" y="1789976"/>
                </a:lnTo>
                <a:lnTo>
                  <a:pt x="754655" y="1793153"/>
                </a:lnTo>
                <a:lnTo>
                  <a:pt x="753861" y="1796065"/>
                </a:lnTo>
                <a:lnTo>
                  <a:pt x="753067" y="1798713"/>
                </a:lnTo>
                <a:lnTo>
                  <a:pt x="752009" y="1801360"/>
                </a:lnTo>
                <a:lnTo>
                  <a:pt x="750156" y="1803743"/>
                </a:lnTo>
                <a:lnTo>
                  <a:pt x="748568" y="1806391"/>
                </a:lnTo>
                <a:lnTo>
                  <a:pt x="746980" y="1808244"/>
                </a:lnTo>
                <a:lnTo>
                  <a:pt x="744598" y="1810362"/>
                </a:lnTo>
                <a:lnTo>
                  <a:pt x="742481" y="1812215"/>
                </a:lnTo>
                <a:lnTo>
                  <a:pt x="740099" y="1813804"/>
                </a:lnTo>
                <a:lnTo>
                  <a:pt x="737452" y="1815127"/>
                </a:lnTo>
                <a:lnTo>
                  <a:pt x="734805" y="1815922"/>
                </a:lnTo>
                <a:lnTo>
                  <a:pt x="731894" y="1816716"/>
                </a:lnTo>
                <a:lnTo>
                  <a:pt x="729247" y="1817245"/>
                </a:lnTo>
                <a:lnTo>
                  <a:pt x="726071" y="1817245"/>
                </a:lnTo>
                <a:lnTo>
                  <a:pt x="724483" y="1816981"/>
                </a:lnTo>
                <a:lnTo>
                  <a:pt x="724483" y="1965507"/>
                </a:lnTo>
                <a:lnTo>
                  <a:pt x="726071" y="1965507"/>
                </a:lnTo>
                <a:lnTo>
                  <a:pt x="729247" y="1965507"/>
                </a:lnTo>
                <a:lnTo>
                  <a:pt x="731894" y="1966036"/>
                </a:lnTo>
                <a:lnTo>
                  <a:pt x="734805" y="1966566"/>
                </a:lnTo>
                <a:lnTo>
                  <a:pt x="737452" y="1967625"/>
                </a:lnTo>
                <a:lnTo>
                  <a:pt x="740099" y="1969213"/>
                </a:lnTo>
                <a:lnTo>
                  <a:pt x="742481" y="1970537"/>
                </a:lnTo>
                <a:lnTo>
                  <a:pt x="744598" y="1972125"/>
                </a:lnTo>
                <a:lnTo>
                  <a:pt x="746980" y="1974243"/>
                </a:lnTo>
                <a:lnTo>
                  <a:pt x="748568" y="1976361"/>
                </a:lnTo>
                <a:lnTo>
                  <a:pt x="750156" y="1978744"/>
                </a:lnTo>
                <a:lnTo>
                  <a:pt x="752009" y="1981127"/>
                </a:lnTo>
                <a:lnTo>
                  <a:pt x="753067" y="1984039"/>
                </a:lnTo>
                <a:lnTo>
                  <a:pt x="753861" y="1986687"/>
                </a:lnTo>
                <a:lnTo>
                  <a:pt x="754655" y="1989599"/>
                </a:lnTo>
                <a:lnTo>
                  <a:pt x="755185" y="1992776"/>
                </a:lnTo>
                <a:lnTo>
                  <a:pt x="755185" y="1995688"/>
                </a:lnTo>
                <a:lnTo>
                  <a:pt x="755185" y="1996747"/>
                </a:lnTo>
                <a:lnTo>
                  <a:pt x="1181565" y="1996747"/>
                </a:lnTo>
                <a:lnTo>
                  <a:pt x="1181301" y="1995688"/>
                </a:lnTo>
                <a:lnTo>
                  <a:pt x="1181565" y="1992776"/>
                </a:lnTo>
                <a:lnTo>
                  <a:pt x="1181830" y="1989599"/>
                </a:lnTo>
                <a:lnTo>
                  <a:pt x="1182624" y="1986687"/>
                </a:lnTo>
                <a:lnTo>
                  <a:pt x="1183683" y="1984039"/>
                </a:lnTo>
                <a:lnTo>
                  <a:pt x="1184741" y="1981127"/>
                </a:lnTo>
                <a:lnTo>
                  <a:pt x="1186329" y="1978744"/>
                </a:lnTo>
                <a:lnTo>
                  <a:pt x="1187917" y="1976361"/>
                </a:lnTo>
                <a:lnTo>
                  <a:pt x="1189770" y="1974243"/>
                </a:lnTo>
                <a:lnTo>
                  <a:pt x="1191887" y="1972125"/>
                </a:lnTo>
                <a:lnTo>
                  <a:pt x="1194005" y="1970537"/>
                </a:lnTo>
                <a:lnTo>
                  <a:pt x="1196651" y="1969213"/>
                </a:lnTo>
                <a:lnTo>
                  <a:pt x="1199033" y="1967625"/>
                </a:lnTo>
                <a:lnTo>
                  <a:pt x="1201680" y="1966566"/>
                </a:lnTo>
                <a:lnTo>
                  <a:pt x="1204591" y="1966036"/>
                </a:lnTo>
                <a:lnTo>
                  <a:pt x="1207238" y="1965507"/>
                </a:lnTo>
                <a:lnTo>
                  <a:pt x="1210414" y="1965507"/>
                </a:lnTo>
                <a:lnTo>
                  <a:pt x="1212002" y="1965507"/>
                </a:lnTo>
                <a:lnTo>
                  <a:pt x="1212002" y="1816981"/>
                </a:lnTo>
                <a:lnTo>
                  <a:pt x="1210414" y="1817245"/>
                </a:lnTo>
                <a:lnTo>
                  <a:pt x="1207238" y="1817245"/>
                </a:lnTo>
                <a:lnTo>
                  <a:pt x="1204591" y="1816716"/>
                </a:lnTo>
                <a:lnTo>
                  <a:pt x="1201680" y="1815922"/>
                </a:lnTo>
                <a:lnTo>
                  <a:pt x="1199033" y="1815127"/>
                </a:lnTo>
                <a:lnTo>
                  <a:pt x="1196651" y="1813804"/>
                </a:lnTo>
                <a:lnTo>
                  <a:pt x="1194005" y="1812215"/>
                </a:lnTo>
                <a:lnTo>
                  <a:pt x="1191887" y="1810362"/>
                </a:lnTo>
                <a:lnTo>
                  <a:pt x="1189770" y="1808244"/>
                </a:lnTo>
                <a:lnTo>
                  <a:pt x="1187917" y="1806391"/>
                </a:lnTo>
                <a:lnTo>
                  <a:pt x="1186329" y="1803743"/>
                </a:lnTo>
                <a:lnTo>
                  <a:pt x="1184741" y="1801360"/>
                </a:lnTo>
                <a:lnTo>
                  <a:pt x="1183683" y="1798713"/>
                </a:lnTo>
                <a:lnTo>
                  <a:pt x="1182624" y="1796065"/>
                </a:lnTo>
                <a:lnTo>
                  <a:pt x="1181830" y="1793153"/>
                </a:lnTo>
                <a:lnTo>
                  <a:pt x="1181565" y="1789976"/>
                </a:lnTo>
                <a:lnTo>
                  <a:pt x="1181301" y="1787064"/>
                </a:lnTo>
                <a:lnTo>
                  <a:pt x="1182095" y="1781504"/>
                </a:lnTo>
                <a:lnTo>
                  <a:pt x="754655" y="1781504"/>
                </a:lnTo>
                <a:close/>
                <a:moveTo>
                  <a:pt x="555625" y="1681163"/>
                </a:moveTo>
                <a:lnTo>
                  <a:pt x="1381125" y="1681163"/>
                </a:lnTo>
                <a:lnTo>
                  <a:pt x="1381125" y="2097088"/>
                </a:lnTo>
                <a:lnTo>
                  <a:pt x="555625" y="2097088"/>
                </a:lnTo>
                <a:lnTo>
                  <a:pt x="555625" y="1681163"/>
                </a:lnTo>
                <a:close/>
                <a:moveTo>
                  <a:pt x="846057" y="1552575"/>
                </a:moveTo>
                <a:lnTo>
                  <a:pt x="1096781" y="1552575"/>
                </a:lnTo>
                <a:lnTo>
                  <a:pt x="1104997" y="1562178"/>
                </a:lnTo>
                <a:lnTo>
                  <a:pt x="1112683" y="1571246"/>
                </a:lnTo>
                <a:lnTo>
                  <a:pt x="1120634" y="1579515"/>
                </a:lnTo>
                <a:lnTo>
                  <a:pt x="1128320" y="1587517"/>
                </a:lnTo>
                <a:lnTo>
                  <a:pt x="1135741" y="1594986"/>
                </a:lnTo>
                <a:lnTo>
                  <a:pt x="1143162" y="1602188"/>
                </a:lnTo>
                <a:lnTo>
                  <a:pt x="1150583" y="1608856"/>
                </a:lnTo>
                <a:lnTo>
                  <a:pt x="1157474" y="1614991"/>
                </a:lnTo>
                <a:lnTo>
                  <a:pt x="1170726" y="1626461"/>
                </a:lnTo>
                <a:lnTo>
                  <a:pt x="1182917" y="1636063"/>
                </a:lnTo>
                <a:lnTo>
                  <a:pt x="1193784" y="1644065"/>
                </a:lnTo>
                <a:lnTo>
                  <a:pt x="1203325" y="1651000"/>
                </a:lnTo>
                <a:lnTo>
                  <a:pt x="738187" y="1651000"/>
                </a:lnTo>
                <a:lnTo>
                  <a:pt x="747993" y="1644065"/>
                </a:lnTo>
                <a:lnTo>
                  <a:pt x="759125" y="1635796"/>
                </a:lnTo>
                <a:lnTo>
                  <a:pt x="771582" y="1626194"/>
                </a:lnTo>
                <a:lnTo>
                  <a:pt x="785098" y="1614724"/>
                </a:lnTo>
                <a:lnTo>
                  <a:pt x="792254" y="1608589"/>
                </a:lnTo>
                <a:lnTo>
                  <a:pt x="799675" y="1601921"/>
                </a:lnTo>
                <a:lnTo>
                  <a:pt x="807096" y="1594986"/>
                </a:lnTo>
                <a:lnTo>
                  <a:pt x="814517" y="1587251"/>
                </a:lnTo>
                <a:lnTo>
                  <a:pt x="822468" y="1579249"/>
                </a:lnTo>
                <a:lnTo>
                  <a:pt x="830419" y="1570980"/>
                </a:lnTo>
                <a:lnTo>
                  <a:pt x="838106" y="1562178"/>
                </a:lnTo>
                <a:lnTo>
                  <a:pt x="846057" y="1552575"/>
                </a:lnTo>
                <a:close/>
                <a:moveTo>
                  <a:pt x="1307617" y="216793"/>
                </a:moveTo>
                <a:lnTo>
                  <a:pt x="1304708" y="217057"/>
                </a:lnTo>
                <a:lnTo>
                  <a:pt x="1301269" y="217587"/>
                </a:lnTo>
                <a:lnTo>
                  <a:pt x="1298095" y="218646"/>
                </a:lnTo>
                <a:lnTo>
                  <a:pt x="1295449" y="219971"/>
                </a:lnTo>
                <a:lnTo>
                  <a:pt x="1292540" y="221295"/>
                </a:lnTo>
                <a:lnTo>
                  <a:pt x="1289630" y="223149"/>
                </a:lnTo>
                <a:lnTo>
                  <a:pt x="1287514" y="225002"/>
                </a:lnTo>
                <a:lnTo>
                  <a:pt x="1285133" y="227121"/>
                </a:lnTo>
                <a:lnTo>
                  <a:pt x="1283017" y="229505"/>
                </a:lnTo>
                <a:lnTo>
                  <a:pt x="1281166" y="232153"/>
                </a:lnTo>
                <a:lnTo>
                  <a:pt x="1279578" y="234801"/>
                </a:lnTo>
                <a:lnTo>
                  <a:pt x="1278256" y="237714"/>
                </a:lnTo>
                <a:lnTo>
                  <a:pt x="1277462" y="240892"/>
                </a:lnTo>
                <a:lnTo>
                  <a:pt x="1276404" y="243805"/>
                </a:lnTo>
                <a:lnTo>
                  <a:pt x="1276140" y="247248"/>
                </a:lnTo>
                <a:lnTo>
                  <a:pt x="1274553" y="266051"/>
                </a:lnTo>
                <a:lnTo>
                  <a:pt x="1272965" y="284590"/>
                </a:lnTo>
                <a:lnTo>
                  <a:pt x="1270585" y="303128"/>
                </a:lnTo>
                <a:lnTo>
                  <a:pt x="1268204" y="321931"/>
                </a:lnTo>
                <a:lnTo>
                  <a:pt x="1265295" y="340470"/>
                </a:lnTo>
                <a:lnTo>
                  <a:pt x="1262385" y="359008"/>
                </a:lnTo>
                <a:lnTo>
                  <a:pt x="1258946" y="377546"/>
                </a:lnTo>
                <a:lnTo>
                  <a:pt x="1255243" y="396349"/>
                </a:lnTo>
                <a:lnTo>
                  <a:pt x="1251275" y="414888"/>
                </a:lnTo>
                <a:lnTo>
                  <a:pt x="1246778" y="433161"/>
                </a:lnTo>
                <a:lnTo>
                  <a:pt x="1242282" y="451435"/>
                </a:lnTo>
                <a:lnTo>
                  <a:pt x="1237256" y="469443"/>
                </a:lnTo>
                <a:lnTo>
                  <a:pt x="1231965" y="487187"/>
                </a:lnTo>
                <a:lnTo>
                  <a:pt x="1225882" y="505196"/>
                </a:lnTo>
                <a:lnTo>
                  <a:pt x="1220062" y="522940"/>
                </a:lnTo>
                <a:lnTo>
                  <a:pt x="1213714" y="540418"/>
                </a:lnTo>
                <a:lnTo>
                  <a:pt x="1206836" y="557897"/>
                </a:lnTo>
                <a:lnTo>
                  <a:pt x="1199959" y="575112"/>
                </a:lnTo>
                <a:lnTo>
                  <a:pt x="1192552" y="591796"/>
                </a:lnTo>
                <a:lnTo>
                  <a:pt x="1184617" y="608745"/>
                </a:lnTo>
                <a:lnTo>
                  <a:pt x="1176681" y="625430"/>
                </a:lnTo>
                <a:lnTo>
                  <a:pt x="1168217" y="641585"/>
                </a:lnTo>
                <a:lnTo>
                  <a:pt x="1159223" y="658004"/>
                </a:lnTo>
                <a:lnTo>
                  <a:pt x="1150230" y="673629"/>
                </a:lnTo>
                <a:lnTo>
                  <a:pt x="1140443" y="689255"/>
                </a:lnTo>
                <a:lnTo>
                  <a:pt x="1130391" y="704615"/>
                </a:lnTo>
                <a:lnTo>
                  <a:pt x="1120075" y="719445"/>
                </a:lnTo>
                <a:lnTo>
                  <a:pt x="1109494" y="734276"/>
                </a:lnTo>
                <a:lnTo>
                  <a:pt x="1098385" y="748842"/>
                </a:lnTo>
                <a:lnTo>
                  <a:pt x="1087010" y="762878"/>
                </a:lnTo>
                <a:lnTo>
                  <a:pt x="1075107" y="776650"/>
                </a:lnTo>
                <a:lnTo>
                  <a:pt x="1062939" y="789891"/>
                </a:lnTo>
                <a:lnTo>
                  <a:pt x="1060559" y="792275"/>
                </a:lnTo>
                <a:lnTo>
                  <a:pt x="1058971" y="795188"/>
                </a:lnTo>
                <a:lnTo>
                  <a:pt x="1057120" y="797836"/>
                </a:lnTo>
                <a:lnTo>
                  <a:pt x="1056062" y="801014"/>
                </a:lnTo>
                <a:lnTo>
                  <a:pt x="1055004" y="803927"/>
                </a:lnTo>
                <a:lnTo>
                  <a:pt x="1054475" y="806840"/>
                </a:lnTo>
                <a:lnTo>
                  <a:pt x="1054210" y="810283"/>
                </a:lnTo>
                <a:lnTo>
                  <a:pt x="1054210" y="813461"/>
                </a:lnTo>
                <a:lnTo>
                  <a:pt x="1054210" y="816374"/>
                </a:lnTo>
                <a:lnTo>
                  <a:pt x="1054739" y="819552"/>
                </a:lnTo>
                <a:lnTo>
                  <a:pt x="1055533" y="822730"/>
                </a:lnTo>
                <a:lnTo>
                  <a:pt x="1056591" y="825379"/>
                </a:lnTo>
                <a:lnTo>
                  <a:pt x="1058178" y="828292"/>
                </a:lnTo>
                <a:lnTo>
                  <a:pt x="1060030" y="831205"/>
                </a:lnTo>
                <a:lnTo>
                  <a:pt x="1061881" y="833588"/>
                </a:lnTo>
                <a:lnTo>
                  <a:pt x="1064262" y="836237"/>
                </a:lnTo>
                <a:lnTo>
                  <a:pt x="1066907" y="838355"/>
                </a:lnTo>
                <a:lnTo>
                  <a:pt x="1069552" y="840209"/>
                </a:lnTo>
                <a:lnTo>
                  <a:pt x="1072462" y="841798"/>
                </a:lnTo>
                <a:lnTo>
                  <a:pt x="1075107" y="842858"/>
                </a:lnTo>
                <a:lnTo>
                  <a:pt x="1078281" y="843917"/>
                </a:lnTo>
                <a:lnTo>
                  <a:pt x="1081455" y="844712"/>
                </a:lnTo>
                <a:lnTo>
                  <a:pt x="1084365" y="844976"/>
                </a:lnTo>
                <a:lnTo>
                  <a:pt x="1087539" y="845241"/>
                </a:lnTo>
                <a:lnTo>
                  <a:pt x="1090978" y="844976"/>
                </a:lnTo>
                <a:lnTo>
                  <a:pt x="1093888" y="844447"/>
                </a:lnTo>
                <a:lnTo>
                  <a:pt x="1096797" y="843387"/>
                </a:lnTo>
                <a:lnTo>
                  <a:pt x="1099972" y="842328"/>
                </a:lnTo>
                <a:lnTo>
                  <a:pt x="1102617" y="841004"/>
                </a:lnTo>
                <a:lnTo>
                  <a:pt x="1105526" y="838885"/>
                </a:lnTo>
                <a:lnTo>
                  <a:pt x="1108172" y="837031"/>
                </a:lnTo>
                <a:lnTo>
                  <a:pt x="1110552" y="834648"/>
                </a:lnTo>
                <a:lnTo>
                  <a:pt x="1124043" y="819817"/>
                </a:lnTo>
                <a:lnTo>
                  <a:pt x="1137004" y="804722"/>
                </a:lnTo>
                <a:lnTo>
                  <a:pt x="1149701" y="789097"/>
                </a:lnTo>
                <a:lnTo>
                  <a:pt x="1161604" y="773471"/>
                </a:lnTo>
                <a:lnTo>
                  <a:pt x="1173507" y="757581"/>
                </a:lnTo>
                <a:lnTo>
                  <a:pt x="1184617" y="740897"/>
                </a:lnTo>
                <a:lnTo>
                  <a:pt x="1195727" y="724213"/>
                </a:lnTo>
                <a:lnTo>
                  <a:pt x="1206043" y="707528"/>
                </a:lnTo>
                <a:lnTo>
                  <a:pt x="1216094" y="690049"/>
                </a:lnTo>
                <a:lnTo>
                  <a:pt x="1225617" y="672570"/>
                </a:lnTo>
                <a:lnTo>
                  <a:pt x="1234875" y="654826"/>
                </a:lnTo>
                <a:lnTo>
                  <a:pt x="1243604" y="637082"/>
                </a:lnTo>
                <a:lnTo>
                  <a:pt x="1252069" y="618809"/>
                </a:lnTo>
                <a:lnTo>
                  <a:pt x="1260269" y="600536"/>
                </a:lnTo>
                <a:lnTo>
                  <a:pt x="1267940" y="581997"/>
                </a:lnTo>
                <a:lnTo>
                  <a:pt x="1274817" y="563459"/>
                </a:lnTo>
                <a:lnTo>
                  <a:pt x="1281959" y="544656"/>
                </a:lnTo>
                <a:lnTo>
                  <a:pt x="1288307" y="525853"/>
                </a:lnTo>
                <a:lnTo>
                  <a:pt x="1294127" y="506785"/>
                </a:lnTo>
                <a:lnTo>
                  <a:pt x="1300211" y="487187"/>
                </a:lnTo>
                <a:lnTo>
                  <a:pt x="1305501" y="468119"/>
                </a:lnTo>
                <a:lnTo>
                  <a:pt x="1310262" y="448786"/>
                </a:lnTo>
                <a:lnTo>
                  <a:pt x="1315024" y="429188"/>
                </a:lnTo>
                <a:lnTo>
                  <a:pt x="1319256" y="409591"/>
                </a:lnTo>
                <a:lnTo>
                  <a:pt x="1323224" y="389993"/>
                </a:lnTo>
                <a:lnTo>
                  <a:pt x="1326662" y="370396"/>
                </a:lnTo>
                <a:lnTo>
                  <a:pt x="1330101" y="350798"/>
                </a:lnTo>
                <a:lnTo>
                  <a:pt x="1333011" y="330936"/>
                </a:lnTo>
                <a:lnTo>
                  <a:pt x="1335391" y="311338"/>
                </a:lnTo>
                <a:lnTo>
                  <a:pt x="1337772" y="291475"/>
                </a:lnTo>
                <a:lnTo>
                  <a:pt x="1339624" y="271613"/>
                </a:lnTo>
                <a:lnTo>
                  <a:pt x="1341475" y="252015"/>
                </a:lnTo>
                <a:lnTo>
                  <a:pt x="1341475" y="248572"/>
                </a:lnTo>
                <a:lnTo>
                  <a:pt x="1341211" y="245659"/>
                </a:lnTo>
                <a:lnTo>
                  <a:pt x="1340417" y="242216"/>
                </a:lnTo>
                <a:lnTo>
                  <a:pt x="1339624" y="239039"/>
                </a:lnTo>
                <a:lnTo>
                  <a:pt x="1338566" y="236390"/>
                </a:lnTo>
                <a:lnTo>
                  <a:pt x="1337243" y="233477"/>
                </a:lnTo>
                <a:lnTo>
                  <a:pt x="1335391" y="230829"/>
                </a:lnTo>
                <a:lnTo>
                  <a:pt x="1333540" y="228445"/>
                </a:lnTo>
                <a:lnTo>
                  <a:pt x="1331159" y="226062"/>
                </a:lnTo>
                <a:lnTo>
                  <a:pt x="1329043" y="223943"/>
                </a:lnTo>
                <a:lnTo>
                  <a:pt x="1326398" y="222089"/>
                </a:lnTo>
                <a:lnTo>
                  <a:pt x="1323753" y="220500"/>
                </a:lnTo>
                <a:lnTo>
                  <a:pt x="1320579" y="219176"/>
                </a:lnTo>
                <a:lnTo>
                  <a:pt x="1317669" y="218382"/>
                </a:lnTo>
                <a:lnTo>
                  <a:pt x="1314495" y="217322"/>
                </a:lnTo>
                <a:lnTo>
                  <a:pt x="1311056" y="217057"/>
                </a:lnTo>
                <a:lnTo>
                  <a:pt x="1307617" y="216793"/>
                </a:lnTo>
                <a:close/>
                <a:moveTo>
                  <a:pt x="442912" y="112713"/>
                </a:moveTo>
                <a:lnTo>
                  <a:pt x="1493837" y="112713"/>
                </a:lnTo>
                <a:lnTo>
                  <a:pt x="1485637" y="163826"/>
                </a:lnTo>
                <a:lnTo>
                  <a:pt x="1477172" y="211761"/>
                </a:lnTo>
                <a:lnTo>
                  <a:pt x="1468708" y="257312"/>
                </a:lnTo>
                <a:lnTo>
                  <a:pt x="1460508" y="299685"/>
                </a:lnTo>
                <a:lnTo>
                  <a:pt x="1452308" y="339145"/>
                </a:lnTo>
                <a:lnTo>
                  <a:pt x="1444372" y="375427"/>
                </a:lnTo>
                <a:lnTo>
                  <a:pt x="1436437" y="408532"/>
                </a:lnTo>
                <a:lnTo>
                  <a:pt x="1429559" y="438723"/>
                </a:lnTo>
                <a:lnTo>
                  <a:pt x="1422682" y="465471"/>
                </a:lnTo>
                <a:lnTo>
                  <a:pt x="1416598" y="488776"/>
                </a:lnTo>
                <a:lnTo>
                  <a:pt x="1411308" y="508638"/>
                </a:lnTo>
                <a:lnTo>
                  <a:pt x="1406811" y="525058"/>
                </a:lnTo>
                <a:lnTo>
                  <a:pt x="1399934" y="547304"/>
                </a:lnTo>
                <a:lnTo>
                  <a:pt x="1397817" y="554719"/>
                </a:lnTo>
                <a:lnTo>
                  <a:pt x="1394114" y="564518"/>
                </a:lnTo>
                <a:lnTo>
                  <a:pt x="1390146" y="574847"/>
                </a:lnTo>
                <a:lnTo>
                  <a:pt x="1385914" y="585440"/>
                </a:lnTo>
                <a:lnTo>
                  <a:pt x="1380888" y="596563"/>
                </a:lnTo>
                <a:lnTo>
                  <a:pt x="1375863" y="608216"/>
                </a:lnTo>
                <a:lnTo>
                  <a:pt x="1370308" y="620398"/>
                </a:lnTo>
                <a:lnTo>
                  <a:pt x="1364224" y="632580"/>
                </a:lnTo>
                <a:lnTo>
                  <a:pt x="1357875" y="645027"/>
                </a:lnTo>
                <a:lnTo>
                  <a:pt x="1351263" y="658004"/>
                </a:lnTo>
                <a:lnTo>
                  <a:pt x="1343856" y="671246"/>
                </a:lnTo>
                <a:lnTo>
                  <a:pt x="1336714" y="684488"/>
                </a:lnTo>
                <a:lnTo>
                  <a:pt x="1328779" y="698259"/>
                </a:lnTo>
                <a:lnTo>
                  <a:pt x="1320579" y="711501"/>
                </a:lnTo>
                <a:lnTo>
                  <a:pt x="1312379" y="725537"/>
                </a:lnTo>
                <a:lnTo>
                  <a:pt x="1303649" y="739573"/>
                </a:lnTo>
                <a:lnTo>
                  <a:pt x="1294656" y="753609"/>
                </a:lnTo>
                <a:lnTo>
                  <a:pt x="1285133" y="767645"/>
                </a:lnTo>
                <a:lnTo>
                  <a:pt x="1275875" y="781416"/>
                </a:lnTo>
                <a:lnTo>
                  <a:pt x="1266088" y="795453"/>
                </a:lnTo>
                <a:lnTo>
                  <a:pt x="1256036" y="809489"/>
                </a:lnTo>
                <a:lnTo>
                  <a:pt x="1245720" y="823260"/>
                </a:lnTo>
                <a:lnTo>
                  <a:pt x="1235140" y="836767"/>
                </a:lnTo>
                <a:lnTo>
                  <a:pt x="1224559" y="850273"/>
                </a:lnTo>
                <a:lnTo>
                  <a:pt x="1213714" y="863779"/>
                </a:lnTo>
                <a:lnTo>
                  <a:pt x="1202340" y="877021"/>
                </a:lnTo>
                <a:lnTo>
                  <a:pt x="1191230" y="889468"/>
                </a:lnTo>
                <a:lnTo>
                  <a:pt x="1179591" y="902180"/>
                </a:lnTo>
                <a:lnTo>
                  <a:pt x="1167952" y="914627"/>
                </a:lnTo>
                <a:lnTo>
                  <a:pt x="1156049" y="926280"/>
                </a:lnTo>
                <a:lnTo>
                  <a:pt x="1144146" y="937933"/>
                </a:lnTo>
                <a:lnTo>
                  <a:pt x="1132243" y="949056"/>
                </a:lnTo>
                <a:lnTo>
                  <a:pt x="1119810" y="959914"/>
                </a:lnTo>
                <a:lnTo>
                  <a:pt x="1119810" y="992753"/>
                </a:lnTo>
                <a:lnTo>
                  <a:pt x="1119810" y="993548"/>
                </a:lnTo>
                <a:lnTo>
                  <a:pt x="1119546" y="994872"/>
                </a:lnTo>
                <a:lnTo>
                  <a:pt x="1119546" y="995666"/>
                </a:lnTo>
                <a:lnTo>
                  <a:pt x="1119546" y="996196"/>
                </a:lnTo>
                <a:lnTo>
                  <a:pt x="1119281" y="995931"/>
                </a:lnTo>
                <a:lnTo>
                  <a:pt x="1117694" y="998579"/>
                </a:lnTo>
                <a:lnTo>
                  <a:pt x="1115578" y="1001493"/>
                </a:lnTo>
                <a:lnTo>
                  <a:pt x="1112668" y="1004671"/>
                </a:lnTo>
                <a:lnTo>
                  <a:pt x="1109230" y="1007849"/>
                </a:lnTo>
                <a:lnTo>
                  <a:pt x="1101294" y="1015529"/>
                </a:lnTo>
                <a:lnTo>
                  <a:pt x="1096797" y="1020031"/>
                </a:lnTo>
                <a:lnTo>
                  <a:pt x="1092301" y="1024798"/>
                </a:lnTo>
                <a:lnTo>
                  <a:pt x="1087804" y="1030095"/>
                </a:lnTo>
                <a:lnTo>
                  <a:pt x="1083307" y="1035921"/>
                </a:lnTo>
                <a:lnTo>
                  <a:pt x="1079075" y="1042807"/>
                </a:lnTo>
                <a:lnTo>
                  <a:pt x="1074843" y="1050222"/>
                </a:lnTo>
                <a:lnTo>
                  <a:pt x="1073255" y="1053930"/>
                </a:lnTo>
                <a:lnTo>
                  <a:pt x="1071668" y="1057902"/>
                </a:lnTo>
                <a:lnTo>
                  <a:pt x="1069817" y="1062404"/>
                </a:lnTo>
                <a:lnTo>
                  <a:pt x="1068230" y="1066906"/>
                </a:lnTo>
                <a:lnTo>
                  <a:pt x="1066907" y="1071673"/>
                </a:lnTo>
                <a:lnTo>
                  <a:pt x="1065584" y="1076440"/>
                </a:lnTo>
                <a:lnTo>
                  <a:pt x="1064526" y="1081737"/>
                </a:lnTo>
                <a:lnTo>
                  <a:pt x="1063733" y="1087298"/>
                </a:lnTo>
                <a:lnTo>
                  <a:pt x="1064526" y="1089152"/>
                </a:lnTo>
                <a:lnTo>
                  <a:pt x="1064262" y="1120932"/>
                </a:lnTo>
                <a:lnTo>
                  <a:pt x="1064262" y="1121727"/>
                </a:lnTo>
                <a:lnTo>
                  <a:pt x="1064526" y="1121727"/>
                </a:lnTo>
                <a:lnTo>
                  <a:pt x="1063468" y="1124640"/>
                </a:lnTo>
                <a:lnTo>
                  <a:pt x="1062675" y="1127023"/>
                </a:lnTo>
                <a:lnTo>
                  <a:pt x="1060823" y="1130466"/>
                </a:lnTo>
                <a:lnTo>
                  <a:pt x="1058707" y="1134704"/>
                </a:lnTo>
                <a:lnTo>
                  <a:pt x="1055268" y="1139735"/>
                </a:lnTo>
                <a:lnTo>
                  <a:pt x="1053681" y="1142119"/>
                </a:lnTo>
                <a:lnTo>
                  <a:pt x="1051829" y="1144238"/>
                </a:lnTo>
                <a:lnTo>
                  <a:pt x="1048655" y="1147945"/>
                </a:lnTo>
                <a:lnTo>
                  <a:pt x="1044952" y="1150858"/>
                </a:lnTo>
                <a:lnTo>
                  <a:pt x="1041513" y="1153242"/>
                </a:lnTo>
                <a:lnTo>
                  <a:pt x="1036488" y="1156420"/>
                </a:lnTo>
                <a:lnTo>
                  <a:pt x="1035165" y="1157214"/>
                </a:lnTo>
                <a:lnTo>
                  <a:pt x="1034107" y="1157744"/>
                </a:lnTo>
                <a:lnTo>
                  <a:pt x="1030933" y="1159333"/>
                </a:lnTo>
                <a:lnTo>
                  <a:pt x="1026436" y="1161187"/>
                </a:lnTo>
                <a:lnTo>
                  <a:pt x="1017971" y="1163570"/>
                </a:lnTo>
                <a:lnTo>
                  <a:pt x="1016120" y="1168337"/>
                </a:lnTo>
                <a:lnTo>
                  <a:pt x="1016120" y="1454092"/>
                </a:lnTo>
                <a:lnTo>
                  <a:pt x="1015855" y="1473160"/>
                </a:lnTo>
                <a:lnTo>
                  <a:pt x="1030404" y="1474749"/>
                </a:lnTo>
                <a:lnTo>
                  <a:pt x="1036752" y="1475808"/>
                </a:lnTo>
                <a:lnTo>
                  <a:pt x="1042571" y="1476868"/>
                </a:lnTo>
                <a:lnTo>
                  <a:pt x="1043365" y="1477133"/>
                </a:lnTo>
                <a:lnTo>
                  <a:pt x="1046275" y="1477662"/>
                </a:lnTo>
                <a:lnTo>
                  <a:pt x="1054210" y="1479516"/>
                </a:lnTo>
                <a:lnTo>
                  <a:pt x="1057120" y="1480840"/>
                </a:lnTo>
                <a:lnTo>
                  <a:pt x="1060030" y="1481635"/>
                </a:lnTo>
                <a:lnTo>
                  <a:pt x="1062410" y="1482959"/>
                </a:lnTo>
                <a:lnTo>
                  <a:pt x="1063733" y="1484018"/>
                </a:lnTo>
                <a:lnTo>
                  <a:pt x="1064791" y="1485342"/>
                </a:lnTo>
                <a:lnTo>
                  <a:pt x="1065055" y="1486667"/>
                </a:lnTo>
                <a:lnTo>
                  <a:pt x="1065320" y="1486667"/>
                </a:lnTo>
                <a:lnTo>
                  <a:pt x="1065320" y="1507588"/>
                </a:lnTo>
                <a:lnTo>
                  <a:pt x="1065320" y="1513944"/>
                </a:lnTo>
                <a:lnTo>
                  <a:pt x="1067436" y="1516063"/>
                </a:lnTo>
                <a:lnTo>
                  <a:pt x="871958" y="1516063"/>
                </a:lnTo>
                <a:lnTo>
                  <a:pt x="871958" y="1514739"/>
                </a:lnTo>
                <a:lnTo>
                  <a:pt x="871958" y="1507588"/>
                </a:lnTo>
                <a:lnTo>
                  <a:pt x="871958" y="1486667"/>
                </a:lnTo>
                <a:lnTo>
                  <a:pt x="872223" y="1486667"/>
                </a:lnTo>
                <a:lnTo>
                  <a:pt x="872487" y="1485607"/>
                </a:lnTo>
                <a:lnTo>
                  <a:pt x="873016" y="1484283"/>
                </a:lnTo>
                <a:lnTo>
                  <a:pt x="874074" y="1483489"/>
                </a:lnTo>
                <a:lnTo>
                  <a:pt x="875926" y="1482429"/>
                </a:lnTo>
                <a:lnTo>
                  <a:pt x="877778" y="1481635"/>
                </a:lnTo>
                <a:lnTo>
                  <a:pt x="880158" y="1480575"/>
                </a:lnTo>
                <a:lnTo>
                  <a:pt x="885978" y="1478722"/>
                </a:lnTo>
                <a:lnTo>
                  <a:pt x="892855" y="1477133"/>
                </a:lnTo>
                <a:lnTo>
                  <a:pt x="901319" y="1475808"/>
                </a:lnTo>
                <a:lnTo>
                  <a:pt x="910842" y="1474219"/>
                </a:lnTo>
                <a:lnTo>
                  <a:pt x="921423" y="1473160"/>
                </a:lnTo>
                <a:lnTo>
                  <a:pt x="921423" y="1454092"/>
                </a:lnTo>
                <a:lnTo>
                  <a:pt x="921423" y="1170721"/>
                </a:lnTo>
                <a:lnTo>
                  <a:pt x="920894" y="1170721"/>
                </a:lnTo>
                <a:lnTo>
                  <a:pt x="920894" y="1168602"/>
                </a:lnTo>
                <a:lnTo>
                  <a:pt x="920365" y="1167013"/>
                </a:lnTo>
                <a:lnTo>
                  <a:pt x="919836" y="1163835"/>
                </a:lnTo>
                <a:lnTo>
                  <a:pt x="913752" y="1161981"/>
                </a:lnTo>
                <a:lnTo>
                  <a:pt x="908197" y="1160128"/>
                </a:lnTo>
                <a:lnTo>
                  <a:pt x="902642" y="1157744"/>
                </a:lnTo>
                <a:lnTo>
                  <a:pt x="901849" y="1157214"/>
                </a:lnTo>
                <a:lnTo>
                  <a:pt x="900526" y="1156420"/>
                </a:lnTo>
                <a:lnTo>
                  <a:pt x="898674" y="1155096"/>
                </a:lnTo>
                <a:lnTo>
                  <a:pt x="895765" y="1153772"/>
                </a:lnTo>
                <a:lnTo>
                  <a:pt x="892590" y="1151653"/>
                </a:lnTo>
                <a:lnTo>
                  <a:pt x="889152" y="1148475"/>
                </a:lnTo>
                <a:lnTo>
                  <a:pt x="885449" y="1144502"/>
                </a:lnTo>
                <a:lnTo>
                  <a:pt x="881481" y="1139735"/>
                </a:lnTo>
                <a:lnTo>
                  <a:pt x="877778" y="1134439"/>
                </a:lnTo>
                <a:lnTo>
                  <a:pt x="876984" y="1133115"/>
                </a:lnTo>
                <a:lnTo>
                  <a:pt x="875397" y="1130201"/>
                </a:lnTo>
                <a:lnTo>
                  <a:pt x="874603" y="1129142"/>
                </a:lnTo>
                <a:lnTo>
                  <a:pt x="873545" y="1126759"/>
                </a:lnTo>
                <a:lnTo>
                  <a:pt x="873281" y="1125964"/>
                </a:lnTo>
                <a:lnTo>
                  <a:pt x="872752" y="1124110"/>
                </a:lnTo>
                <a:lnTo>
                  <a:pt x="872487" y="1124110"/>
                </a:lnTo>
                <a:lnTo>
                  <a:pt x="872487" y="1121992"/>
                </a:lnTo>
                <a:lnTo>
                  <a:pt x="872487" y="1121727"/>
                </a:lnTo>
                <a:lnTo>
                  <a:pt x="872487" y="1121197"/>
                </a:lnTo>
                <a:lnTo>
                  <a:pt x="872487" y="1120932"/>
                </a:lnTo>
                <a:lnTo>
                  <a:pt x="872487" y="1087034"/>
                </a:lnTo>
                <a:lnTo>
                  <a:pt x="872752" y="1087034"/>
                </a:lnTo>
                <a:lnTo>
                  <a:pt x="871694" y="1080413"/>
                </a:lnTo>
                <a:lnTo>
                  <a:pt x="870636" y="1074057"/>
                </a:lnTo>
                <a:lnTo>
                  <a:pt x="868784" y="1067966"/>
                </a:lnTo>
                <a:lnTo>
                  <a:pt x="866932" y="1062404"/>
                </a:lnTo>
                <a:lnTo>
                  <a:pt x="864816" y="1057108"/>
                </a:lnTo>
                <a:lnTo>
                  <a:pt x="862700" y="1052076"/>
                </a:lnTo>
                <a:lnTo>
                  <a:pt x="860319" y="1047574"/>
                </a:lnTo>
                <a:lnTo>
                  <a:pt x="857939" y="1043071"/>
                </a:lnTo>
                <a:lnTo>
                  <a:pt x="853707" y="1036980"/>
                </a:lnTo>
                <a:lnTo>
                  <a:pt x="853442" y="1035921"/>
                </a:lnTo>
                <a:lnTo>
                  <a:pt x="849474" y="1030889"/>
                </a:lnTo>
                <a:lnTo>
                  <a:pt x="848681" y="1029830"/>
                </a:lnTo>
                <a:lnTo>
                  <a:pt x="844977" y="1025328"/>
                </a:lnTo>
                <a:lnTo>
                  <a:pt x="844184" y="1024533"/>
                </a:lnTo>
                <a:lnTo>
                  <a:pt x="840216" y="1020296"/>
                </a:lnTo>
                <a:lnTo>
                  <a:pt x="839423" y="1019501"/>
                </a:lnTo>
                <a:lnTo>
                  <a:pt x="835719" y="1015794"/>
                </a:lnTo>
                <a:lnTo>
                  <a:pt x="834661" y="1014734"/>
                </a:lnTo>
                <a:lnTo>
                  <a:pt x="831487" y="1011556"/>
                </a:lnTo>
                <a:lnTo>
                  <a:pt x="827519" y="1008113"/>
                </a:lnTo>
                <a:lnTo>
                  <a:pt x="827255" y="1007849"/>
                </a:lnTo>
                <a:lnTo>
                  <a:pt x="823816" y="1004671"/>
                </a:lnTo>
                <a:lnTo>
                  <a:pt x="821171" y="1001493"/>
                </a:lnTo>
                <a:lnTo>
                  <a:pt x="818790" y="998579"/>
                </a:lnTo>
                <a:lnTo>
                  <a:pt x="817468" y="995931"/>
                </a:lnTo>
                <a:lnTo>
                  <a:pt x="817203" y="996196"/>
                </a:lnTo>
                <a:lnTo>
                  <a:pt x="816939" y="996196"/>
                </a:lnTo>
                <a:lnTo>
                  <a:pt x="816674" y="992753"/>
                </a:lnTo>
                <a:lnTo>
                  <a:pt x="816674" y="959649"/>
                </a:lnTo>
                <a:lnTo>
                  <a:pt x="807945" y="951969"/>
                </a:lnTo>
                <a:lnTo>
                  <a:pt x="798952" y="944024"/>
                </a:lnTo>
                <a:lnTo>
                  <a:pt x="790222" y="935549"/>
                </a:lnTo>
                <a:lnTo>
                  <a:pt x="781493" y="927339"/>
                </a:lnTo>
                <a:lnTo>
                  <a:pt x="772764" y="918865"/>
                </a:lnTo>
                <a:lnTo>
                  <a:pt x="762713" y="908007"/>
                </a:lnTo>
                <a:lnTo>
                  <a:pt x="754777" y="900062"/>
                </a:lnTo>
                <a:lnTo>
                  <a:pt x="747371" y="891587"/>
                </a:lnTo>
                <a:lnTo>
                  <a:pt x="736790" y="879934"/>
                </a:lnTo>
                <a:lnTo>
                  <a:pt x="722242" y="862985"/>
                </a:lnTo>
                <a:lnTo>
                  <a:pt x="712190" y="850803"/>
                </a:lnTo>
                <a:lnTo>
                  <a:pt x="697906" y="833059"/>
                </a:lnTo>
                <a:lnTo>
                  <a:pt x="688648" y="820612"/>
                </a:lnTo>
                <a:lnTo>
                  <a:pt x="674629" y="801809"/>
                </a:lnTo>
                <a:lnTo>
                  <a:pt x="666164" y="790421"/>
                </a:lnTo>
                <a:lnTo>
                  <a:pt x="652145" y="769764"/>
                </a:lnTo>
                <a:lnTo>
                  <a:pt x="644739" y="759435"/>
                </a:lnTo>
                <a:lnTo>
                  <a:pt x="636538" y="746723"/>
                </a:lnTo>
                <a:lnTo>
                  <a:pt x="628603" y="734011"/>
                </a:lnTo>
                <a:lnTo>
                  <a:pt x="625429" y="729244"/>
                </a:lnTo>
                <a:lnTo>
                  <a:pt x="615377" y="713089"/>
                </a:lnTo>
                <a:lnTo>
                  <a:pt x="605855" y="696670"/>
                </a:lnTo>
                <a:lnTo>
                  <a:pt x="596861" y="681045"/>
                </a:lnTo>
                <a:lnTo>
                  <a:pt x="588132" y="665420"/>
                </a:lnTo>
                <a:lnTo>
                  <a:pt x="589719" y="669127"/>
                </a:lnTo>
                <a:lnTo>
                  <a:pt x="574906" y="639996"/>
                </a:lnTo>
                <a:lnTo>
                  <a:pt x="569087" y="627813"/>
                </a:lnTo>
                <a:lnTo>
                  <a:pt x="563267" y="616425"/>
                </a:lnTo>
                <a:lnTo>
                  <a:pt x="558242" y="605038"/>
                </a:lnTo>
                <a:lnTo>
                  <a:pt x="553480" y="594180"/>
                </a:lnTo>
                <a:lnTo>
                  <a:pt x="548983" y="583321"/>
                </a:lnTo>
                <a:lnTo>
                  <a:pt x="545280" y="573258"/>
                </a:lnTo>
                <a:lnTo>
                  <a:pt x="541842" y="563724"/>
                </a:lnTo>
                <a:lnTo>
                  <a:pt x="538932" y="554719"/>
                </a:lnTo>
                <a:lnTo>
                  <a:pt x="536287" y="547304"/>
                </a:lnTo>
                <a:lnTo>
                  <a:pt x="529938" y="525058"/>
                </a:lnTo>
                <a:lnTo>
                  <a:pt x="525441" y="508638"/>
                </a:lnTo>
                <a:lnTo>
                  <a:pt x="520151" y="488776"/>
                </a:lnTo>
                <a:lnTo>
                  <a:pt x="514067" y="465471"/>
                </a:lnTo>
                <a:lnTo>
                  <a:pt x="507190" y="438723"/>
                </a:lnTo>
                <a:lnTo>
                  <a:pt x="500312" y="408532"/>
                </a:lnTo>
                <a:lnTo>
                  <a:pt x="492377" y="375427"/>
                </a:lnTo>
                <a:lnTo>
                  <a:pt x="484441" y="339145"/>
                </a:lnTo>
                <a:lnTo>
                  <a:pt x="476241" y="299685"/>
                </a:lnTo>
                <a:lnTo>
                  <a:pt x="467777" y="257312"/>
                </a:lnTo>
                <a:lnTo>
                  <a:pt x="459577" y="211761"/>
                </a:lnTo>
                <a:lnTo>
                  <a:pt x="451112" y="163826"/>
                </a:lnTo>
                <a:lnTo>
                  <a:pt x="442912" y="112713"/>
                </a:lnTo>
                <a:close/>
                <a:moveTo>
                  <a:pt x="208966" y="79375"/>
                </a:moveTo>
                <a:lnTo>
                  <a:pt x="216098" y="79375"/>
                </a:lnTo>
                <a:lnTo>
                  <a:pt x="224816" y="79375"/>
                </a:lnTo>
                <a:lnTo>
                  <a:pt x="233534" y="79904"/>
                </a:lnTo>
                <a:lnTo>
                  <a:pt x="242252" y="80698"/>
                </a:lnTo>
                <a:lnTo>
                  <a:pt x="250706" y="82286"/>
                </a:lnTo>
                <a:lnTo>
                  <a:pt x="258895" y="83874"/>
                </a:lnTo>
                <a:lnTo>
                  <a:pt x="266821" y="85462"/>
                </a:lnTo>
                <a:lnTo>
                  <a:pt x="274746" y="87844"/>
                </a:lnTo>
                <a:lnTo>
                  <a:pt x="282407" y="90226"/>
                </a:lnTo>
                <a:lnTo>
                  <a:pt x="289804" y="93137"/>
                </a:lnTo>
                <a:lnTo>
                  <a:pt x="297201" y="96313"/>
                </a:lnTo>
                <a:lnTo>
                  <a:pt x="304070" y="99489"/>
                </a:lnTo>
                <a:lnTo>
                  <a:pt x="311203" y="103194"/>
                </a:lnTo>
                <a:lnTo>
                  <a:pt x="318071" y="106900"/>
                </a:lnTo>
                <a:lnTo>
                  <a:pt x="324412" y="111134"/>
                </a:lnTo>
                <a:lnTo>
                  <a:pt x="330752" y="115369"/>
                </a:lnTo>
                <a:lnTo>
                  <a:pt x="336828" y="119603"/>
                </a:lnTo>
                <a:lnTo>
                  <a:pt x="342640" y="124102"/>
                </a:lnTo>
                <a:lnTo>
                  <a:pt x="348188" y="128866"/>
                </a:lnTo>
                <a:lnTo>
                  <a:pt x="353735" y="133630"/>
                </a:lnTo>
                <a:lnTo>
                  <a:pt x="359283" y="138659"/>
                </a:lnTo>
                <a:lnTo>
                  <a:pt x="364303" y="143687"/>
                </a:lnTo>
                <a:lnTo>
                  <a:pt x="369322" y="148716"/>
                </a:lnTo>
                <a:lnTo>
                  <a:pt x="374077" y="154009"/>
                </a:lnTo>
                <a:lnTo>
                  <a:pt x="378568" y="159567"/>
                </a:lnTo>
                <a:lnTo>
                  <a:pt x="387022" y="170153"/>
                </a:lnTo>
                <a:lnTo>
                  <a:pt x="394947" y="181004"/>
                </a:lnTo>
                <a:lnTo>
                  <a:pt x="402344" y="192119"/>
                </a:lnTo>
                <a:lnTo>
                  <a:pt x="408949" y="202971"/>
                </a:lnTo>
                <a:lnTo>
                  <a:pt x="415289" y="213821"/>
                </a:lnTo>
                <a:lnTo>
                  <a:pt x="420837" y="224672"/>
                </a:lnTo>
                <a:lnTo>
                  <a:pt x="425856" y="235259"/>
                </a:lnTo>
                <a:lnTo>
                  <a:pt x="430611" y="245316"/>
                </a:lnTo>
                <a:lnTo>
                  <a:pt x="434838" y="255637"/>
                </a:lnTo>
                <a:lnTo>
                  <a:pt x="438537" y="264900"/>
                </a:lnTo>
                <a:lnTo>
                  <a:pt x="441971" y="273899"/>
                </a:lnTo>
                <a:lnTo>
                  <a:pt x="444613" y="282103"/>
                </a:lnTo>
                <a:lnTo>
                  <a:pt x="449368" y="296924"/>
                </a:lnTo>
                <a:lnTo>
                  <a:pt x="452538" y="308304"/>
                </a:lnTo>
                <a:lnTo>
                  <a:pt x="454388" y="315980"/>
                </a:lnTo>
                <a:lnTo>
                  <a:pt x="455444" y="319420"/>
                </a:lnTo>
                <a:lnTo>
                  <a:pt x="455973" y="323655"/>
                </a:lnTo>
                <a:lnTo>
                  <a:pt x="456237" y="328154"/>
                </a:lnTo>
                <a:lnTo>
                  <a:pt x="456237" y="332653"/>
                </a:lnTo>
                <a:lnTo>
                  <a:pt x="455708" y="337152"/>
                </a:lnTo>
                <a:lnTo>
                  <a:pt x="454652" y="341387"/>
                </a:lnTo>
                <a:lnTo>
                  <a:pt x="453331" y="345621"/>
                </a:lnTo>
                <a:lnTo>
                  <a:pt x="451746" y="349591"/>
                </a:lnTo>
                <a:lnTo>
                  <a:pt x="449368" y="353296"/>
                </a:lnTo>
                <a:lnTo>
                  <a:pt x="447255" y="357002"/>
                </a:lnTo>
                <a:lnTo>
                  <a:pt x="444349" y="359913"/>
                </a:lnTo>
                <a:lnTo>
                  <a:pt x="441707" y="363089"/>
                </a:lnTo>
                <a:lnTo>
                  <a:pt x="438273" y="366000"/>
                </a:lnTo>
                <a:lnTo>
                  <a:pt x="434574" y="368117"/>
                </a:lnTo>
                <a:lnTo>
                  <a:pt x="430876" y="370234"/>
                </a:lnTo>
                <a:lnTo>
                  <a:pt x="426913" y="371822"/>
                </a:lnTo>
                <a:lnTo>
                  <a:pt x="422422" y="372881"/>
                </a:lnTo>
                <a:lnTo>
                  <a:pt x="418459" y="373675"/>
                </a:lnTo>
                <a:lnTo>
                  <a:pt x="414232" y="373940"/>
                </a:lnTo>
                <a:lnTo>
                  <a:pt x="409741" y="373940"/>
                </a:lnTo>
                <a:lnTo>
                  <a:pt x="405779" y="373410"/>
                </a:lnTo>
                <a:lnTo>
                  <a:pt x="401552" y="372352"/>
                </a:lnTo>
                <a:lnTo>
                  <a:pt x="397589" y="371028"/>
                </a:lnTo>
                <a:lnTo>
                  <a:pt x="393891" y="369176"/>
                </a:lnTo>
                <a:lnTo>
                  <a:pt x="390192" y="367059"/>
                </a:lnTo>
                <a:lnTo>
                  <a:pt x="387022" y="364412"/>
                </a:lnTo>
                <a:lnTo>
                  <a:pt x="383852" y="361765"/>
                </a:lnTo>
                <a:lnTo>
                  <a:pt x="380946" y="358589"/>
                </a:lnTo>
                <a:lnTo>
                  <a:pt x="378304" y="355149"/>
                </a:lnTo>
                <a:lnTo>
                  <a:pt x="375926" y="351708"/>
                </a:lnTo>
                <a:lnTo>
                  <a:pt x="374077" y="347739"/>
                </a:lnTo>
                <a:lnTo>
                  <a:pt x="372492" y="343504"/>
                </a:lnTo>
                <a:lnTo>
                  <a:pt x="371435" y="339005"/>
                </a:lnTo>
                <a:lnTo>
                  <a:pt x="371171" y="338476"/>
                </a:lnTo>
                <a:lnTo>
                  <a:pt x="370643" y="335299"/>
                </a:lnTo>
                <a:lnTo>
                  <a:pt x="367209" y="323390"/>
                </a:lnTo>
                <a:lnTo>
                  <a:pt x="364831" y="315186"/>
                </a:lnTo>
                <a:lnTo>
                  <a:pt x="361397" y="305393"/>
                </a:lnTo>
                <a:lnTo>
                  <a:pt x="357170" y="294542"/>
                </a:lnTo>
                <a:lnTo>
                  <a:pt x="352415" y="283162"/>
                </a:lnTo>
                <a:lnTo>
                  <a:pt x="346867" y="270988"/>
                </a:lnTo>
                <a:lnTo>
                  <a:pt x="340527" y="258549"/>
                </a:lnTo>
                <a:lnTo>
                  <a:pt x="337092" y="252462"/>
                </a:lnTo>
                <a:lnTo>
                  <a:pt x="333394" y="246374"/>
                </a:lnTo>
                <a:lnTo>
                  <a:pt x="329431" y="240023"/>
                </a:lnTo>
                <a:lnTo>
                  <a:pt x="325468" y="234200"/>
                </a:lnTo>
                <a:lnTo>
                  <a:pt x="321241" y="228378"/>
                </a:lnTo>
                <a:lnTo>
                  <a:pt x="316750" y="222555"/>
                </a:lnTo>
                <a:lnTo>
                  <a:pt x="312259" y="216997"/>
                </a:lnTo>
                <a:lnTo>
                  <a:pt x="307504" y="211704"/>
                </a:lnTo>
                <a:lnTo>
                  <a:pt x="302749" y="206676"/>
                </a:lnTo>
                <a:lnTo>
                  <a:pt x="297465" y="201912"/>
                </a:lnTo>
                <a:lnTo>
                  <a:pt x="292446" y="197148"/>
                </a:lnTo>
                <a:lnTo>
                  <a:pt x="286898" y="192913"/>
                </a:lnTo>
                <a:lnTo>
                  <a:pt x="279501" y="187885"/>
                </a:lnTo>
                <a:lnTo>
                  <a:pt x="271576" y="183386"/>
                </a:lnTo>
                <a:lnTo>
                  <a:pt x="267877" y="181004"/>
                </a:lnTo>
                <a:lnTo>
                  <a:pt x="263651" y="179151"/>
                </a:lnTo>
                <a:lnTo>
                  <a:pt x="259424" y="177299"/>
                </a:lnTo>
                <a:lnTo>
                  <a:pt x="255197" y="175711"/>
                </a:lnTo>
                <a:lnTo>
                  <a:pt x="250706" y="174387"/>
                </a:lnTo>
                <a:lnTo>
                  <a:pt x="246215" y="173329"/>
                </a:lnTo>
                <a:lnTo>
                  <a:pt x="241460" y="172006"/>
                </a:lnTo>
                <a:lnTo>
                  <a:pt x="236704" y="170947"/>
                </a:lnTo>
                <a:lnTo>
                  <a:pt x="231949" y="170418"/>
                </a:lnTo>
                <a:lnTo>
                  <a:pt x="226930" y="169888"/>
                </a:lnTo>
                <a:lnTo>
                  <a:pt x="221382" y="169624"/>
                </a:lnTo>
                <a:lnTo>
                  <a:pt x="216098" y="169359"/>
                </a:lnTo>
                <a:lnTo>
                  <a:pt x="206852" y="169624"/>
                </a:lnTo>
                <a:lnTo>
                  <a:pt x="197078" y="170682"/>
                </a:lnTo>
                <a:lnTo>
                  <a:pt x="187039" y="172270"/>
                </a:lnTo>
                <a:lnTo>
                  <a:pt x="175943" y="174652"/>
                </a:lnTo>
                <a:lnTo>
                  <a:pt x="170395" y="176240"/>
                </a:lnTo>
                <a:lnTo>
                  <a:pt x="165112" y="178357"/>
                </a:lnTo>
                <a:lnTo>
                  <a:pt x="160093" y="180475"/>
                </a:lnTo>
                <a:lnTo>
                  <a:pt x="155337" y="182856"/>
                </a:lnTo>
                <a:lnTo>
                  <a:pt x="150846" y="185503"/>
                </a:lnTo>
                <a:lnTo>
                  <a:pt x="146355" y="188679"/>
                </a:lnTo>
                <a:lnTo>
                  <a:pt x="142128" y="191855"/>
                </a:lnTo>
                <a:lnTo>
                  <a:pt x="137901" y="195295"/>
                </a:lnTo>
                <a:lnTo>
                  <a:pt x="133939" y="199001"/>
                </a:lnTo>
                <a:lnTo>
                  <a:pt x="129976" y="203235"/>
                </a:lnTo>
                <a:lnTo>
                  <a:pt x="126542" y="207470"/>
                </a:lnTo>
                <a:lnTo>
                  <a:pt x="122843" y="212234"/>
                </a:lnTo>
                <a:lnTo>
                  <a:pt x="119409" y="216997"/>
                </a:lnTo>
                <a:lnTo>
                  <a:pt x="115975" y="222291"/>
                </a:lnTo>
                <a:lnTo>
                  <a:pt x="113069" y="227584"/>
                </a:lnTo>
                <a:lnTo>
                  <a:pt x="109899" y="233406"/>
                </a:lnTo>
                <a:lnTo>
                  <a:pt x="106993" y="239493"/>
                </a:lnTo>
                <a:lnTo>
                  <a:pt x="104351" y="245580"/>
                </a:lnTo>
                <a:lnTo>
                  <a:pt x="101709" y="251932"/>
                </a:lnTo>
                <a:lnTo>
                  <a:pt x="99596" y="258549"/>
                </a:lnTo>
                <a:lnTo>
                  <a:pt x="97218" y="265430"/>
                </a:lnTo>
                <a:lnTo>
                  <a:pt x="95369" y="272311"/>
                </a:lnTo>
                <a:lnTo>
                  <a:pt x="93519" y="279721"/>
                </a:lnTo>
                <a:lnTo>
                  <a:pt x="91934" y="286867"/>
                </a:lnTo>
                <a:lnTo>
                  <a:pt x="90614" y="294278"/>
                </a:lnTo>
                <a:lnTo>
                  <a:pt x="89293" y="301953"/>
                </a:lnTo>
                <a:lnTo>
                  <a:pt x="88236" y="309363"/>
                </a:lnTo>
                <a:lnTo>
                  <a:pt x="87443" y="317038"/>
                </a:lnTo>
                <a:lnTo>
                  <a:pt x="86915" y="324713"/>
                </a:lnTo>
                <a:lnTo>
                  <a:pt x="86387" y="332388"/>
                </a:lnTo>
                <a:lnTo>
                  <a:pt x="86122" y="340063"/>
                </a:lnTo>
                <a:lnTo>
                  <a:pt x="86122" y="348003"/>
                </a:lnTo>
                <a:lnTo>
                  <a:pt x="86122" y="355678"/>
                </a:lnTo>
                <a:lnTo>
                  <a:pt x="86387" y="363618"/>
                </a:lnTo>
                <a:lnTo>
                  <a:pt x="86915" y="371558"/>
                </a:lnTo>
                <a:lnTo>
                  <a:pt x="87443" y="379497"/>
                </a:lnTo>
                <a:lnTo>
                  <a:pt x="88236" y="386908"/>
                </a:lnTo>
                <a:lnTo>
                  <a:pt x="89293" y="394318"/>
                </a:lnTo>
                <a:lnTo>
                  <a:pt x="90614" y="401729"/>
                </a:lnTo>
                <a:lnTo>
                  <a:pt x="91934" y="408874"/>
                </a:lnTo>
                <a:lnTo>
                  <a:pt x="93519" y="416020"/>
                </a:lnTo>
                <a:lnTo>
                  <a:pt x="95105" y="422372"/>
                </a:lnTo>
                <a:lnTo>
                  <a:pt x="96954" y="428724"/>
                </a:lnTo>
                <a:lnTo>
                  <a:pt x="99067" y="435076"/>
                </a:lnTo>
                <a:lnTo>
                  <a:pt x="100916" y="440898"/>
                </a:lnTo>
                <a:lnTo>
                  <a:pt x="103030" y="446456"/>
                </a:lnTo>
                <a:lnTo>
                  <a:pt x="105408" y="452014"/>
                </a:lnTo>
                <a:lnTo>
                  <a:pt x="107521" y="456778"/>
                </a:lnTo>
                <a:lnTo>
                  <a:pt x="112012" y="464982"/>
                </a:lnTo>
                <a:lnTo>
                  <a:pt x="116503" y="473186"/>
                </a:lnTo>
                <a:lnTo>
                  <a:pt x="121258" y="481391"/>
                </a:lnTo>
                <a:lnTo>
                  <a:pt x="126542" y="489331"/>
                </a:lnTo>
                <a:lnTo>
                  <a:pt x="131561" y="497006"/>
                </a:lnTo>
                <a:lnTo>
                  <a:pt x="137109" y="504945"/>
                </a:lnTo>
                <a:lnTo>
                  <a:pt x="142657" y="512620"/>
                </a:lnTo>
                <a:lnTo>
                  <a:pt x="148204" y="519766"/>
                </a:lnTo>
                <a:lnTo>
                  <a:pt x="154545" y="527441"/>
                </a:lnTo>
                <a:lnTo>
                  <a:pt x="160357" y="534587"/>
                </a:lnTo>
                <a:lnTo>
                  <a:pt x="166697" y="541733"/>
                </a:lnTo>
                <a:lnTo>
                  <a:pt x="173301" y="548614"/>
                </a:lnTo>
                <a:lnTo>
                  <a:pt x="179906" y="555495"/>
                </a:lnTo>
                <a:lnTo>
                  <a:pt x="186775" y="562376"/>
                </a:lnTo>
                <a:lnTo>
                  <a:pt x="193643" y="568993"/>
                </a:lnTo>
                <a:lnTo>
                  <a:pt x="200776" y="575609"/>
                </a:lnTo>
                <a:lnTo>
                  <a:pt x="207909" y="581696"/>
                </a:lnTo>
                <a:lnTo>
                  <a:pt x="215306" y="588048"/>
                </a:lnTo>
                <a:lnTo>
                  <a:pt x="230364" y="600222"/>
                </a:lnTo>
                <a:lnTo>
                  <a:pt x="246215" y="612132"/>
                </a:lnTo>
                <a:lnTo>
                  <a:pt x="261801" y="623248"/>
                </a:lnTo>
                <a:lnTo>
                  <a:pt x="278180" y="634098"/>
                </a:lnTo>
                <a:lnTo>
                  <a:pt x="294559" y="644420"/>
                </a:lnTo>
                <a:lnTo>
                  <a:pt x="311467" y="654477"/>
                </a:lnTo>
                <a:lnTo>
                  <a:pt x="328374" y="663740"/>
                </a:lnTo>
                <a:lnTo>
                  <a:pt x="345546" y="673003"/>
                </a:lnTo>
                <a:lnTo>
                  <a:pt x="362453" y="681472"/>
                </a:lnTo>
                <a:lnTo>
                  <a:pt x="379361" y="689677"/>
                </a:lnTo>
                <a:lnTo>
                  <a:pt x="396532" y="697352"/>
                </a:lnTo>
                <a:lnTo>
                  <a:pt x="412911" y="705027"/>
                </a:lnTo>
                <a:lnTo>
                  <a:pt x="429819" y="711643"/>
                </a:lnTo>
                <a:lnTo>
                  <a:pt x="446198" y="718525"/>
                </a:lnTo>
                <a:lnTo>
                  <a:pt x="462049" y="724612"/>
                </a:lnTo>
                <a:lnTo>
                  <a:pt x="477899" y="730963"/>
                </a:lnTo>
                <a:lnTo>
                  <a:pt x="492958" y="736257"/>
                </a:lnTo>
                <a:lnTo>
                  <a:pt x="521753" y="746578"/>
                </a:lnTo>
                <a:lnTo>
                  <a:pt x="548435" y="755577"/>
                </a:lnTo>
                <a:lnTo>
                  <a:pt x="572211" y="763516"/>
                </a:lnTo>
                <a:lnTo>
                  <a:pt x="595987" y="771456"/>
                </a:lnTo>
                <a:lnTo>
                  <a:pt x="606290" y="775161"/>
                </a:lnTo>
                <a:lnTo>
                  <a:pt x="615536" y="778602"/>
                </a:lnTo>
                <a:lnTo>
                  <a:pt x="624783" y="782572"/>
                </a:lnTo>
                <a:lnTo>
                  <a:pt x="629274" y="784954"/>
                </a:lnTo>
                <a:lnTo>
                  <a:pt x="634029" y="787600"/>
                </a:lnTo>
                <a:lnTo>
                  <a:pt x="640633" y="792099"/>
                </a:lnTo>
                <a:lnTo>
                  <a:pt x="646974" y="796863"/>
                </a:lnTo>
                <a:lnTo>
                  <a:pt x="652786" y="802156"/>
                </a:lnTo>
                <a:lnTo>
                  <a:pt x="658069" y="807714"/>
                </a:lnTo>
                <a:lnTo>
                  <a:pt x="663088" y="813801"/>
                </a:lnTo>
                <a:lnTo>
                  <a:pt x="667579" y="819888"/>
                </a:lnTo>
                <a:lnTo>
                  <a:pt x="671806" y="826240"/>
                </a:lnTo>
                <a:lnTo>
                  <a:pt x="675505" y="833121"/>
                </a:lnTo>
                <a:lnTo>
                  <a:pt x="679203" y="840003"/>
                </a:lnTo>
                <a:lnTo>
                  <a:pt x="681845" y="847413"/>
                </a:lnTo>
                <a:lnTo>
                  <a:pt x="684487" y="854823"/>
                </a:lnTo>
                <a:lnTo>
                  <a:pt x="686600" y="862498"/>
                </a:lnTo>
                <a:lnTo>
                  <a:pt x="688450" y="870174"/>
                </a:lnTo>
                <a:lnTo>
                  <a:pt x="689770" y="878378"/>
                </a:lnTo>
                <a:lnTo>
                  <a:pt x="690299" y="886318"/>
                </a:lnTo>
                <a:lnTo>
                  <a:pt x="690563" y="894522"/>
                </a:lnTo>
                <a:lnTo>
                  <a:pt x="690563" y="899551"/>
                </a:lnTo>
                <a:lnTo>
                  <a:pt x="690299" y="904844"/>
                </a:lnTo>
                <a:lnTo>
                  <a:pt x="689770" y="909872"/>
                </a:lnTo>
                <a:lnTo>
                  <a:pt x="688978" y="915165"/>
                </a:lnTo>
                <a:lnTo>
                  <a:pt x="688185" y="920194"/>
                </a:lnTo>
                <a:lnTo>
                  <a:pt x="686865" y="925487"/>
                </a:lnTo>
                <a:lnTo>
                  <a:pt x="685279" y="930516"/>
                </a:lnTo>
                <a:lnTo>
                  <a:pt x="683694" y="935544"/>
                </a:lnTo>
                <a:lnTo>
                  <a:pt x="681581" y="941102"/>
                </a:lnTo>
                <a:lnTo>
                  <a:pt x="679467" y="945866"/>
                </a:lnTo>
                <a:lnTo>
                  <a:pt x="677090" y="950894"/>
                </a:lnTo>
                <a:lnTo>
                  <a:pt x="674448" y="955658"/>
                </a:lnTo>
                <a:lnTo>
                  <a:pt x="671278" y="960422"/>
                </a:lnTo>
                <a:lnTo>
                  <a:pt x="668108" y="965186"/>
                </a:lnTo>
                <a:lnTo>
                  <a:pt x="664409" y="969685"/>
                </a:lnTo>
                <a:lnTo>
                  <a:pt x="660975" y="973920"/>
                </a:lnTo>
                <a:lnTo>
                  <a:pt x="657012" y="978154"/>
                </a:lnTo>
                <a:lnTo>
                  <a:pt x="652786" y="982389"/>
                </a:lnTo>
                <a:lnTo>
                  <a:pt x="648295" y="985829"/>
                </a:lnTo>
                <a:lnTo>
                  <a:pt x="643539" y="989534"/>
                </a:lnTo>
                <a:lnTo>
                  <a:pt x="638784" y="992975"/>
                </a:lnTo>
                <a:lnTo>
                  <a:pt x="633765" y="996415"/>
                </a:lnTo>
                <a:lnTo>
                  <a:pt x="628745" y="999327"/>
                </a:lnTo>
                <a:lnTo>
                  <a:pt x="623198" y="1002238"/>
                </a:lnTo>
                <a:lnTo>
                  <a:pt x="617650" y="1004620"/>
                </a:lnTo>
                <a:lnTo>
                  <a:pt x="611838" y="1007266"/>
                </a:lnTo>
                <a:lnTo>
                  <a:pt x="606026" y="1009119"/>
                </a:lnTo>
                <a:lnTo>
                  <a:pt x="599950" y="1011501"/>
                </a:lnTo>
                <a:lnTo>
                  <a:pt x="593610" y="1013089"/>
                </a:lnTo>
                <a:lnTo>
                  <a:pt x="587005" y="1014942"/>
                </a:lnTo>
                <a:lnTo>
                  <a:pt x="580665" y="1016000"/>
                </a:lnTo>
                <a:lnTo>
                  <a:pt x="574060" y="1017323"/>
                </a:lnTo>
                <a:lnTo>
                  <a:pt x="569834" y="1017588"/>
                </a:lnTo>
                <a:lnTo>
                  <a:pt x="565343" y="1017588"/>
                </a:lnTo>
                <a:lnTo>
                  <a:pt x="561116" y="1017059"/>
                </a:lnTo>
                <a:lnTo>
                  <a:pt x="556889" y="1016265"/>
                </a:lnTo>
                <a:lnTo>
                  <a:pt x="552926" y="1015206"/>
                </a:lnTo>
                <a:lnTo>
                  <a:pt x="549228" y="1013354"/>
                </a:lnTo>
                <a:lnTo>
                  <a:pt x="545529" y="1011236"/>
                </a:lnTo>
                <a:lnTo>
                  <a:pt x="542095" y="1008854"/>
                </a:lnTo>
                <a:lnTo>
                  <a:pt x="538925" y="1006208"/>
                </a:lnTo>
                <a:lnTo>
                  <a:pt x="535755" y="1003032"/>
                </a:lnTo>
                <a:lnTo>
                  <a:pt x="533377" y="999591"/>
                </a:lnTo>
                <a:lnTo>
                  <a:pt x="530999" y="996415"/>
                </a:lnTo>
                <a:lnTo>
                  <a:pt x="528886" y="992446"/>
                </a:lnTo>
                <a:lnTo>
                  <a:pt x="527301" y="988211"/>
                </a:lnTo>
                <a:lnTo>
                  <a:pt x="525980" y="983977"/>
                </a:lnTo>
                <a:lnTo>
                  <a:pt x="525187" y="979477"/>
                </a:lnTo>
                <a:lnTo>
                  <a:pt x="524659" y="974713"/>
                </a:lnTo>
                <a:lnTo>
                  <a:pt x="524659" y="970214"/>
                </a:lnTo>
                <a:lnTo>
                  <a:pt x="525187" y="965980"/>
                </a:lnTo>
                <a:lnTo>
                  <a:pt x="525980" y="961481"/>
                </a:lnTo>
                <a:lnTo>
                  <a:pt x="527037" y="957246"/>
                </a:lnTo>
                <a:lnTo>
                  <a:pt x="528886" y="953276"/>
                </a:lnTo>
                <a:lnTo>
                  <a:pt x="530735" y="949306"/>
                </a:lnTo>
                <a:lnTo>
                  <a:pt x="533113" y="946130"/>
                </a:lnTo>
                <a:lnTo>
                  <a:pt x="535490" y="942690"/>
                </a:lnTo>
                <a:lnTo>
                  <a:pt x="538660" y="939514"/>
                </a:lnTo>
                <a:lnTo>
                  <a:pt x="541831" y="936867"/>
                </a:lnTo>
                <a:lnTo>
                  <a:pt x="545001" y="934221"/>
                </a:lnTo>
                <a:lnTo>
                  <a:pt x="548963" y="932368"/>
                </a:lnTo>
                <a:lnTo>
                  <a:pt x="552926" y="930251"/>
                </a:lnTo>
                <a:lnTo>
                  <a:pt x="556889" y="929192"/>
                </a:lnTo>
                <a:lnTo>
                  <a:pt x="561380" y="928134"/>
                </a:lnTo>
                <a:lnTo>
                  <a:pt x="569041" y="926546"/>
                </a:lnTo>
                <a:lnTo>
                  <a:pt x="575646" y="924958"/>
                </a:lnTo>
                <a:lnTo>
                  <a:pt x="581457" y="923105"/>
                </a:lnTo>
                <a:lnTo>
                  <a:pt x="586213" y="920723"/>
                </a:lnTo>
                <a:lnTo>
                  <a:pt x="590440" y="918606"/>
                </a:lnTo>
                <a:lnTo>
                  <a:pt x="593610" y="916224"/>
                </a:lnTo>
                <a:lnTo>
                  <a:pt x="596516" y="914107"/>
                </a:lnTo>
                <a:lnTo>
                  <a:pt x="598365" y="911990"/>
                </a:lnTo>
                <a:lnTo>
                  <a:pt x="599950" y="910137"/>
                </a:lnTo>
                <a:lnTo>
                  <a:pt x="601535" y="908020"/>
                </a:lnTo>
                <a:lnTo>
                  <a:pt x="602328" y="906167"/>
                </a:lnTo>
                <a:lnTo>
                  <a:pt x="603120" y="904050"/>
                </a:lnTo>
                <a:lnTo>
                  <a:pt x="603913" y="901932"/>
                </a:lnTo>
                <a:lnTo>
                  <a:pt x="604177" y="899551"/>
                </a:lnTo>
                <a:lnTo>
                  <a:pt x="604441" y="897169"/>
                </a:lnTo>
                <a:lnTo>
                  <a:pt x="604705" y="894522"/>
                </a:lnTo>
                <a:lnTo>
                  <a:pt x="604441" y="890023"/>
                </a:lnTo>
                <a:lnTo>
                  <a:pt x="603648" y="885259"/>
                </a:lnTo>
                <a:lnTo>
                  <a:pt x="602063" y="880760"/>
                </a:lnTo>
                <a:lnTo>
                  <a:pt x="599950" y="876261"/>
                </a:lnTo>
                <a:lnTo>
                  <a:pt x="597837" y="872555"/>
                </a:lnTo>
                <a:lnTo>
                  <a:pt x="595195" y="869380"/>
                </a:lnTo>
                <a:lnTo>
                  <a:pt x="593081" y="866998"/>
                </a:lnTo>
                <a:lnTo>
                  <a:pt x="590704" y="865410"/>
                </a:lnTo>
                <a:lnTo>
                  <a:pt x="590175" y="865145"/>
                </a:lnTo>
                <a:lnTo>
                  <a:pt x="587798" y="864086"/>
                </a:lnTo>
                <a:lnTo>
                  <a:pt x="577231" y="859852"/>
                </a:lnTo>
                <a:lnTo>
                  <a:pt x="561908" y="854559"/>
                </a:lnTo>
                <a:lnTo>
                  <a:pt x="542887" y="848207"/>
                </a:lnTo>
                <a:lnTo>
                  <a:pt x="520696" y="840796"/>
                </a:lnTo>
                <a:lnTo>
                  <a:pt x="495599" y="832327"/>
                </a:lnTo>
                <a:lnTo>
                  <a:pt x="468125" y="822800"/>
                </a:lnTo>
                <a:lnTo>
                  <a:pt x="438801" y="811684"/>
                </a:lnTo>
                <a:lnTo>
                  <a:pt x="423479" y="805862"/>
                </a:lnTo>
                <a:lnTo>
                  <a:pt x="407628" y="799774"/>
                </a:lnTo>
                <a:lnTo>
                  <a:pt x="391777" y="792893"/>
                </a:lnTo>
                <a:lnTo>
                  <a:pt x="375398" y="786012"/>
                </a:lnTo>
                <a:lnTo>
                  <a:pt x="358755" y="778602"/>
                </a:lnTo>
                <a:lnTo>
                  <a:pt x="342376" y="770927"/>
                </a:lnTo>
                <a:lnTo>
                  <a:pt x="325468" y="762987"/>
                </a:lnTo>
                <a:lnTo>
                  <a:pt x="308297" y="754253"/>
                </a:lnTo>
                <a:lnTo>
                  <a:pt x="291653" y="745255"/>
                </a:lnTo>
                <a:lnTo>
                  <a:pt x="274482" y="735992"/>
                </a:lnTo>
                <a:lnTo>
                  <a:pt x="257574" y="725670"/>
                </a:lnTo>
                <a:lnTo>
                  <a:pt x="240667" y="715613"/>
                </a:lnTo>
                <a:lnTo>
                  <a:pt x="224024" y="704762"/>
                </a:lnTo>
                <a:lnTo>
                  <a:pt x="207380" y="693382"/>
                </a:lnTo>
                <a:lnTo>
                  <a:pt x="191001" y="681472"/>
                </a:lnTo>
                <a:lnTo>
                  <a:pt x="174887" y="669033"/>
                </a:lnTo>
                <a:lnTo>
                  <a:pt x="164319" y="660564"/>
                </a:lnTo>
                <a:lnTo>
                  <a:pt x="154016" y="651566"/>
                </a:lnTo>
                <a:lnTo>
                  <a:pt x="143449" y="642568"/>
                </a:lnTo>
                <a:lnTo>
                  <a:pt x="133410" y="633305"/>
                </a:lnTo>
                <a:lnTo>
                  <a:pt x="123636" y="623512"/>
                </a:lnTo>
                <a:lnTo>
                  <a:pt x="113861" y="613720"/>
                </a:lnTo>
                <a:lnTo>
                  <a:pt x="104351" y="603663"/>
                </a:lnTo>
                <a:lnTo>
                  <a:pt x="95105" y="593076"/>
                </a:lnTo>
                <a:lnTo>
                  <a:pt x="86122" y="582225"/>
                </a:lnTo>
                <a:lnTo>
                  <a:pt x="77405" y="571374"/>
                </a:lnTo>
                <a:lnTo>
                  <a:pt x="68951" y="559994"/>
                </a:lnTo>
                <a:lnTo>
                  <a:pt x="60761" y="548349"/>
                </a:lnTo>
                <a:lnTo>
                  <a:pt x="52836" y="536440"/>
                </a:lnTo>
                <a:lnTo>
                  <a:pt x="45439" y="524001"/>
                </a:lnTo>
                <a:lnTo>
                  <a:pt x="38306" y="511562"/>
                </a:lnTo>
                <a:lnTo>
                  <a:pt x="31702" y="498594"/>
                </a:lnTo>
                <a:lnTo>
                  <a:pt x="27739" y="490389"/>
                </a:lnTo>
                <a:lnTo>
                  <a:pt x="24041" y="482185"/>
                </a:lnTo>
                <a:lnTo>
                  <a:pt x="20606" y="473451"/>
                </a:lnTo>
                <a:lnTo>
                  <a:pt x="17700" y="464717"/>
                </a:lnTo>
                <a:lnTo>
                  <a:pt x="14794" y="455719"/>
                </a:lnTo>
                <a:lnTo>
                  <a:pt x="12417" y="446456"/>
                </a:lnTo>
                <a:lnTo>
                  <a:pt x="10039" y="437193"/>
                </a:lnTo>
                <a:lnTo>
                  <a:pt x="7926" y="427665"/>
                </a:lnTo>
                <a:lnTo>
                  <a:pt x="6076" y="418137"/>
                </a:lnTo>
                <a:lnTo>
                  <a:pt x="4491" y="408345"/>
                </a:lnTo>
                <a:lnTo>
                  <a:pt x="3170" y="398553"/>
                </a:lnTo>
                <a:lnTo>
                  <a:pt x="1850" y="388761"/>
                </a:lnTo>
                <a:lnTo>
                  <a:pt x="1057" y="378439"/>
                </a:lnTo>
                <a:lnTo>
                  <a:pt x="529" y="368382"/>
                </a:lnTo>
                <a:lnTo>
                  <a:pt x="264" y="358060"/>
                </a:lnTo>
                <a:lnTo>
                  <a:pt x="0" y="348003"/>
                </a:lnTo>
                <a:lnTo>
                  <a:pt x="264" y="332653"/>
                </a:lnTo>
                <a:lnTo>
                  <a:pt x="1057" y="317832"/>
                </a:lnTo>
                <a:lnTo>
                  <a:pt x="2378" y="302747"/>
                </a:lnTo>
                <a:lnTo>
                  <a:pt x="4491" y="287926"/>
                </a:lnTo>
                <a:lnTo>
                  <a:pt x="6869" y="272840"/>
                </a:lnTo>
                <a:lnTo>
                  <a:pt x="10039" y="258019"/>
                </a:lnTo>
                <a:lnTo>
                  <a:pt x="11888" y="250874"/>
                </a:lnTo>
                <a:lnTo>
                  <a:pt x="14002" y="243463"/>
                </a:lnTo>
                <a:lnTo>
                  <a:pt x="15851" y="236053"/>
                </a:lnTo>
                <a:lnTo>
                  <a:pt x="18493" y="228907"/>
                </a:lnTo>
                <a:lnTo>
                  <a:pt x="20606" y="221761"/>
                </a:lnTo>
                <a:lnTo>
                  <a:pt x="23512" y="214880"/>
                </a:lnTo>
                <a:lnTo>
                  <a:pt x="26418" y="207734"/>
                </a:lnTo>
                <a:lnTo>
                  <a:pt x="29324" y="200853"/>
                </a:lnTo>
                <a:lnTo>
                  <a:pt x="32494" y="193972"/>
                </a:lnTo>
                <a:lnTo>
                  <a:pt x="36193" y="187356"/>
                </a:lnTo>
                <a:lnTo>
                  <a:pt x="39363" y="180475"/>
                </a:lnTo>
                <a:lnTo>
                  <a:pt x="43326" y="174123"/>
                </a:lnTo>
                <a:lnTo>
                  <a:pt x="47552" y="167506"/>
                </a:lnTo>
                <a:lnTo>
                  <a:pt x="51779" y="161155"/>
                </a:lnTo>
                <a:lnTo>
                  <a:pt x="56270" y="155332"/>
                </a:lnTo>
                <a:lnTo>
                  <a:pt x="60761" y="148980"/>
                </a:lnTo>
                <a:lnTo>
                  <a:pt x="65781" y="143422"/>
                </a:lnTo>
                <a:lnTo>
                  <a:pt x="70800" y="137865"/>
                </a:lnTo>
                <a:lnTo>
                  <a:pt x="76348" y="132307"/>
                </a:lnTo>
                <a:lnTo>
                  <a:pt x="81896" y="126749"/>
                </a:lnTo>
                <a:lnTo>
                  <a:pt x="89557" y="120397"/>
                </a:lnTo>
                <a:lnTo>
                  <a:pt x="98011" y="114045"/>
                </a:lnTo>
                <a:lnTo>
                  <a:pt x="106728" y="108223"/>
                </a:lnTo>
                <a:lnTo>
                  <a:pt x="115710" y="102930"/>
                </a:lnTo>
                <a:lnTo>
                  <a:pt x="124957" y="98166"/>
                </a:lnTo>
                <a:lnTo>
                  <a:pt x="134731" y="93931"/>
                </a:lnTo>
                <a:lnTo>
                  <a:pt x="139751" y="92079"/>
                </a:lnTo>
                <a:lnTo>
                  <a:pt x="145034" y="90226"/>
                </a:lnTo>
                <a:lnTo>
                  <a:pt x="150318" y="88638"/>
                </a:lnTo>
                <a:lnTo>
                  <a:pt x="155601" y="87315"/>
                </a:lnTo>
                <a:lnTo>
                  <a:pt x="163527" y="85198"/>
                </a:lnTo>
                <a:lnTo>
                  <a:pt x="170924" y="83874"/>
                </a:lnTo>
                <a:lnTo>
                  <a:pt x="178849" y="82551"/>
                </a:lnTo>
                <a:lnTo>
                  <a:pt x="186510" y="81228"/>
                </a:lnTo>
                <a:lnTo>
                  <a:pt x="193907" y="80434"/>
                </a:lnTo>
                <a:lnTo>
                  <a:pt x="201304" y="79640"/>
                </a:lnTo>
                <a:lnTo>
                  <a:pt x="208966" y="79375"/>
                </a:lnTo>
                <a:close/>
                <a:moveTo>
                  <a:pt x="1713004" y="79375"/>
                </a:moveTo>
                <a:lnTo>
                  <a:pt x="1722007" y="79375"/>
                </a:lnTo>
                <a:lnTo>
                  <a:pt x="1729156" y="79375"/>
                </a:lnTo>
                <a:lnTo>
                  <a:pt x="1736570" y="79640"/>
                </a:lnTo>
                <a:lnTo>
                  <a:pt x="1743984" y="80434"/>
                </a:lnTo>
                <a:lnTo>
                  <a:pt x="1751398" y="81228"/>
                </a:lnTo>
                <a:lnTo>
                  <a:pt x="1759077" y="82551"/>
                </a:lnTo>
                <a:lnTo>
                  <a:pt x="1767021" y="83874"/>
                </a:lnTo>
                <a:lnTo>
                  <a:pt x="1774699" y="85198"/>
                </a:lnTo>
                <a:lnTo>
                  <a:pt x="1782643" y="87315"/>
                </a:lnTo>
                <a:lnTo>
                  <a:pt x="1787674" y="88638"/>
                </a:lnTo>
                <a:lnTo>
                  <a:pt x="1792970" y="90226"/>
                </a:lnTo>
                <a:lnTo>
                  <a:pt x="1798001" y="92079"/>
                </a:lnTo>
                <a:lnTo>
                  <a:pt x="1803031" y="93931"/>
                </a:lnTo>
                <a:lnTo>
                  <a:pt x="1813093" y="98166"/>
                </a:lnTo>
                <a:lnTo>
                  <a:pt x="1822626" y="102930"/>
                </a:lnTo>
                <a:lnTo>
                  <a:pt x="1831628" y="108223"/>
                </a:lnTo>
                <a:lnTo>
                  <a:pt x="1840366" y="114045"/>
                </a:lnTo>
                <a:lnTo>
                  <a:pt x="1848310" y="120397"/>
                </a:lnTo>
                <a:lnTo>
                  <a:pt x="1856253" y="126749"/>
                </a:lnTo>
                <a:lnTo>
                  <a:pt x="1863667" y="134159"/>
                </a:lnTo>
                <a:lnTo>
                  <a:pt x="1870817" y="141570"/>
                </a:lnTo>
                <a:lnTo>
                  <a:pt x="1877436" y="148980"/>
                </a:lnTo>
                <a:lnTo>
                  <a:pt x="1883526" y="157185"/>
                </a:lnTo>
                <a:lnTo>
                  <a:pt x="1889352" y="165389"/>
                </a:lnTo>
                <a:lnTo>
                  <a:pt x="1894912" y="174123"/>
                </a:lnTo>
                <a:lnTo>
                  <a:pt x="1899943" y="182856"/>
                </a:lnTo>
                <a:lnTo>
                  <a:pt x="1904709" y="191855"/>
                </a:lnTo>
                <a:lnTo>
                  <a:pt x="1908946" y="200853"/>
                </a:lnTo>
                <a:lnTo>
                  <a:pt x="1913182" y="210116"/>
                </a:lnTo>
                <a:lnTo>
                  <a:pt x="1916625" y="219379"/>
                </a:lnTo>
                <a:lnTo>
                  <a:pt x="1920067" y="228907"/>
                </a:lnTo>
                <a:lnTo>
                  <a:pt x="1923244" y="238435"/>
                </a:lnTo>
                <a:lnTo>
                  <a:pt x="1925627" y="248227"/>
                </a:lnTo>
                <a:lnTo>
                  <a:pt x="1928275" y="258019"/>
                </a:lnTo>
                <a:lnTo>
                  <a:pt x="1930393" y="267812"/>
                </a:lnTo>
                <a:lnTo>
                  <a:pt x="1932512" y="277604"/>
                </a:lnTo>
                <a:lnTo>
                  <a:pt x="1933836" y="287926"/>
                </a:lnTo>
                <a:lnTo>
                  <a:pt x="1935160" y="297983"/>
                </a:lnTo>
                <a:lnTo>
                  <a:pt x="1936483" y="307775"/>
                </a:lnTo>
                <a:lnTo>
                  <a:pt x="1937278" y="317832"/>
                </a:lnTo>
                <a:lnTo>
                  <a:pt x="1937807" y="327889"/>
                </a:lnTo>
                <a:lnTo>
                  <a:pt x="1938337" y="337946"/>
                </a:lnTo>
                <a:lnTo>
                  <a:pt x="1938337" y="348003"/>
                </a:lnTo>
                <a:lnTo>
                  <a:pt x="1938337" y="358060"/>
                </a:lnTo>
                <a:lnTo>
                  <a:pt x="1937807" y="368382"/>
                </a:lnTo>
                <a:lnTo>
                  <a:pt x="1937278" y="378439"/>
                </a:lnTo>
                <a:lnTo>
                  <a:pt x="1936483" y="388760"/>
                </a:lnTo>
                <a:lnTo>
                  <a:pt x="1935160" y="398553"/>
                </a:lnTo>
                <a:lnTo>
                  <a:pt x="1933836" y="408345"/>
                </a:lnTo>
                <a:lnTo>
                  <a:pt x="1932512" y="418137"/>
                </a:lnTo>
                <a:lnTo>
                  <a:pt x="1930393" y="427665"/>
                </a:lnTo>
                <a:lnTo>
                  <a:pt x="1928540" y="437193"/>
                </a:lnTo>
                <a:lnTo>
                  <a:pt x="1925892" y="446456"/>
                </a:lnTo>
                <a:lnTo>
                  <a:pt x="1923509" y="455719"/>
                </a:lnTo>
                <a:lnTo>
                  <a:pt x="1920596" y="464717"/>
                </a:lnTo>
                <a:lnTo>
                  <a:pt x="1917684" y="473451"/>
                </a:lnTo>
                <a:lnTo>
                  <a:pt x="1914241" y="482185"/>
                </a:lnTo>
                <a:lnTo>
                  <a:pt x="1910535" y="490389"/>
                </a:lnTo>
                <a:lnTo>
                  <a:pt x="1906563" y="498593"/>
                </a:lnTo>
                <a:lnTo>
                  <a:pt x="1901267" y="509180"/>
                </a:lnTo>
                <a:lnTo>
                  <a:pt x="1895442" y="519502"/>
                </a:lnTo>
                <a:lnTo>
                  <a:pt x="1889352" y="529823"/>
                </a:lnTo>
                <a:lnTo>
                  <a:pt x="1883262" y="539616"/>
                </a:lnTo>
                <a:lnTo>
                  <a:pt x="1876907" y="549143"/>
                </a:lnTo>
                <a:lnTo>
                  <a:pt x="1870287" y="558671"/>
                </a:lnTo>
                <a:lnTo>
                  <a:pt x="1863403" y="567934"/>
                </a:lnTo>
                <a:lnTo>
                  <a:pt x="1856253" y="576932"/>
                </a:lnTo>
                <a:lnTo>
                  <a:pt x="1849369" y="585931"/>
                </a:lnTo>
                <a:lnTo>
                  <a:pt x="1841955" y="594664"/>
                </a:lnTo>
                <a:lnTo>
                  <a:pt x="1834276" y="603133"/>
                </a:lnTo>
                <a:lnTo>
                  <a:pt x="1826597" y="611338"/>
                </a:lnTo>
                <a:lnTo>
                  <a:pt x="1818654" y="619542"/>
                </a:lnTo>
                <a:lnTo>
                  <a:pt x="1810710" y="627482"/>
                </a:lnTo>
                <a:lnTo>
                  <a:pt x="1802502" y="635422"/>
                </a:lnTo>
                <a:lnTo>
                  <a:pt x="1794294" y="642832"/>
                </a:lnTo>
                <a:lnTo>
                  <a:pt x="1786085" y="650243"/>
                </a:lnTo>
                <a:lnTo>
                  <a:pt x="1777612" y="657653"/>
                </a:lnTo>
                <a:lnTo>
                  <a:pt x="1768874" y="664534"/>
                </a:lnTo>
                <a:lnTo>
                  <a:pt x="1760136" y="671680"/>
                </a:lnTo>
                <a:lnTo>
                  <a:pt x="1751398" y="678296"/>
                </a:lnTo>
                <a:lnTo>
                  <a:pt x="1742660" y="684648"/>
                </a:lnTo>
                <a:lnTo>
                  <a:pt x="1724655" y="697352"/>
                </a:lnTo>
                <a:lnTo>
                  <a:pt x="1706385" y="709526"/>
                </a:lnTo>
                <a:lnTo>
                  <a:pt x="1688114" y="720906"/>
                </a:lnTo>
                <a:lnTo>
                  <a:pt x="1669844" y="732022"/>
                </a:lnTo>
                <a:lnTo>
                  <a:pt x="1651309" y="742344"/>
                </a:lnTo>
                <a:lnTo>
                  <a:pt x="1632774" y="752136"/>
                </a:lnTo>
                <a:lnTo>
                  <a:pt x="1614504" y="761664"/>
                </a:lnTo>
                <a:lnTo>
                  <a:pt x="1596234" y="770397"/>
                </a:lnTo>
                <a:lnTo>
                  <a:pt x="1577964" y="778866"/>
                </a:lnTo>
                <a:lnTo>
                  <a:pt x="1559958" y="786806"/>
                </a:lnTo>
                <a:lnTo>
                  <a:pt x="1542217" y="794217"/>
                </a:lnTo>
                <a:lnTo>
                  <a:pt x="1525271" y="801362"/>
                </a:lnTo>
                <a:lnTo>
                  <a:pt x="1508060" y="807979"/>
                </a:lnTo>
                <a:lnTo>
                  <a:pt x="1491379" y="814331"/>
                </a:lnTo>
                <a:lnTo>
                  <a:pt x="1475756" y="820153"/>
                </a:lnTo>
                <a:lnTo>
                  <a:pt x="1445306" y="830739"/>
                </a:lnTo>
                <a:lnTo>
                  <a:pt x="1417768" y="840532"/>
                </a:lnTo>
                <a:lnTo>
                  <a:pt x="1393673" y="848207"/>
                </a:lnTo>
                <a:lnTo>
                  <a:pt x="1370636" y="856147"/>
                </a:lnTo>
                <a:lnTo>
                  <a:pt x="1361369" y="859323"/>
                </a:lnTo>
                <a:lnTo>
                  <a:pt x="1353955" y="861969"/>
                </a:lnTo>
                <a:lnTo>
                  <a:pt x="1348394" y="864616"/>
                </a:lnTo>
                <a:lnTo>
                  <a:pt x="1346276" y="865674"/>
                </a:lnTo>
                <a:lnTo>
                  <a:pt x="1343893" y="866998"/>
                </a:lnTo>
                <a:lnTo>
                  <a:pt x="1341775" y="869380"/>
                </a:lnTo>
                <a:lnTo>
                  <a:pt x="1339127" y="872555"/>
                </a:lnTo>
                <a:lnTo>
                  <a:pt x="1337009" y="876261"/>
                </a:lnTo>
                <a:lnTo>
                  <a:pt x="1334890" y="880760"/>
                </a:lnTo>
                <a:lnTo>
                  <a:pt x="1333566" y="885259"/>
                </a:lnTo>
                <a:lnTo>
                  <a:pt x="1332507" y="890023"/>
                </a:lnTo>
                <a:lnTo>
                  <a:pt x="1332242" y="894522"/>
                </a:lnTo>
                <a:lnTo>
                  <a:pt x="1332507" y="897169"/>
                </a:lnTo>
                <a:lnTo>
                  <a:pt x="1332772" y="899551"/>
                </a:lnTo>
                <a:lnTo>
                  <a:pt x="1333302" y="901932"/>
                </a:lnTo>
                <a:lnTo>
                  <a:pt x="1333831" y="904050"/>
                </a:lnTo>
                <a:lnTo>
                  <a:pt x="1334625" y="906167"/>
                </a:lnTo>
                <a:lnTo>
                  <a:pt x="1335685" y="908020"/>
                </a:lnTo>
                <a:lnTo>
                  <a:pt x="1337273" y="910137"/>
                </a:lnTo>
                <a:lnTo>
                  <a:pt x="1338597" y="911990"/>
                </a:lnTo>
                <a:lnTo>
                  <a:pt x="1340716" y="914107"/>
                </a:lnTo>
                <a:lnTo>
                  <a:pt x="1343363" y="916224"/>
                </a:lnTo>
                <a:lnTo>
                  <a:pt x="1346806" y="918606"/>
                </a:lnTo>
                <a:lnTo>
                  <a:pt x="1350777" y="920723"/>
                </a:lnTo>
                <a:lnTo>
                  <a:pt x="1355544" y="923105"/>
                </a:lnTo>
                <a:lnTo>
                  <a:pt x="1361369" y="924958"/>
                </a:lnTo>
                <a:lnTo>
                  <a:pt x="1367988" y="926546"/>
                </a:lnTo>
                <a:lnTo>
                  <a:pt x="1375932" y="928134"/>
                </a:lnTo>
                <a:lnTo>
                  <a:pt x="1380169" y="929192"/>
                </a:lnTo>
                <a:lnTo>
                  <a:pt x="1384405" y="930251"/>
                </a:lnTo>
                <a:lnTo>
                  <a:pt x="1388377" y="932368"/>
                </a:lnTo>
                <a:lnTo>
                  <a:pt x="1392084" y="934221"/>
                </a:lnTo>
                <a:lnTo>
                  <a:pt x="1395261" y="936867"/>
                </a:lnTo>
                <a:lnTo>
                  <a:pt x="1398704" y="939514"/>
                </a:lnTo>
                <a:lnTo>
                  <a:pt x="1401616" y="942690"/>
                </a:lnTo>
                <a:lnTo>
                  <a:pt x="1403999" y="946130"/>
                </a:lnTo>
                <a:lnTo>
                  <a:pt x="1406382" y="949306"/>
                </a:lnTo>
                <a:lnTo>
                  <a:pt x="1408236" y="953276"/>
                </a:lnTo>
                <a:lnTo>
                  <a:pt x="1410089" y="957246"/>
                </a:lnTo>
                <a:lnTo>
                  <a:pt x="1411149" y="961481"/>
                </a:lnTo>
                <a:lnTo>
                  <a:pt x="1411943" y="965980"/>
                </a:lnTo>
                <a:lnTo>
                  <a:pt x="1412472" y="970214"/>
                </a:lnTo>
                <a:lnTo>
                  <a:pt x="1412472" y="974713"/>
                </a:lnTo>
                <a:lnTo>
                  <a:pt x="1411943" y="979477"/>
                </a:lnTo>
                <a:lnTo>
                  <a:pt x="1411149" y="983977"/>
                </a:lnTo>
                <a:lnTo>
                  <a:pt x="1410089" y="988211"/>
                </a:lnTo>
                <a:lnTo>
                  <a:pt x="1408236" y="992446"/>
                </a:lnTo>
                <a:lnTo>
                  <a:pt x="1406382" y="996415"/>
                </a:lnTo>
                <a:lnTo>
                  <a:pt x="1403735" y="999591"/>
                </a:lnTo>
                <a:lnTo>
                  <a:pt x="1401351" y="1003032"/>
                </a:lnTo>
                <a:lnTo>
                  <a:pt x="1398439" y="1006208"/>
                </a:lnTo>
                <a:lnTo>
                  <a:pt x="1394997" y="1008854"/>
                </a:lnTo>
                <a:lnTo>
                  <a:pt x="1391819" y="1011236"/>
                </a:lnTo>
                <a:lnTo>
                  <a:pt x="1388112" y="1013354"/>
                </a:lnTo>
                <a:lnTo>
                  <a:pt x="1384140" y="1015206"/>
                </a:lnTo>
                <a:lnTo>
                  <a:pt x="1380169" y="1016265"/>
                </a:lnTo>
                <a:lnTo>
                  <a:pt x="1375932" y="1017059"/>
                </a:lnTo>
                <a:lnTo>
                  <a:pt x="1371695" y="1017588"/>
                </a:lnTo>
                <a:lnTo>
                  <a:pt x="1367459" y="1017588"/>
                </a:lnTo>
                <a:lnTo>
                  <a:pt x="1362958" y="1017323"/>
                </a:lnTo>
                <a:lnTo>
                  <a:pt x="1356338" y="1016000"/>
                </a:lnTo>
                <a:lnTo>
                  <a:pt x="1349718" y="1014942"/>
                </a:lnTo>
                <a:lnTo>
                  <a:pt x="1343363" y="1013089"/>
                </a:lnTo>
                <a:lnTo>
                  <a:pt x="1337273" y="1011501"/>
                </a:lnTo>
                <a:lnTo>
                  <a:pt x="1330918" y="1009119"/>
                </a:lnTo>
                <a:lnTo>
                  <a:pt x="1325093" y="1007266"/>
                </a:lnTo>
                <a:lnTo>
                  <a:pt x="1319533" y="1004620"/>
                </a:lnTo>
                <a:lnTo>
                  <a:pt x="1313972" y="1002238"/>
                </a:lnTo>
                <a:lnTo>
                  <a:pt x="1308147" y="999327"/>
                </a:lnTo>
                <a:lnTo>
                  <a:pt x="1303116" y="996415"/>
                </a:lnTo>
                <a:lnTo>
                  <a:pt x="1298085" y="992975"/>
                </a:lnTo>
                <a:lnTo>
                  <a:pt x="1293319" y="989534"/>
                </a:lnTo>
                <a:lnTo>
                  <a:pt x="1288553" y="985829"/>
                </a:lnTo>
                <a:lnTo>
                  <a:pt x="1284316" y="982389"/>
                </a:lnTo>
                <a:lnTo>
                  <a:pt x="1280080" y="978154"/>
                </a:lnTo>
                <a:lnTo>
                  <a:pt x="1276108" y="973920"/>
                </a:lnTo>
                <a:lnTo>
                  <a:pt x="1272136" y="969685"/>
                </a:lnTo>
                <a:lnTo>
                  <a:pt x="1268959" y="965186"/>
                </a:lnTo>
                <a:lnTo>
                  <a:pt x="1265516" y="960422"/>
                </a:lnTo>
                <a:lnTo>
                  <a:pt x="1262604" y="955658"/>
                </a:lnTo>
                <a:lnTo>
                  <a:pt x="1259956" y="950894"/>
                </a:lnTo>
                <a:lnTo>
                  <a:pt x="1257308" y="945866"/>
                </a:lnTo>
                <a:lnTo>
                  <a:pt x="1255190" y="941102"/>
                </a:lnTo>
                <a:lnTo>
                  <a:pt x="1253071" y="935544"/>
                </a:lnTo>
                <a:lnTo>
                  <a:pt x="1251483" y="930516"/>
                </a:lnTo>
                <a:lnTo>
                  <a:pt x="1250159" y="925487"/>
                </a:lnTo>
                <a:lnTo>
                  <a:pt x="1248570" y="920194"/>
                </a:lnTo>
                <a:lnTo>
                  <a:pt x="1247776" y="915165"/>
                </a:lnTo>
                <a:lnTo>
                  <a:pt x="1246981" y="909872"/>
                </a:lnTo>
                <a:lnTo>
                  <a:pt x="1246452" y="904844"/>
                </a:lnTo>
                <a:lnTo>
                  <a:pt x="1246187" y="899551"/>
                </a:lnTo>
                <a:lnTo>
                  <a:pt x="1246187" y="894522"/>
                </a:lnTo>
                <a:lnTo>
                  <a:pt x="1246452" y="886318"/>
                </a:lnTo>
                <a:lnTo>
                  <a:pt x="1247246" y="878378"/>
                </a:lnTo>
                <a:lnTo>
                  <a:pt x="1248305" y="870174"/>
                </a:lnTo>
                <a:lnTo>
                  <a:pt x="1250159" y="862498"/>
                </a:lnTo>
                <a:lnTo>
                  <a:pt x="1252277" y="854823"/>
                </a:lnTo>
                <a:lnTo>
                  <a:pt x="1254925" y="847413"/>
                </a:lnTo>
                <a:lnTo>
                  <a:pt x="1257838" y="840003"/>
                </a:lnTo>
                <a:lnTo>
                  <a:pt x="1261280" y="833121"/>
                </a:lnTo>
                <a:lnTo>
                  <a:pt x="1264987" y="826240"/>
                </a:lnTo>
                <a:lnTo>
                  <a:pt x="1269223" y="819888"/>
                </a:lnTo>
                <a:lnTo>
                  <a:pt x="1273990" y="813801"/>
                </a:lnTo>
                <a:lnTo>
                  <a:pt x="1278756" y="807714"/>
                </a:lnTo>
                <a:lnTo>
                  <a:pt x="1284051" y="802156"/>
                </a:lnTo>
                <a:lnTo>
                  <a:pt x="1289877" y="796863"/>
                </a:lnTo>
                <a:lnTo>
                  <a:pt x="1296232" y="792099"/>
                </a:lnTo>
                <a:lnTo>
                  <a:pt x="1302851" y="787600"/>
                </a:lnTo>
                <a:lnTo>
                  <a:pt x="1306558" y="785748"/>
                </a:lnTo>
                <a:lnTo>
                  <a:pt x="1310000" y="783630"/>
                </a:lnTo>
                <a:lnTo>
                  <a:pt x="1316620" y="780454"/>
                </a:lnTo>
                <a:lnTo>
                  <a:pt x="1324034" y="777808"/>
                </a:lnTo>
                <a:lnTo>
                  <a:pt x="1331448" y="774897"/>
                </a:lnTo>
                <a:lnTo>
                  <a:pt x="1348394" y="768809"/>
                </a:lnTo>
                <a:lnTo>
                  <a:pt x="1367988" y="762193"/>
                </a:lnTo>
                <a:lnTo>
                  <a:pt x="1390230" y="755047"/>
                </a:lnTo>
                <a:lnTo>
                  <a:pt x="1414856" y="746578"/>
                </a:lnTo>
                <a:lnTo>
                  <a:pt x="1441069" y="737580"/>
                </a:lnTo>
                <a:lnTo>
                  <a:pt x="1469137" y="727258"/>
                </a:lnTo>
                <a:lnTo>
                  <a:pt x="1483965" y="721700"/>
                </a:lnTo>
                <a:lnTo>
                  <a:pt x="1498528" y="715613"/>
                </a:lnTo>
                <a:lnTo>
                  <a:pt x="1513621" y="709526"/>
                </a:lnTo>
                <a:lnTo>
                  <a:pt x="1528978" y="702645"/>
                </a:lnTo>
                <a:lnTo>
                  <a:pt x="1544336" y="696028"/>
                </a:lnTo>
                <a:lnTo>
                  <a:pt x="1559958" y="688618"/>
                </a:lnTo>
                <a:lnTo>
                  <a:pt x="1575581" y="681472"/>
                </a:lnTo>
                <a:lnTo>
                  <a:pt x="1591203" y="673532"/>
                </a:lnTo>
                <a:lnTo>
                  <a:pt x="1606825" y="665063"/>
                </a:lnTo>
                <a:lnTo>
                  <a:pt x="1622183" y="656594"/>
                </a:lnTo>
                <a:lnTo>
                  <a:pt x="1637540" y="647596"/>
                </a:lnTo>
                <a:lnTo>
                  <a:pt x="1652898" y="638333"/>
                </a:lnTo>
                <a:lnTo>
                  <a:pt x="1667726" y="628541"/>
                </a:lnTo>
                <a:lnTo>
                  <a:pt x="1682554" y="618748"/>
                </a:lnTo>
                <a:lnTo>
                  <a:pt x="1696852" y="608162"/>
                </a:lnTo>
                <a:lnTo>
                  <a:pt x="1711151" y="597311"/>
                </a:lnTo>
                <a:lnTo>
                  <a:pt x="1720154" y="589901"/>
                </a:lnTo>
                <a:lnTo>
                  <a:pt x="1729421" y="582225"/>
                </a:lnTo>
                <a:lnTo>
                  <a:pt x="1738159" y="574286"/>
                </a:lnTo>
                <a:lnTo>
                  <a:pt x="1746897" y="566611"/>
                </a:lnTo>
                <a:lnTo>
                  <a:pt x="1755370" y="558406"/>
                </a:lnTo>
                <a:lnTo>
                  <a:pt x="1763578" y="549937"/>
                </a:lnTo>
                <a:lnTo>
                  <a:pt x="1771522" y="541468"/>
                </a:lnTo>
                <a:lnTo>
                  <a:pt x="1778936" y="532734"/>
                </a:lnTo>
                <a:lnTo>
                  <a:pt x="1786615" y="523736"/>
                </a:lnTo>
                <a:lnTo>
                  <a:pt x="1793499" y="514738"/>
                </a:lnTo>
                <a:lnTo>
                  <a:pt x="1800648" y="505475"/>
                </a:lnTo>
                <a:lnTo>
                  <a:pt x="1807003" y="496212"/>
                </a:lnTo>
                <a:lnTo>
                  <a:pt x="1813623" y="486684"/>
                </a:lnTo>
                <a:lnTo>
                  <a:pt x="1819448" y="476892"/>
                </a:lnTo>
                <a:lnTo>
                  <a:pt x="1825009" y="466835"/>
                </a:lnTo>
                <a:lnTo>
                  <a:pt x="1830304" y="456778"/>
                </a:lnTo>
                <a:lnTo>
                  <a:pt x="1832952" y="452014"/>
                </a:lnTo>
                <a:lnTo>
                  <a:pt x="1835335" y="446456"/>
                </a:lnTo>
                <a:lnTo>
                  <a:pt x="1837189" y="440898"/>
                </a:lnTo>
                <a:lnTo>
                  <a:pt x="1839307" y="435076"/>
                </a:lnTo>
                <a:lnTo>
                  <a:pt x="1841161" y="428724"/>
                </a:lnTo>
                <a:lnTo>
                  <a:pt x="1843014" y="422372"/>
                </a:lnTo>
                <a:lnTo>
                  <a:pt x="1844868" y="416020"/>
                </a:lnTo>
                <a:lnTo>
                  <a:pt x="1846192" y="408874"/>
                </a:lnTo>
                <a:lnTo>
                  <a:pt x="1847515" y="401729"/>
                </a:lnTo>
                <a:lnTo>
                  <a:pt x="1848575" y="394318"/>
                </a:lnTo>
                <a:lnTo>
                  <a:pt x="1849899" y="386908"/>
                </a:lnTo>
                <a:lnTo>
                  <a:pt x="1850693" y="379497"/>
                </a:lnTo>
                <a:lnTo>
                  <a:pt x="1851487" y="371558"/>
                </a:lnTo>
                <a:lnTo>
                  <a:pt x="1851752" y="363618"/>
                </a:lnTo>
                <a:lnTo>
                  <a:pt x="1852017" y="355678"/>
                </a:lnTo>
                <a:lnTo>
                  <a:pt x="1852282" y="348003"/>
                </a:lnTo>
                <a:lnTo>
                  <a:pt x="1852017" y="336093"/>
                </a:lnTo>
                <a:lnTo>
                  <a:pt x="1851487" y="324713"/>
                </a:lnTo>
                <a:lnTo>
                  <a:pt x="1850428" y="313068"/>
                </a:lnTo>
                <a:lnTo>
                  <a:pt x="1849104" y="301953"/>
                </a:lnTo>
                <a:lnTo>
                  <a:pt x="1846986" y="290572"/>
                </a:lnTo>
                <a:lnTo>
                  <a:pt x="1844603" y="279721"/>
                </a:lnTo>
                <a:lnTo>
                  <a:pt x="1841955" y="269135"/>
                </a:lnTo>
                <a:lnTo>
                  <a:pt x="1838513" y="258549"/>
                </a:lnTo>
                <a:lnTo>
                  <a:pt x="1835335" y="248756"/>
                </a:lnTo>
                <a:lnTo>
                  <a:pt x="1831364" y="239493"/>
                </a:lnTo>
                <a:lnTo>
                  <a:pt x="1826862" y="230495"/>
                </a:lnTo>
                <a:lnTo>
                  <a:pt x="1822361" y="222290"/>
                </a:lnTo>
                <a:lnTo>
                  <a:pt x="1817330" y="214615"/>
                </a:lnTo>
                <a:lnTo>
                  <a:pt x="1811769" y="207470"/>
                </a:lnTo>
                <a:lnTo>
                  <a:pt x="1806209" y="201118"/>
                </a:lnTo>
                <a:lnTo>
                  <a:pt x="1803031" y="198207"/>
                </a:lnTo>
                <a:lnTo>
                  <a:pt x="1800384" y="195295"/>
                </a:lnTo>
                <a:lnTo>
                  <a:pt x="1796147" y="191855"/>
                </a:lnTo>
                <a:lnTo>
                  <a:pt x="1791646" y="188679"/>
                </a:lnTo>
                <a:lnTo>
                  <a:pt x="1787409" y="185503"/>
                </a:lnTo>
                <a:lnTo>
                  <a:pt x="1782643" y="182856"/>
                </a:lnTo>
                <a:lnTo>
                  <a:pt x="1777877" y="180474"/>
                </a:lnTo>
                <a:lnTo>
                  <a:pt x="1772846" y="178357"/>
                </a:lnTo>
                <a:lnTo>
                  <a:pt x="1767550" y="176240"/>
                </a:lnTo>
                <a:lnTo>
                  <a:pt x="1761725" y="174652"/>
                </a:lnTo>
                <a:lnTo>
                  <a:pt x="1751133" y="172270"/>
                </a:lnTo>
                <a:lnTo>
                  <a:pt x="1740807" y="170682"/>
                </a:lnTo>
                <a:lnTo>
                  <a:pt x="1731010" y="169623"/>
                </a:lnTo>
                <a:lnTo>
                  <a:pt x="1722007" y="169359"/>
                </a:lnTo>
                <a:lnTo>
                  <a:pt x="1716711" y="169623"/>
                </a:lnTo>
                <a:lnTo>
                  <a:pt x="1711151" y="169888"/>
                </a:lnTo>
                <a:lnTo>
                  <a:pt x="1706120" y="170417"/>
                </a:lnTo>
                <a:lnTo>
                  <a:pt x="1701354" y="170947"/>
                </a:lnTo>
                <a:lnTo>
                  <a:pt x="1696588" y="171741"/>
                </a:lnTo>
                <a:lnTo>
                  <a:pt x="1692086" y="172799"/>
                </a:lnTo>
                <a:lnTo>
                  <a:pt x="1687585" y="174387"/>
                </a:lnTo>
                <a:lnTo>
                  <a:pt x="1683084" y="175711"/>
                </a:lnTo>
                <a:lnTo>
                  <a:pt x="1678847" y="177034"/>
                </a:lnTo>
                <a:lnTo>
                  <a:pt x="1674610" y="178886"/>
                </a:lnTo>
                <a:lnTo>
                  <a:pt x="1670903" y="180739"/>
                </a:lnTo>
                <a:lnTo>
                  <a:pt x="1666932" y="182856"/>
                </a:lnTo>
                <a:lnTo>
                  <a:pt x="1659253" y="187356"/>
                </a:lnTo>
                <a:lnTo>
                  <a:pt x="1651574" y="192384"/>
                </a:lnTo>
                <a:lnTo>
                  <a:pt x="1644690" y="197942"/>
                </a:lnTo>
                <a:lnTo>
                  <a:pt x="1637805" y="203764"/>
                </a:lnTo>
                <a:lnTo>
                  <a:pt x="1631185" y="210645"/>
                </a:lnTo>
                <a:lnTo>
                  <a:pt x="1625095" y="217262"/>
                </a:lnTo>
                <a:lnTo>
                  <a:pt x="1619005" y="224937"/>
                </a:lnTo>
                <a:lnTo>
                  <a:pt x="1613445" y="232612"/>
                </a:lnTo>
                <a:lnTo>
                  <a:pt x="1608149" y="240287"/>
                </a:lnTo>
                <a:lnTo>
                  <a:pt x="1603118" y="248227"/>
                </a:lnTo>
                <a:lnTo>
                  <a:pt x="1598352" y="256431"/>
                </a:lnTo>
                <a:lnTo>
                  <a:pt x="1594115" y="264636"/>
                </a:lnTo>
                <a:lnTo>
                  <a:pt x="1589879" y="272575"/>
                </a:lnTo>
                <a:lnTo>
                  <a:pt x="1586172" y="280515"/>
                </a:lnTo>
                <a:lnTo>
                  <a:pt x="1582730" y="288455"/>
                </a:lnTo>
                <a:lnTo>
                  <a:pt x="1580082" y="295601"/>
                </a:lnTo>
                <a:lnTo>
                  <a:pt x="1574786" y="309628"/>
                </a:lnTo>
                <a:lnTo>
                  <a:pt x="1571079" y="321537"/>
                </a:lnTo>
                <a:lnTo>
                  <a:pt x="1568167" y="330800"/>
                </a:lnTo>
                <a:lnTo>
                  <a:pt x="1566578" y="336623"/>
                </a:lnTo>
                <a:lnTo>
                  <a:pt x="1566313" y="339005"/>
                </a:lnTo>
                <a:lnTo>
                  <a:pt x="1564724" y="343504"/>
                </a:lnTo>
                <a:lnTo>
                  <a:pt x="1563400" y="347738"/>
                </a:lnTo>
                <a:lnTo>
                  <a:pt x="1561547" y="351708"/>
                </a:lnTo>
                <a:lnTo>
                  <a:pt x="1559164" y="355149"/>
                </a:lnTo>
                <a:lnTo>
                  <a:pt x="1556781" y="358589"/>
                </a:lnTo>
                <a:lnTo>
                  <a:pt x="1553603" y="361765"/>
                </a:lnTo>
                <a:lnTo>
                  <a:pt x="1550426" y="364412"/>
                </a:lnTo>
                <a:lnTo>
                  <a:pt x="1547248" y="367058"/>
                </a:lnTo>
                <a:lnTo>
                  <a:pt x="1543806" y="369176"/>
                </a:lnTo>
                <a:lnTo>
                  <a:pt x="1539834" y="371028"/>
                </a:lnTo>
                <a:lnTo>
                  <a:pt x="1535863" y="372352"/>
                </a:lnTo>
                <a:lnTo>
                  <a:pt x="1531891" y="373410"/>
                </a:lnTo>
                <a:lnTo>
                  <a:pt x="1527654" y="373940"/>
                </a:lnTo>
                <a:lnTo>
                  <a:pt x="1523418" y="373940"/>
                </a:lnTo>
                <a:lnTo>
                  <a:pt x="1518916" y="373675"/>
                </a:lnTo>
                <a:lnTo>
                  <a:pt x="1514680" y="372881"/>
                </a:lnTo>
                <a:lnTo>
                  <a:pt x="1510708" y="371822"/>
                </a:lnTo>
                <a:lnTo>
                  <a:pt x="1506736" y="370234"/>
                </a:lnTo>
                <a:lnTo>
                  <a:pt x="1502764" y="368117"/>
                </a:lnTo>
                <a:lnTo>
                  <a:pt x="1499057" y="366000"/>
                </a:lnTo>
                <a:lnTo>
                  <a:pt x="1495880" y="363089"/>
                </a:lnTo>
                <a:lnTo>
                  <a:pt x="1492967" y="359913"/>
                </a:lnTo>
                <a:lnTo>
                  <a:pt x="1490055" y="357001"/>
                </a:lnTo>
                <a:lnTo>
                  <a:pt x="1487936" y="353296"/>
                </a:lnTo>
                <a:lnTo>
                  <a:pt x="1485818" y="349591"/>
                </a:lnTo>
                <a:lnTo>
                  <a:pt x="1484229" y="345621"/>
                </a:lnTo>
                <a:lnTo>
                  <a:pt x="1482641" y="341387"/>
                </a:lnTo>
                <a:lnTo>
                  <a:pt x="1481582" y="337152"/>
                </a:lnTo>
                <a:lnTo>
                  <a:pt x="1481052" y="332653"/>
                </a:lnTo>
                <a:lnTo>
                  <a:pt x="1481052" y="328154"/>
                </a:lnTo>
                <a:lnTo>
                  <a:pt x="1481317" y="323654"/>
                </a:lnTo>
                <a:lnTo>
                  <a:pt x="1482111" y="319420"/>
                </a:lnTo>
                <a:lnTo>
                  <a:pt x="1483700" y="312539"/>
                </a:lnTo>
                <a:lnTo>
                  <a:pt x="1485553" y="305922"/>
                </a:lnTo>
                <a:lnTo>
                  <a:pt x="1488201" y="296924"/>
                </a:lnTo>
                <a:lnTo>
                  <a:pt x="1491379" y="286073"/>
                </a:lnTo>
                <a:lnTo>
                  <a:pt x="1495615" y="273899"/>
                </a:lnTo>
                <a:lnTo>
                  <a:pt x="1500646" y="260401"/>
                </a:lnTo>
                <a:lnTo>
                  <a:pt x="1507001" y="245316"/>
                </a:lnTo>
                <a:lnTo>
                  <a:pt x="1513885" y="229966"/>
                </a:lnTo>
                <a:lnTo>
                  <a:pt x="1517857" y="222026"/>
                </a:lnTo>
                <a:lnTo>
                  <a:pt x="1522094" y="213821"/>
                </a:lnTo>
                <a:lnTo>
                  <a:pt x="1526860" y="205882"/>
                </a:lnTo>
                <a:lnTo>
                  <a:pt x="1531626" y="197677"/>
                </a:lnTo>
                <a:lnTo>
                  <a:pt x="1536922" y="189208"/>
                </a:lnTo>
                <a:lnTo>
                  <a:pt x="1542747" y="181004"/>
                </a:lnTo>
                <a:lnTo>
                  <a:pt x="1548572" y="172799"/>
                </a:lnTo>
                <a:lnTo>
                  <a:pt x="1554662" y="164860"/>
                </a:lnTo>
                <a:lnTo>
                  <a:pt x="1561547" y="156655"/>
                </a:lnTo>
                <a:lnTo>
                  <a:pt x="1568431" y="148715"/>
                </a:lnTo>
                <a:lnTo>
                  <a:pt x="1575845" y="141305"/>
                </a:lnTo>
                <a:lnTo>
                  <a:pt x="1583789" y="133630"/>
                </a:lnTo>
                <a:lnTo>
                  <a:pt x="1591997" y="126484"/>
                </a:lnTo>
                <a:lnTo>
                  <a:pt x="1600735" y="119603"/>
                </a:lnTo>
                <a:lnTo>
                  <a:pt x="1607090" y="115369"/>
                </a:lnTo>
                <a:lnTo>
                  <a:pt x="1613180" y="111134"/>
                </a:lnTo>
                <a:lnTo>
                  <a:pt x="1619535" y="106899"/>
                </a:lnTo>
                <a:lnTo>
                  <a:pt x="1626419" y="103194"/>
                </a:lnTo>
                <a:lnTo>
                  <a:pt x="1633304" y="99489"/>
                </a:lnTo>
                <a:lnTo>
                  <a:pt x="1640453" y="96313"/>
                </a:lnTo>
                <a:lnTo>
                  <a:pt x="1647867" y="93137"/>
                </a:lnTo>
                <a:lnTo>
                  <a:pt x="1655281" y="90226"/>
                </a:lnTo>
                <a:lnTo>
                  <a:pt x="1663225" y="87844"/>
                </a:lnTo>
                <a:lnTo>
                  <a:pt x="1671168" y="85462"/>
                </a:lnTo>
                <a:lnTo>
                  <a:pt x="1678847" y="83874"/>
                </a:lnTo>
                <a:lnTo>
                  <a:pt x="1687320" y="82286"/>
                </a:lnTo>
                <a:lnTo>
                  <a:pt x="1695793" y="80698"/>
                </a:lnTo>
                <a:lnTo>
                  <a:pt x="1704266" y="79904"/>
                </a:lnTo>
                <a:lnTo>
                  <a:pt x="1713004" y="79375"/>
                </a:lnTo>
                <a:close/>
                <a:moveTo>
                  <a:pt x="409575" y="0"/>
                </a:moveTo>
                <a:lnTo>
                  <a:pt x="1528763" y="0"/>
                </a:lnTo>
                <a:lnTo>
                  <a:pt x="1528763" y="95250"/>
                </a:lnTo>
                <a:lnTo>
                  <a:pt x="409575" y="95250"/>
                </a:lnTo>
                <a:lnTo>
                  <a:pt x="409575" y="0"/>
                </a:lnTo>
                <a:close/>
              </a:path>
            </a:pathLst>
          </a:custGeom>
          <a:solidFill>
            <a:srgbClr val="342112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 marL="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indent="-1511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indent="-3035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indent="-4559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indent="-608330" algn="l" defTabSz="1217295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/>
          </a:p>
        </p:txBody>
      </p:sp>
      <p:sp>
        <p:nvSpPr>
          <p:cNvPr id="17" name="矩形 16"/>
          <p:cNvSpPr/>
          <p:nvPr/>
        </p:nvSpPr>
        <p:spPr>
          <a:xfrm>
            <a:off x="1733837" y="2724204"/>
            <a:ext cx="633764" cy="633764"/>
          </a:xfrm>
          <a:prstGeom prst="rect">
            <a:avLst/>
          </a:prstGeom>
          <a:solidFill>
            <a:srgbClr val="342112"/>
          </a:solidFill>
          <a:ln w="3175">
            <a:solidFill>
              <a:schemeClr val="accent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1pPr>
            <a:lvl2pPr marL="608330" marR="0" indent="-1511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2pPr>
            <a:lvl3pPr marL="1217930" marR="0" indent="-3035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3pPr>
            <a:lvl4pPr marL="1827530" marR="0" indent="-4559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4pPr>
            <a:lvl5pPr marL="2437130" marR="0" indent="-6083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9pPr>
          </a:lstStyle>
          <a:p>
            <a:pPr algn="ctr"/>
            <a:r>
              <a:rPr lang="zh-CN" altLang="zh-CN" sz="2400" b="0" i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endParaRPr lang="zh-CN" altLang="en-US" sz="2400" b="0" i="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92163" y="3510865"/>
            <a:ext cx="2517111" cy="2355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defPPr>
              <a:defRPr lang="zh-CN"/>
            </a:defPPr>
            <a:lvl1pPr marL="0" marR="0" indent="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1pPr>
            <a:lvl2pPr marL="608330" marR="0" indent="-1511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2pPr>
            <a:lvl3pPr marL="1217930" marR="0" indent="-3035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3pPr>
            <a:lvl4pPr marL="1827530" marR="0" indent="-4559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4pPr>
            <a:lvl5pPr marL="2437130" marR="0" indent="-6083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b="0" i="0" dirty="0">
                <a:solidFill>
                  <a:schemeClr val="tx1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rPr>
              <a:t>创造就业机会：促进相关产业链的发展</a:t>
            </a:r>
          </a:p>
        </p:txBody>
      </p:sp>
      <p:sp>
        <p:nvSpPr>
          <p:cNvPr id="19" name="矩形 18"/>
          <p:cNvSpPr/>
          <p:nvPr/>
        </p:nvSpPr>
        <p:spPr>
          <a:xfrm>
            <a:off x="5657838" y="2724204"/>
            <a:ext cx="633764" cy="633764"/>
          </a:xfrm>
          <a:prstGeom prst="rect">
            <a:avLst/>
          </a:prstGeom>
          <a:solidFill>
            <a:srgbClr val="342112"/>
          </a:solidFill>
          <a:ln w="3175">
            <a:solidFill>
              <a:schemeClr val="accent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1pPr>
            <a:lvl2pPr marL="608330" marR="0" indent="-1511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2pPr>
            <a:lvl3pPr marL="1217930" marR="0" indent="-3035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3pPr>
            <a:lvl4pPr marL="1827530" marR="0" indent="-4559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4pPr>
            <a:lvl5pPr marL="2437130" marR="0" indent="-6083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9pPr>
          </a:lstStyle>
          <a:p>
            <a:pPr algn="ctr"/>
            <a:r>
              <a:rPr lang="zh-CN" altLang="zh-CN" sz="2400" b="0" i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endParaRPr lang="zh-CN" altLang="en-US" sz="2400" b="0" i="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16164" y="3510865"/>
            <a:ext cx="2517111" cy="2355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defPPr>
              <a:defRPr lang="zh-CN"/>
            </a:defPPr>
            <a:lvl1pPr marL="0" marR="0" indent="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1pPr>
            <a:lvl2pPr marL="608330" marR="0" indent="-1511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2pPr>
            <a:lvl3pPr marL="1217930" marR="0" indent="-3035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3pPr>
            <a:lvl4pPr marL="1827530" marR="0" indent="-4559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4pPr>
            <a:lvl5pPr marL="2437130" marR="0" indent="-608330" algn="l" defTabSz="12172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2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等线" panose="02010600030101010101" charset="-122"/>
                <a:ea typeface="幼圆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000" b="0" i="0" dirty="0">
                <a:solidFill>
                  <a:schemeClr val="tx1"/>
                </a:solidFill>
                <a:latin typeface="宋体" panose="02010600030101010101" pitchFamily="2" charset="-122"/>
                <a:ea typeface="幼圆" panose="02010509060101010101" pitchFamily="49" charset="-122"/>
                <a:sym typeface="宋体" panose="02010600030101010101" pitchFamily="2" charset="-122"/>
              </a:rPr>
              <a:t>提升城市形象：增强国际竞争力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792163" y="3629465"/>
            <a:ext cx="2517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4716164" y="3629465"/>
            <a:ext cx="2517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图形"/>
          <p:cNvSpPr/>
          <p:nvPr/>
        </p:nvSpPr>
        <p:spPr>
          <a:xfrm>
            <a:off x="3823337" y="-22859"/>
            <a:ext cx="14079855" cy="6857365"/>
          </a:xfrm>
          <a:prstGeom prst="parallelogram">
            <a:avLst>
              <a:gd name="adj" fmla="val 86452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9pPr>
          </a:lstStyle>
          <a:p>
            <a:endParaRPr/>
          </a:p>
        </p:txBody>
      </p:sp>
      <p:sp>
        <p:nvSpPr>
          <p:cNvPr id="25" name="图形"/>
          <p:cNvSpPr/>
          <p:nvPr/>
        </p:nvSpPr>
        <p:spPr>
          <a:xfrm>
            <a:off x="1919605" y="635"/>
            <a:ext cx="7730491" cy="6857365"/>
          </a:xfrm>
          <a:prstGeom prst="parallelogram">
            <a:avLst>
              <a:gd name="adj" fmla="val 86452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chemeClr val="accent2">
                  <a:lumMod val="20000"/>
                  <a:lumOff val="80000"/>
                  <a:alpha val="5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9pPr>
          </a:lstStyle>
          <a:p>
            <a:endParaRPr/>
          </a:p>
        </p:txBody>
      </p:sp>
      <p:sp>
        <p:nvSpPr>
          <p:cNvPr id="45" name="图形"/>
          <p:cNvSpPr/>
          <p:nvPr/>
        </p:nvSpPr>
        <p:spPr>
          <a:xfrm>
            <a:off x="1906" y="2577465"/>
            <a:ext cx="5621020" cy="4280535"/>
          </a:xfrm>
          <a:custGeom>
            <a:avLst/>
            <a:gdLst>
              <a:gd name="connsiteX0" fmla="*/ 0 w 1404175"/>
              <a:gd name="connsiteY0" fmla="*/ 334756 h 1069419"/>
              <a:gd name="connsiteX1" fmla="*/ 334756 w 1404175"/>
              <a:gd name="connsiteY1" fmla="*/ 0 h 1069419"/>
              <a:gd name="connsiteX2" fmla="*/ 1404176 w 1404175"/>
              <a:gd name="connsiteY2" fmla="*/ 1069419 h 1069419"/>
              <a:gd name="connsiteX3" fmla="*/ 0 w 1404175"/>
              <a:gd name="connsiteY3" fmla="*/ 1069419 h 1069419"/>
              <a:gd name="connsiteX4" fmla="*/ 0 w 1404175"/>
              <a:gd name="connsiteY4" fmla="*/ 334756 h 106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4175" h="1069419">
                <a:moveTo>
                  <a:pt x="0" y="334756"/>
                </a:moveTo>
                <a:lnTo>
                  <a:pt x="334756" y="0"/>
                </a:lnTo>
                <a:lnTo>
                  <a:pt x="1404176" y="1069419"/>
                </a:lnTo>
                <a:lnTo>
                  <a:pt x="0" y="1069419"/>
                </a:lnTo>
                <a:lnTo>
                  <a:pt x="0" y="33475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8" name="图形"/>
          <p:cNvSpPr/>
          <p:nvPr userDrawn="1"/>
        </p:nvSpPr>
        <p:spPr>
          <a:xfrm rot="16200000" flipH="1" flipV="1">
            <a:off x="-153036" y="4723131"/>
            <a:ext cx="2264410" cy="1958340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accent2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46" name="图形"/>
          <p:cNvSpPr/>
          <p:nvPr/>
        </p:nvSpPr>
        <p:spPr>
          <a:xfrm>
            <a:off x="1906" y="3306446"/>
            <a:ext cx="4864100" cy="3551555"/>
          </a:xfrm>
          <a:custGeom>
            <a:avLst/>
            <a:gdLst>
              <a:gd name="connsiteX0" fmla="*/ 1208294 w 1215151"/>
              <a:gd name="connsiteY0" fmla="*/ 887254 h 887253"/>
              <a:gd name="connsiteX1" fmla="*/ 1215152 w 1215151"/>
              <a:gd name="connsiteY1" fmla="*/ 880396 h 887253"/>
              <a:gd name="connsiteX2" fmla="*/ 334756 w 1215151"/>
              <a:gd name="connsiteY2" fmla="*/ 0 h 887253"/>
              <a:gd name="connsiteX3" fmla="*/ 0 w 1215151"/>
              <a:gd name="connsiteY3" fmla="*/ 334756 h 887253"/>
              <a:gd name="connsiteX4" fmla="*/ 0 w 1215151"/>
              <a:gd name="connsiteY4" fmla="*/ 644652 h 887253"/>
              <a:gd name="connsiteX5" fmla="*/ 334756 w 1215151"/>
              <a:gd name="connsiteY5" fmla="*/ 309896 h 887253"/>
              <a:gd name="connsiteX6" fmla="*/ 905256 w 1215151"/>
              <a:gd name="connsiteY6" fmla="*/ 880396 h 887253"/>
              <a:gd name="connsiteX7" fmla="*/ 898398 w 1215151"/>
              <a:gd name="connsiteY7" fmla="*/ 887254 h 887253"/>
              <a:gd name="connsiteX8" fmla="*/ 1208294 w 1215151"/>
              <a:gd name="connsiteY8" fmla="*/ 887254 h 887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5151" h="887253">
                <a:moveTo>
                  <a:pt x="1208294" y="887254"/>
                </a:moveTo>
                <a:lnTo>
                  <a:pt x="1215152" y="880396"/>
                </a:lnTo>
                <a:lnTo>
                  <a:pt x="334756" y="0"/>
                </a:lnTo>
                <a:lnTo>
                  <a:pt x="0" y="334756"/>
                </a:lnTo>
                <a:lnTo>
                  <a:pt x="0" y="644652"/>
                </a:lnTo>
                <a:lnTo>
                  <a:pt x="334756" y="309896"/>
                </a:lnTo>
                <a:lnTo>
                  <a:pt x="905256" y="880396"/>
                </a:lnTo>
                <a:lnTo>
                  <a:pt x="898398" y="887254"/>
                </a:lnTo>
                <a:lnTo>
                  <a:pt x="1208294" y="88725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pic>
        <p:nvPicPr>
          <p:cNvPr id="4" name="图形" descr="D:/002包图/商务办公/13010.jpg13010"/>
          <p:cNvPicPr>
            <a:picLocks noChangeAspect="1"/>
          </p:cNvPicPr>
          <p:nvPr/>
        </p:nvPicPr>
        <p:blipFill>
          <a:blip r:embed="rId6"/>
          <a:srcRect l="6187" r="6187"/>
          <a:stretch>
            <a:fillRect/>
          </a:stretch>
        </p:blipFill>
        <p:spPr>
          <a:xfrm>
            <a:off x="1906" y="0"/>
            <a:ext cx="6118225" cy="46596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35" h="7338">
                <a:moveTo>
                  <a:pt x="0" y="0"/>
                </a:moveTo>
                <a:lnTo>
                  <a:pt x="9635" y="0"/>
                </a:lnTo>
                <a:lnTo>
                  <a:pt x="9635" y="0"/>
                </a:lnTo>
                <a:lnTo>
                  <a:pt x="2297" y="7338"/>
                </a:lnTo>
                <a:lnTo>
                  <a:pt x="0" y="504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3" name="图形"/>
          <p:cNvSpPr/>
          <p:nvPr userDrawn="1"/>
        </p:nvSpPr>
        <p:spPr>
          <a:xfrm flipH="1" flipV="1">
            <a:off x="1" y="1"/>
            <a:ext cx="1790700" cy="1548765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bg1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7" name="图形"/>
          <p:cNvSpPr/>
          <p:nvPr userDrawn="1"/>
        </p:nvSpPr>
        <p:spPr>
          <a:xfrm flipH="1" flipV="1">
            <a:off x="0" y="1"/>
            <a:ext cx="1296035" cy="1120775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accent2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grpSp>
        <p:nvGrpSpPr>
          <p:cNvPr id="14" name="图形"/>
          <p:cNvGrpSpPr/>
          <p:nvPr userDrawn="1"/>
        </p:nvGrpSpPr>
        <p:grpSpPr>
          <a:xfrm flipH="1">
            <a:off x="9921241" y="5936615"/>
            <a:ext cx="1149351" cy="198120"/>
            <a:chOff x="4880668" y="1547674"/>
            <a:chExt cx="1278655" cy="220917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</p:grpSpPr>
        <p:sp>
          <p:nvSpPr>
            <p:cNvPr id="15" name="图形"/>
            <p:cNvSpPr/>
            <p:nvPr/>
          </p:nvSpPr>
          <p:spPr>
            <a:xfrm>
              <a:off x="4880668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507 w 159742"/>
                <a:gd name="connsiteY1" fmla="*/ 220917 h 220917"/>
                <a:gd name="connsiteX2" fmla="*/ 159742 w 159742"/>
                <a:gd name="connsiteY2" fmla="*/ 220917 h 220917"/>
                <a:gd name="connsiteX3" fmla="*/ 32378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507" y="220917"/>
                  </a:lnTo>
                  <a:lnTo>
                    <a:pt x="159742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6" name="图形"/>
            <p:cNvSpPr/>
            <p:nvPr/>
          </p:nvSpPr>
          <p:spPr>
            <a:xfrm>
              <a:off x="5040410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651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651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7" name="图形"/>
            <p:cNvSpPr/>
            <p:nvPr/>
          </p:nvSpPr>
          <p:spPr>
            <a:xfrm>
              <a:off x="5200296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8" name="图形"/>
            <p:cNvSpPr/>
            <p:nvPr/>
          </p:nvSpPr>
          <p:spPr>
            <a:xfrm>
              <a:off x="5360182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5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5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9" name="图形"/>
            <p:cNvSpPr/>
            <p:nvPr/>
          </p:nvSpPr>
          <p:spPr>
            <a:xfrm>
              <a:off x="5520067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364 w 159742"/>
                <a:gd name="connsiteY1" fmla="*/ 220917 h 220917"/>
                <a:gd name="connsiteX2" fmla="*/ 159743 w 159742"/>
                <a:gd name="connsiteY2" fmla="*/ 220917 h 220917"/>
                <a:gd name="connsiteX3" fmla="*/ 32235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364" y="220917"/>
                  </a:lnTo>
                  <a:lnTo>
                    <a:pt x="159743" y="220917"/>
                  </a:lnTo>
                  <a:lnTo>
                    <a:pt x="322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0" name="图形"/>
            <p:cNvSpPr/>
            <p:nvPr/>
          </p:nvSpPr>
          <p:spPr>
            <a:xfrm>
              <a:off x="5679810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5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5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1" name="图形"/>
            <p:cNvSpPr/>
            <p:nvPr/>
          </p:nvSpPr>
          <p:spPr>
            <a:xfrm>
              <a:off x="5839695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8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8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2" name="图形"/>
            <p:cNvSpPr/>
            <p:nvPr/>
          </p:nvSpPr>
          <p:spPr>
            <a:xfrm>
              <a:off x="5999581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508 w 159742"/>
                <a:gd name="connsiteY1" fmla="*/ 220917 h 220917"/>
                <a:gd name="connsiteX2" fmla="*/ 159743 w 159742"/>
                <a:gd name="connsiteY2" fmla="*/ 220917 h 220917"/>
                <a:gd name="connsiteX3" fmla="*/ 32235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508" y="220917"/>
                  </a:lnTo>
                  <a:lnTo>
                    <a:pt x="159743" y="220917"/>
                  </a:lnTo>
                  <a:lnTo>
                    <a:pt x="322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sp>
        <p:nvSpPr>
          <p:cNvPr id="71" name="图形"/>
          <p:cNvSpPr/>
          <p:nvPr/>
        </p:nvSpPr>
        <p:spPr>
          <a:xfrm rot="16200000">
            <a:off x="187495" y="5892028"/>
            <a:ext cx="492500" cy="1132297"/>
          </a:xfrm>
          <a:custGeom>
            <a:avLst/>
            <a:gdLst>
              <a:gd name="connsiteX0" fmla="*/ 21496 w 365377"/>
              <a:gd name="connsiteY0" fmla="*/ 0 h 840032"/>
              <a:gd name="connsiteX1" fmla="*/ 42987 w 365377"/>
              <a:gd name="connsiteY1" fmla="*/ 21491 h 840032"/>
              <a:gd name="connsiteX2" fmla="*/ 21496 w 365377"/>
              <a:gd name="connsiteY2" fmla="*/ 42983 h 840032"/>
              <a:gd name="connsiteX3" fmla="*/ 0 w 365377"/>
              <a:gd name="connsiteY3" fmla="*/ 21491 h 840032"/>
              <a:gd name="connsiteX4" fmla="*/ 21496 w 365377"/>
              <a:gd name="connsiteY4" fmla="*/ 0 h 840032"/>
              <a:gd name="connsiteX5" fmla="*/ 21496 w 365377"/>
              <a:gd name="connsiteY5" fmla="*/ 797037 h 840032"/>
              <a:gd name="connsiteX6" fmla="*/ 42987 w 365377"/>
              <a:gd name="connsiteY6" fmla="*/ 818532 h 840032"/>
              <a:gd name="connsiteX7" fmla="*/ 21496 w 365377"/>
              <a:gd name="connsiteY7" fmla="*/ 840032 h 840032"/>
              <a:gd name="connsiteX8" fmla="*/ 0 w 365377"/>
              <a:gd name="connsiteY8" fmla="*/ 818532 h 840032"/>
              <a:gd name="connsiteX9" fmla="*/ 21496 w 365377"/>
              <a:gd name="connsiteY9" fmla="*/ 797037 h 840032"/>
              <a:gd name="connsiteX10" fmla="*/ 343882 w 365377"/>
              <a:gd name="connsiteY10" fmla="*/ 797037 h 840032"/>
              <a:gd name="connsiteX11" fmla="*/ 365377 w 365377"/>
              <a:gd name="connsiteY11" fmla="*/ 818532 h 840032"/>
              <a:gd name="connsiteX12" fmla="*/ 343882 w 365377"/>
              <a:gd name="connsiteY12" fmla="*/ 840032 h 840032"/>
              <a:gd name="connsiteX13" fmla="*/ 322390 w 365377"/>
              <a:gd name="connsiteY13" fmla="*/ 818532 h 840032"/>
              <a:gd name="connsiteX14" fmla="*/ 343882 w 365377"/>
              <a:gd name="connsiteY14" fmla="*/ 797037 h 840032"/>
              <a:gd name="connsiteX15" fmla="*/ 263287 w 365377"/>
              <a:gd name="connsiteY15" fmla="*/ 797037 h 840032"/>
              <a:gd name="connsiteX16" fmla="*/ 284778 w 365377"/>
              <a:gd name="connsiteY16" fmla="*/ 818532 h 840032"/>
              <a:gd name="connsiteX17" fmla="*/ 263287 w 365377"/>
              <a:gd name="connsiteY17" fmla="*/ 840032 h 840032"/>
              <a:gd name="connsiteX18" fmla="*/ 241792 w 365377"/>
              <a:gd name="connsiteY18" fmla="*/ 818532 h 840032"/>
              <a:gd name="connsiteX19" fmla="*/ 263287 w 365377"/>
              <a:gd name="connsiteY19" fmla="*/ 797037 h 840032"/>
              <a:gd name="connsiteX20" fmla="*/ 182689 w 365377"/>
              <a:gd name="connsiteY20" fmla="*/ 797037 h 840032"/>
              <a:gd name="connsiteX21" fmla="*/ 204184 w 365377"/>
              <a:gd name="connsiteY21" fmla="*/ 818532 h 840032"/>
              <a:gd name="connsiteX22" fmla="*/ 182689 w 365377"/>
              <a:gd name="connsiteY22" fmla="*/ 840032 h 840032"/>
              <a:gd name="connsiteX23" fmla="*/ 161193 w 365377"/>
              <a:gd name="connsiteY23" fmla="*/ 818532 h 840032"/>
              <a:gd name="connsiteX24" fmla="*/ 182689 w 365377"/>
              <a:gd name="connsiteY24" fmla="*/ 797037 h 840032"/>
              <a:gd name="connsiteX25" fmla="*/ 102090 w 365377"/>
              <a:gd name="connsiteY25" fmla="*/ 797037 h 840032"/>
              <a:gd name="connsiteX26" fmla="*/ 123585 w 365377"/>
              <a:gd name="connsiteY26" fmla="*/ 818532 h 840032"/>
              <a:gd name="connsiteX27" fmla="*/ 102090 w 365377"/>
              <a:gd name="connsiteY27" fmla="*/ 840032 h 840032"/>
              <a:gd name="connsiteX28" fmla="*/ 80599 w 365377"/>
              <a:gd name="connsiteY28" fmla="*/ 818532 h 840032"/>
              <a:gd name="connsiteX29" fmla="*/ 102090 w 365377"/>
              <a:gd name="connsiteY29" fmla="*/ 797037 h 840032"/>
              <a:gd name="connsiteX30" fmla="*/ 21496 w 365377"/>
              <a:gd name="connsiteY30" fmla="*/ 717334 h 840032"/>
              <a:gd name="connsiteX31" fmla="*/ 42987 w 365377"/>
              <a:gd name="connsiteY31" fmla="*/ 738825 h 840032"/>
              <a:gd name="connsiteX32" fmla="*/ 21496 w 365377"/>
              <a:gd name="connsiteY32" fmla="*/ 760325 h 840032"/>
              <a:gd name="connsiteX33" fmla="*/ 0 w 365377"/>
              <a:gd name="connsiteY33" fmla="*/ 738825 h 840032"/>
              <a:gd name="connsiteX34" fmla="*/ 21496 w 365377"/>
              <a:gd name="connsiteY34" fmla="*/ 717334 h 840032"/>
              <a:gd name="connsiteX35" fmla="*/ 343882 w 365377"/>
              <a:gd name="connsiteY35" fmla="*/ 717334 h 840032"/>
              <a:gd name="connsiteX36" fmla="*/ 365377 w 365377"/>
              <a:gd name="connsiteY36" fmla="*/ 738825 h 840032"/>
              <a:gd name="connsiteX37" fmla="*/ 343882 w 365377"/>
              <a:gd name="connsiteY37" fmla="*/ 760325 h 840032"/>
              <a:gd name="connsiteX38" fmla="*/ 322390 w 365377"/>
              <a:gd name="connsiteY38" fmla="*/ 738825 h 840032"/>
              <a:gd name="connsiteX39" fmla="*/ 343882 w 365377"/>
              <a:gd name="connsiteY39" fmla="*/ 717334 h 840032"/>
              <a:gd name="connsiteX40" fmla="*/ 263287 w 365377"/>
              <a:gd name="connsiteY40" fmla="*/ 717334 h 840032"/>
              <a:gd name="connsiteX41" fmla="*/ 284778 w 365377"/>
              <a:gd name="connsiteY41" fmla="*/ 738825 h 840032"/>
              <a:gd name="connsiteX42" fmla="*/ 263287 w 365377"/>
              <a:gd name="connsiteY42" fmla="*/ 760325 h 840032"/>
              <a:gd name="connsiteX43" fmla="*/ 241792 w 365377"/>
              <a:gd name="connsiteY43" fmla="*/ 738825 h 840032"/>
              <a:gd name="connsiteX44" fmla="*/ 263287 w 365377"/>
              <a:gd name="connsiteY44" fmla="*/ 717334 h 840032"/>
              <a:gd name="connsiteX45" fmla="*/ 182689 w 365377"/>
              <a:gd name="connsiteY45" fmla="*/ 717334 h 840032"/>
              <a:gd name="connsiteX46" fmla="*/ 204184 w 365377"/>
              <a:gd name="connsiteY46" fmla="*/ 738825 h 840032"/>
              <a:gd name="connsiteX47" fmla="*/ 182689 w 365377"/>
              <a:gd name="connsiteY47" fmla="*/ 760325 h 840032"/>
              <a:gd name="connsiteX48" fmla="*/ 161193 w 365377"/>
              <a:gd name="connsiteY48" fmla="*/ 738825 h 840032"/>
              <a:gd name="connsiteX49" fmla="*/ 182689 w 365377"/>
              <a:gd name="connsiteY49" fmla="*/ 717334 h 840032"/>
              <a:gd name="connsiteX50" fmla="*/ 102090 w 365377"/>
              <a:gd name="connsiteY50" fmla="*/ 717334 h 840032"/>
              <a:gd name="connsiteX51" fmla="*/ 123585 w 365377"/>
              <a:gd name="connsiteY51" fmla="*/ 738825 h 840032"/>
              <a:gd name="connsiteX52" fmla="*/ 102090 w 365377"/>
              <a:gd name="connsiteY52" fmla="*/ 760325 h 840032"/>
              <a:gd name="connsiteX53" fmla="*/ 80599 w 365377"/>
              <a:gd name="connsiteY53" fmla="*/ 738825 h 840032"/>
              <a:gd name="connsiteX54" fmla="*/ 102090 w 365377"/>
              <a:gd name="connsiteY54" fmla="*/ 717334 h 840032"/>
              <a:gd name="connsiteX55" fmla="*/ 21496 w 365377"/>
              <a:gd name="connsiteY55" fmla="*/ 637631 h 840032"/>
              <a:gd name="connsiteX56" fmla="*/ 42987 w 365377"/>
              <a:gd name="connsiteY56" fmla="*/ 659122 h 840032"/>
              <a:gd name="connsiteX57" fmla="*/ 21496 w 365377"/>
              <a:gd name="connsiteY57" fmla="*/ 680622 h 840032"/>
              <a:gd name="connsiteX58" fmla="*/ 0 w 365377"/>
              <a:gd name="connsiteY58" fmla="*/ 659122 h 840032"/>
              <a:gd name="connsiteX59" fmla="*/ 21496 w 365377"/>
              <a:gd name="connsiteY59" fmla="*/ 637631 h 840032"/>
              <a:gd name="connsiteX60" fmla="*/ 343882 w 365377"/>
              <a:gd name="connsiteY60" fmla="*/ 637631 h 840032"/>
              <a:gd name="connsiteX61" fmla="*/ 365377 w 365377"/>
              <a:gd name="connsiteY61" fmla="*/ 659122 h 840032"/>
              <a:gd name="connsiteX62" fmla="*/ 343882 w 365377"/>
              <a:gd name="connsiteY62" fmla="*/ 680622 h 840032"/>
              <a:gd name="connsiteX63" fmla="*/ 322390 w 365377"/>
              <a:gd name="connsiteY63" fmla="*/ 659122 h 840032"/>
              <a:gd name="connsiteX64" fmla="*/ 343882 w 365377"/>
              <a:gd name="connsiteY64" fmla="*/ 637631 h 840032"/>
              <a:gd name="connsiteX65" fmla="*/ 263287 w 365377"/>
              <a:gd name="connsiteY65" fmla="*/ 637631 h 840032"/>
              <a:gd name="connsiteX66" fmla="*/ 284778 w 365377"/>
              <a:gd name="connsiteY66" fmla="*/ 659122 h 840032"/>
              <a:gd name="connsiteX67" fmla="*/ 263287 w 365377"/>
              <a:gd name="connsiteY67" fmla="*/ 680622 h 840032"/>
              <a:gd name="connsiteX68" fmla="*/ 241792 w 365377"/>
              <a:gd name="connsiteY68" fmla="*/ 659122 h 840032"/>
              <a:gd name="connsiteX69" fmla="*/ 263287 w 365377"/>
              <a:gd name="connsiteY69" fmla="*/ 637631 h 840032"/>
              <a:gd name="connsiteX70" fmla="*/ 182689 w 365377"/>
              <a:gd name="connsiteY70" fmla="*/ 637631 h 840032"/>
              <a:gd name="connsiteX71" fmla="*/ 204184 w 365377"/>
              <a:gd name="connsiteY71" fmla="*/ 659122 h 840032"/>
              <a:gd name="connsiteX72" fmla="*/ 182689 w 365377"/>
              <a:gd name="connsiteY72" fmla="*/ 680622 h 840032"/>
              <a:gd name="connsiteX73" fmla="*/ 161193 w 365377"/>
              <a:gd name="connsiteY73" fmla="*/ 659122 h 840032"/>
              <a:gd name="connsiteX74" fmla="*/ 182689 w 365377"/>
              <a:gd name="connsiteY74" fmla="*/ 637631 h 840032"/>
              <a:gd name="connsiteX75" fmla="*/ 102090 w 365377"/>
              <a:gd name="connsiteY75" fmla="*/ 637631 h 840032"/>
              <a:gd name="connsiteX76" fmla="*/ 123585 w 365377"/>
              <a:gd name="connsiteY76" fmla="*/ 659122 h 840032"/>
              <a:gd name="connsiteX77" fmla="*/ 102090 w 365377"/>
              <a:gd name="connsiteY77" fmla="*/ 680622 h 840032"/>
              <a:gd name="connsiteX78" fmla="*/ 80599 w 365377"/>
              <a:gd name="connsiteY78" fmla="*/ 659122 h 840032"/>
              <a:gd name="connsiteX79" fmla="*/ 102090 w 365377"/>
              <a:gd name="connsiteY79" fmla="*/ 637631 h 840032"/>
              <a:gd name="connsiteX80" fmla="*/ 21496 w 365377"/>
              <a:gd name="connsiteY80" fmla="*/ 557924 h 840032"/>
              <a:gd name="connsiteX81" fmla="*/ 42987 w 365377"/>
              <a:gd name="connsiteY81" fmla="*/ 579424 h 840032"/>
              <a:gd name="connsiteX82" fmla="*/ 21496 w 365377"/>
              <a:gd name="connsiteY82" fmla="*/ 600920 h 840032"/>
              <a:gd name="connsiteX83" fmla="*/ 0 w 365377"/>
              <a:gd name="connsiteY83" fmla="*/ 579424 h 840032"/>
              <a:gd name="connsiteX84" fmla="*/ 21496 w 365377"/>
              <a:gd name="connsiteY84" fmla="*/ 557924 h 840032"/>
              <a:gd name="connsiteX85" fmla="*/ 343882 w 365377"/>
              <a:gd name="connsiteY85" fmla="*/ 557924 h 840032"/>
              <a:gd name="connsiteX86" fmla="*/ 365377 w 365377"/>
              <a:gd name="connsiteY86" fmla="*/ 579424 h 840032"/>
              <a:gd name="connsiteX87" fmla="*/ 343882 w 365377"/>
              <a:gd name="connsiteY87" fmla="*/ 600920 h 840032"/>
              <a:gd name="connsiteX88" fmla="*/ 322390 w 365377"/>
              <a:gd name="connsiteY88" fmla="*/ 579424 h 840032"/>
              <a:gd name="connsiteX89" fmla="*/ 343882 w 365377"/>
              <a:gd name="connsiteY89" fmla="*/ 557924 h 840032"/>
              <a:gd name="connsiteX90" fmla="*/ 263287 w 365377"/>
              <a:gd name="connsiteY90" fmla="*/ 557924 h 840032"/>
              <a:gd name="connsiteX91" fmla="*/ 284778 w 365377"/>
              <a:gd name="connsiteY91" fmla="*/ 579424 h 840032"/>
              <a:gd name="connsiteX92" fmla="*/ 263287 w 365377"/>
              <a:gd name="connsiteY92" fmla="*/ 600920 h 840032"/>
              <a:gd name="connsiteX93" fmla="*/ 241792 w 365377"/>
              <a:gd name="connsiteY93" fmla="*/ 579424 h 840032"/>
              <a:gd name="connsiteX94" fmla="*/ 263287 w 365377"/>
              <a:gd name="connsiteY94" fmla="*/ 557924 h 840032"/>
              <a:gd name="connsiteX95" fmla="*/ 182689 w 365377"/>
              <a:gd name="connsiteY95" fmla="*/ 557924 h 840032"/>
              <a:gd name="connsiteX96" fmla="*/ 204184 w 365377"/>
              <a:gd name="connsiteY96" fmla="*/ 579424 h 840032"/>
              <a:gd name="connsiteX97" fmla="*/ 182689 w 365377"/>
              <a:gd name="connsiteY97" fmla="*/ 600920 h 840032"/>
              <a:gd name="connsiteX98" fmla="*/ 161193 w 365377"/>
              <a:gd name="connsiteY98" fmla="*/ 579424 h 840032"/>
              <a:gd name="connsiteX99" fmla="*/ 182689 w 365377"/>
              <a:gd name="connsiteY99" fmla="*/ 557924 h 840032"/>
              <a:gd name="connsiteX100" fmla="*/ 102090 w 365377"/>
              <a:gd name="connsiteY100" fmla="*/ 557924 h 840032"/>
              <a:gd name="connsiteX101" fmla="*/ 123585 w 365377"/>
              <a:gd name="connsiteY101" fmla="*/ 579424 h 840032"/>
              <a:gd name="connsiteX102" fmla="*/ 102090 w 365377"/>
              <a:gd name="connsiteY102" fmla="*/ 600920 h 840032"/>
              <a:gd name="connsiteX103" fmla="*/ 80599 w 365377"/>
              <a:gd name="connsiteY103" fmla="*/ 579424 h 840032"/>
              <a:gd name="connsiteX104" fmla="*/ 102090 w 365377"/>
              <a:gd name="connsiteY104" fmla="*/ 557924 h 840032"/>
              <a:gd name="connsiteX105" fmla="*/ 21496 w 365377"/>
              <a:gd name="connsiteY105" fmla="*/ 478217 h 840032"/>
              <a:gd name="connsiteX106" fmla="*/ 42987 w 365377"/>
              <a:gd name="connsiteY106" fmla="*/ 499717 h 840032"/>
              <a:gd name="connsiteX107" fmla="*/ 21496 w 365377"/>
              <a:gd name="connsiteY107" fmla="*/ 521212 h 840032"/>
              <a:gd name="connsiteX108" fmla="*/ 0 w 365377"/>
              <a:gd name="connsiteY108" fmla="*/ 499717 h 840032"/>
              <a:gd name="connsiteX109" fmla="*/ 21496 w 365377"/>
              <a:gd name="connsiteY109" fmla="*/ 478217 h 840032"/>
              <a:gd name="connsiteX110" fmla="*/ 343882 w 365377"/>
              <a:gd name="connsiteY110" fmla="*/ 478217 h 840032"/>
              <a:gd name="connsiteX111" fmla="*/ 365377 w 365377"/>
              <a:gd name="connsiteY111" fmla="*/ 499717 h 840032"/>
              <a:gd name="connsiteX112" fmla="*/ 343882 w 365377"/>
              <a:gd name="connsiteY112" fmla="*/ 521212 h 840032"/>
              <a:gd name="connsiteX113" fmla="*/ 322390 w 365377"/>
              <a:gd name="connsiteY113" fmla="*/ 499717 h 840032"/>
              <a:gd name="connsiteX114" fmla="*/ 343882 w 365377"/>
              <a:gd name="connsiteY114" fmla="*/ 478217 h 840032"/>
              <a:gd name="connsiteX115" fmla="*/ 263287 w 365377"/>
              <a:gd name="connsiteY115" fmla="*/ 478217 h 840032"/>
              <a:gd name="connsiteX116" fmla="*/ 284778 w 365377"/>
              <a:gd name="connsiteY116" fmla="*/ 499717 h 840032"/>
              <a:gd name="connsiteX117" fmla="*/ 263287 w 365377"/>
              <a:gd name="connsiteY117" fmla="*/ 521212 h 840032"/>
              <a:gd name="connsiteX118" fmla="*/ 241792 w 365377"/>
              <a:gd name="connsiteY118" fmla="*/ 499717 h 840032"/>
              <a:gd name="connsiteX119" fmla="*/ 263287 w 365377"/>
              <a:gd name="connsiteY119" fmla="*/ 478217 h 840032"/>
              <a:gd name="connsiteX120" fmla="*/ 182689 w 365377"/>
              <a:gd name="connsiteY120" fmla="*/ 478217 h 840032"/>
              <a:gd name="connsiteX121" fmla="*/ 204184 w 365377"/>
              <a:gd name="connsiteY121" fmla="*/ 499717 h 840032"/>
              <a:gd name="connsiteX122" fmla="*/ 182689 w 365377"/>
              <a:gd name="connsiteY122" fmla="*/ 521212 h 840032"/>
              <a:gd name="connsiteX123" fmla="*/ 161193 w 365377"/>
              <a:gd name="connsiteY123" fmla="*/ 499717 h 840032"/>
              <a:gd name="connsiteX124" fmla="*/ 182689 w 365377"/>
              <a:gd name="connsiteY124" fmla="*/ 478217 h 840032"/>
              <a:gd name="connsiteX125" fmla="*/ 102090 w 365377"/>
              <a:gd name="connsiteY125" fmla="*/ 478217 h 840032"/>
              <a:gd name="connsiteX126" fmla="*/ 123585 w 365377"/>
              <a:gd name="connsiteY126" fmla="*/ 499717 h 840032"/>
              <a:gd name="connsiteX127" fmla="*/ 102090 w 365377"/>
              <a:gd name="connsiteY127" fmla="*/ 521212 h 840032"/>
              <a:gd name="connsiteX128" fmla="*/ 80599 w 365377"/>
              <a:gd name="connsiteY128" fmla="*/ 499717 h 840032"/>
              <a:gd name="connsiteX129" fmla="*/ 102090 w 365377"/>
              <a:gd name="connsiteY129" fmla="*/ 478217 h 840032"/>
              <a:gd name="connsiteX130" fmla="*/ 21496 w 365377"/>
              <a:gd name="connsiteY130" fmla="*/ 398518 h 840032"/>
              <a:gd name="connsiteX131" fmla="*/ 42987 w 365377"/>
              <a:gd name="connsiteY131" fmla="*/ 420018 h 840032"/>
              <a:gd name="connsiteX132" fmla="*/ 21496 w 365377"/>
              <a:gd name="connsiteY132" fmla="*/ 441510 h 840032"/>
              <a:gd name="connsiteX133" fmla="*/ 0 w 365377"/>
              <a:gd name="connsiteY133" fmla="*/ 420018 h 840032"/>
              <a:gd name="connsiteX134" fmla="*/ 21496 w 365377"/>
              <a:gd name="connsiteY134" fmla="*/ 398518 h 840032"/>
              <a:gd name="connsiteX135" fmla="*/ 343882 w 365377"/>
              <a:gd name="connsiteY135" fmla="*/ 398518 h 840032"/>
              <a:gd name="connsiteX136" fmla="*/ 365377 w 365377"/>
              <a:gd name="connsiteY136" fmla="*/ 420018 h 840032"/>
              <a:gd name="connsiteX137" fmla="*/ 343882 w 365377"/>
              <a:gd name="connsiteY137" fmla="*/ 441510 h 840032"/>
              <a:gd name="connsiteX138" fmla="*/ 322390 w 365377"/>
              <a:gd name="connsiteY138" fmla="*/ 420018 h 840032"/>
              <a:gd name="connsiteX139" fmla="*/ 343882 w 365377"/>
              <a:gd name="connsiteY139" fmla="*/ 398518 h 840032"/>
              <a:gd name="connsiteX140" fmla="*/ 263287 w 365377"/>
              <a:gd name="connsiteY140" fmla="*/ 398518 h 840032"/>
              <a:gd name="connsiteX141" fmla="*/ 284778 w 365377"/>
              <a:gd name="connsiteY141" fmla="*/ 420018 h 840032"/>
              <a:gd name="connsiteX142" fmla="*/ 263287 w 365377"/>
              <a:gd name="connsiteY142" fmla="*/ 441510 h 840032"/>
              <a:gd name="connsiteX143" fmla="*/ 241792 w 365377"/>
              <a:gd name="connsiteY143" fmla="*/ 420018 h 840032"/>
              <a:gd name="connsiteX144" fmla="*/ 263287 w 365377"/>
              <a:gd name="connsiteY144" fmla="*/ 398518 h 840032"/>
              <a:gd name="connsiteX145" fmla="*/ 182689 w 365377"/>
              <a:gd name="connsiteY145" fmla="*/ 398518 h 840032"/>
              <a:gd name="connsiteX146" fmla="*/ 204184 w 365377"/>
              <a:gd name="connsiteY146" fmla="*/ 420018 h 840032"/>
              <a:gd name="connsiteX147" fmla="*/ 182689 w 365377"/>
              <a:gd name="connsiteY147" fmla="*/ 441510 h 840032"/>
              <a:gd name="connsiteX148" fmla="*/ 161193 w 365377"/>
              <a:gd name="connsiteY148" fmla="*/ 420018 h 840032"/>
              <a:gd name="connsiteX149" fmla="*/ 182689 w 365377"/>
              <a:gd name="connsiteY149" fmla="*/ 398518 h 840032"/>
              <a:gd name="connsiteX150" fmla="*/ 102090 w 365377"/>
              <a:gd name="connsiteY150" fmla="*/ 398518 h 840032"/>
              <a:gd name="connsiteX151" fmla="*/ 123585 w 365377"/>
              <a:gd name="connsiteY151" fmla="*/ 420018 h 840032"/>
              <a:gd name="connsiteX152" fmla="*/ 102090 w 365377"/>
              <a:gd name="connsiteY152" fmla="*/ 441510 h 840032"/>
              <a:gd name="connsiteX153" fmla="*/ 80599 w 365377"/>
              <a:gd name="connsiteY153" fmla="*/ 420018 h 840032"/>
              <a:gd name="connsiteX154" fmla="*/ 102090 w 365377"/>
              <a:gd name="connsiteY154" fmla="*/ 398518 h 840032"/>
              <a:gd name="connsiteX155" fmla="*/ 21496 w 365377"/>
              <a:gd name="connsiteY155" fmla="*/ 318820 h 840032"/>
              <a:gd name="connsiteX156" fmla="*/ 42987 w 365377"/>
              <a:gd name="connsiteY156" fmla="*/ 340311 h 840032"/>
              <a:gd name="connsiteX157" fmla="*/ 21496 w 365377"/>
              <a:gd name="connsiteY157" fmla="*/ 361802 h 840032"/>
              <a:gd name="connsiteX158" fmla="*/ 0 w 365377"/>
              <a:gd name="connsiteY158" fmla="*/ 340311 h 840032"/>
              <a:gd name="connsiteX159" fmla="*/ 21496 w 365377"/>
              <a:gd name="connsiteY159" fmla="*/ 318820 h 840032"/>
              <a:gd name="connsiteX160" fmla="*/ 343882 w 365377"/>
              <a:gd name="connsiteY160" fmla="*/ 318820 h 840032"/>
              <a:gd name="connsiteX161" fmla="*/ 365377 w 365377"/>
              <a:gd name="connsiteY161" fmla="*/ 340311 h 840032"/>
              <a:gd name="connsiteX162" fmla="*/ 343882 w 365377"/>
              <a:gd name="connsiteY162" fmla="*/ 361802 h 840032"/>
              <a:gd name="connsiteX163" fmla="*/ 322390 w 365377"/>
              <a:gd name="connsiteY163" fmla="*/ 340311 h 840032"/>
              <a:gd name="connsiteX164" fmla="*/ 343882 w 365377"/>
              <a:gd name="connsiteY164" fmla="*/ 318820 h 840032"/>
              <a:gd name="connsiteX165" fmla="*/ 263287 w 365377"/>
              <a:gd name="connsiteY165" fmla="*/ 318820 h 840032"/>
              <a:gd name="connsiteX166" fmla="*/ 284778 w 365377"/>
              <a:gd name="connsiteY166" fmla="*/ 340311 h 840032"/>
              <a:gd name="connsiteX167" fmla="*/ 263287 w 365377"/>
              <a:gd name="connsiteY167" fmla="*/ 361802 h 840032"/>
              <a:gd name="connsiteX168" fmla="*/ 241792 w 365377"/>
              <a:gd name="connsiteY168" fmla="*/ 340311 h 840032"/>
              <a:gd name="connsiteX169" fmla="*/ 263287 w 365377"/>
              <a:gd name="connsiteY169" fmla="*/ 318820 h 840032"/>
              <a:gd name="connsiteX170" fmla="*/ 182689 w 365377"/>
              <a:gd name="connsiteY170" fmla="*/ 318820 h 840032"/>
              <a:gd name="connsiteX171" fmla="*/ 204184 w 365377"/>
              <a:gd name="connsiteY171" fmla="*/ 340311 h 840032"/>
              <a:gd name="connsiteX172" fmla="*/ 182689 w 365377"/>
              <a:gd name="connsiteY172" fmla="*/ 361802 h 840032"/>
              <a:gd name="connsiteX173" fmla="*/ 161193 w 365377"/>
              <a:gd name="connsiteY173" fmla="*/ 340311 h 840032"/>
              <a:gd name="connsiteX174" fmla="*/ 182689 w 365377"/>
              <a:gd name="connsiteY174" fmla="*/ 318820 h 840032"/>
              <a:gd name="connsiteX175" fmla="*/ 102090 w 365377"/>
              <a:gd name="connsiteY175" fmla="*/ 318820 h 840032"/>
              <a:gd name="connsiteX176" fmla="*/ 123585 w 365377"/>
              <a:gd name="connsiteY176" fmla="*/ 340311 h 840032"/>
              <a:gd name="connsiteX177" fmla="*/ 102090 w 365377"/>
              <a:gd name="connsiteY177" fmla="*/ 361802 h 840032"/>
              <a:gd name="connsiteX178" fmla="*/ 80599 w 365377"/>
              <a:gd name="connsiteY178" fmla="*/ 340311 h 840032"/>
              <a:gd name="connsiteX179" fmla="*/ 102090 w 365377"/>
              <a:gd name="connsiteY179" fmla="*/ 318820 h 840032"/>
              <a:gd name="connsiteX180" fmla="*/ 21496 w 365377"/>
              <a:gd name="connsiteY180" fmla="*/ 239113 h 840032"/>
              <a:gd name="connsiteX181" fmla="*/ 42987 w 365377"/>
              <a:gd name="connsiteY181" fmla="*/ 260604 h 840032"/>
              <a:gd name="connsiteX182" fmla="*/ 21496 w 365377"/>
              <a:gd name="connsiteY182" fmla="*/ 282100 h 840032"/>
              <a:gd name="connsiteX183" fmla="*/ 0 w 365377"/>
              <a:gd name="connsiteY183" fmla="*/ 260604 h 840032"/>
              <a:gd name="connsiteX184" fmla="*/ 21496 w 365377"/>
              <a:gd name="connsiteY184" fmla="*/ 239113 h 840032"/>
              <a:gd name="connsiteX185" fmla="*/ 343882 w 365377"/>
              <a:gd name="connsiteY185" fmla="*/ 239113 h 840032"/>
              <a:gd name="connsiteX186" fmla="*/ 365377 w 365377"/>
              <a:gd name="connsiteY186" fmla="*/ 260604 h 840032"/>
              <a:gd name="connsiteX187" fmla="*/ 343882 w 365377"/>
              <a:gd name="connsiteY187" fmla="*/ 282100 h 840032"/>
              <a:gd name="connsiteX188" fmla="*/ 322390 w 365377"/>
              <a:gd name="connsiteY188" fmla="*/ 260604 h 840032"/>
              <a:gd name="connsiteX189" fmla="*/ 343882 w 365377"/>
              <a:gd name="connsiteY189" fmla="*/ 239113 h 840032"/>
              <a:gd name="connsiteX190" fmla="*/ 263287 w 365377"/>
              <a:gd name="connsiteY190" fmla="*/ 239113 h 840032"/>
              <a:gd name="connsiteX191" fmla="*/ 284778 w 365377"/>
              <a:gd name="connsiteY191" fmla="*/ 260604 h 840032"/>
              <a:gd name="connsiteX192" fmla="*/ 263287 w 365377"/>
              <a:gd name="connsiteY192" fmla="*/ 282100 h 840032"/>
              <a:gd name="connsiteX193" fmla="*/ 241792 w 365377"/>
              <a:gd name="connsiteY193" fmla="*/ 260604 h 840032"/>
              <a:gd name="connsiteX194" fmla="*/ 263287 w 365377"/>
              <a:gd name="connsiteY194" fmla="*/ 239113 h 840032"/>
              <a:gd name="connsiteX195" fmla="*/ 182689 w 365377"/>
              <a:gd name="connsiteY195" fmla="*/ 239113 h 840032"/>
              <a:gd name="connsiteX196" fmla="*/ 204184 w 365377"/>
              <a:gd name="connsiteY196" fmla="*/ 260604 h 840032"/>
              <a:gd name="connsiteX197" fmla="*/ 182689 w 365377"/>
              <a:gd name="connsiteY197" fmla="*/ 282100 h 840032"/>
              <a:gd name="connsiteX198" fmla="*/ 161193 w 365377"/>
              <a:gd name="connsiteY198" fmla="*/ 260604 h 840032"/>
              <a:gd name="connsiteX199" fmla="*/ 182689 w 365377"/>
              <a:gd name="connsiteY199" fmla="*/ 239113 h 840032"/>
              <a:gd name="connsiteX200" fmla="*/ 102090 w 365377"/>
              <a:gd name="connsiteY200" fmla="*/ 239113 h 840032"/>
              <a:gd name="connsiteX201" fmla="*/ 123585 w 365377"/>
              <a:gd name="connsiteY201" fmla="*/ 260604 h 840032"/>
              <a:gd name="connsiteX202" fmla="*/ 102090 w 365377"/>
              <a:gd name="connsiteY202" fmla="*/ 282100 h 840032"/>
              <a:gd name="connsiteX203" fmla="*/ 80599 w 365377"/>
              <a:gd name="connsiteY203" fmla="*/ 260604 h 840032"/>
              <a:gd name="connsiteX204" fmla="*/ 102090 w 365377"/>
              <a:gd name="connsiteY204" fmla="*/ 239113 h 840032"/>
              <a:gd name="connsiteX205" fmla="*/ 21496 w 365377"/>
              <a:gd name="connsiteY205" fmla="*/ 159406 h 840032"/>
              <a:gd name="connsiteX206" fmla="*/ 42987 w 365377"/>
              <a:gd name="connsiteY206" fmla="*/ 180897 h 840032"/>
              <a:gd name="connsiteX207" fmla="*/ 21496 w 365377"/>
              <a:gd name="connsiteY207" fmla="*/ 202392 h 840032"/>
              <a:gd name="connsiteX208" fmla="*/ 0 w 365377"/>
              <a:gd name="connsiteY208" fmla="*/ 180897 h 840032"/>
              <a:gd name="connsiteX209" fmla="*/ 21496 w 365377"/>
              <a:gd name="connsiteY209" fmla="*/ 159406 h 840032"/>
              <a:gd name="connsiteX210" fmla="*/ 343882 w 365377"/>
              <a:gd name="connsiteY210" fmla="*/ 159406 h 840032"/>
              <a:gd name="connsiteX211" fmla="*/ 365377 w 365377"/>
              <a:gd name="connsiteY211" fmla="*/ 180897 h 840032"/>
              <a:gd name="connsiteX212" fmla="*/ 343882 w 365377"/>
              <a:gd name="connsiteY212" fmla="*/ 202392 h 840032"/>
              <a:gd name="connsiteX213" fmla="*/ 322390 w 365377"/>
              <a:gd name="connsiteY213" fmla="*/ 180897 h 840032"/>
              <a:gd name="connsiteX214" fmla="*/ 343882 w 365377"/>
              <a:gd name="connsiteY214" fmla="*/ 159406 h 840032"/>
              <a:gd name="connsiteX215" fmla="*/ 263287 w 365377"/>
              <a:gd name="connsiteY215" fmla="*/ 159406 h 840032"/>
              <a:gd name="connsiteX216" fmla="*/ 284778 w 365377"/>
              <a:gd name="connsiteY216" fmla="*/ 180897 h 840032"/>
              <a:gd name="connsiteX217" fmla="*/ 263287 w 365377"/>
              <a:gd name="connsiteY217" fmla="*/ 202392 h 840032"/>
              <a:gd name="connsiteX218" fmla="*/ 241792 w 365377"/>
              <a:gd name="connsiteY218" fmla="*/ 180897 h 840032"/>
              <a:gd name="connsiteX219" fmla="*/ 263287 w 365377"/>
              <a:gd name="connsiteY219" fmla="*/ 159406 h 840032"/>
              <a:gd name="connsiteX220" fmla="*/ 182689 w 365377"/>
              <a:gd name="connsiteY220" fmla="*/ 159406 h 840032"/>
              <a:gd name="connsiteX221" fmla="*/ 204184 w 365377"/>
              <a:gd name="connsiteY221" fmla="*/ 180897 h 840032"/>
              <a:gd name="connsiteX222" fmla="*/ 182689 w 365377"/>
              <a:gd name="connsiteY222" fmla="*/ 202392 h 840032"/>
              <a:gd name="connsiteX223" fmla="*/ 161193 w 365377"/>
              <a:gd name="connsiteY223" fmla="*/ 180897 h 840032"/>
              <a:gd name="connsiteX224" fmla="*/ 182689 w 365377"/>
              <a:gd name="connsiteY224" fmla="*/ 159406 h 840032"/>
              <a:gd name="connsiteX225" fmla="*/ 102090 w 365377"/>
              <a:gd name="connsiteY225" fmla="*/ 159406 h 840032"/>
              <a:gd name="connsiteX226" fmla="*/ 123585 w 365377"/>
              <a:gd name="connsiteY226" fmla="*/ 180897 h 840032"/>
              <a:gd name="connsiteX227" fmla="*/ 102090 w 365377"/>
              <a:gd name="connsiteY227" fmla="*/ 202392 h 840032"/>
              <a:gd name="connsiteX228" fmla="*/ 80599 w 365377"/>
              <a:gd name="connsiteY228" fmla="*/ 180897 h 840032"/>
              <a:gd name="connsiteX229" fmla="*/ 102090 w 365377"/>
              <a:gd name="connsiteY229" fmla="*/ 159406 h 840032"/>
              <a:gd name="connsiteX230" fmla="*/ 21496 w 365377"/>
              <a:gd name="connsiteY230" fmla="*/ 79703 h 840032"/>
              <a:gd name="connsiteX231" fmla="*/ 42987 w 365377"/>
              <a:gd name="connsiteY231" fmla="*/ 101198 h 840032"/>
              <a:gd name="connsiteX232" fmla="*/ 21496 w 365377"/>
              <a:gd name="connsiteY232" fmla="*/ 122690 h 840032"/>
              <a:gd name="connsiteX233" fmla="*/ 0 w 365377"/>
              <a:gd name="connsiteY233" fmla="*/ 101198 h 840032"/>
              <a:gd name="connsiteX234" fmla="*/ 21496 w 365377"/>
              <a:gd name="connsiteY234" fmla="*/ 79703 h 840032"/>
              <a:gd name="connsiteX235" fmla="*/ 343882 w 365377"/>
              <a:gd name="connsiteY235" fmla="*/ 79703 h 840032"/>
              <a:gd name="connsiteX236" fmla="*/ 365377 w 365377"/>
              <a:gd name="connsiteY236" fmla="*/ 101198 h 840032"/>
              <a:gd name="connsiteX237" fmla="*/ 343882 w 365377"/>
              <a:gd name="connsiteY237" fmla="*/ 122690 h 840032"/>
              <a:gd name="connsiteX238" fmla="*/ 322390 w 365377"/>
              <a:gd name="connsiteY238" fmla="*/ 101198 h 840032"/>
              <a:gd name="connsiteX239" fmla="*/ 343882 w 365377"/>
              <a:gd name="connsiteY239" fmla="*/ 79703 h 840032"/>
              <a:gd name="connsiteX240" fmla="*/ 263287 w 365377"/>
              <a:gd name="connsiteY240" fmla="*/ 79703 h 840032"/>
              <a:gd name="connsiteX241" fmla="*/ 284778 w 365377"/>
              <a:gd name="connsiteY241" fmla="*/ 101198 h 840032"/>
              <a:gd name="connsiteX242" fmla="*/ 263287 w 365377"/>
              <a:gd name="connsiteY242" fmla="*/ 122690 h 840032"/>
              <a:gd name="connsiteX243" fmla="*/ 241792 w 365377"/>
              <a:gd name="connsiteY243" fmla="*/ 101198 h 840032"/>
              <a:gd name="connsiteX244" fmla="*/ 263287 w 365377"/>
              <a:gd name="connsiteY244" fmla="*/ 79703 h 840032"/>
              <a:gd name="connsiteX245" fmla="*/ 182689 w 365377"/>
              <a:gd name="connsiteY245" fmla="*/ 79703 h 840032"/>
              <a:gd name="connsiteX246" fmla="*/ 204184 w 365377"/>
              <a:gd name="connsiteY246" fmla="*/ 101198 h 840032"/>
              <a:gd name="connsiteX247" fmla="*/ 182689 w 365377"/>
              <a:gd name="connsiteY247" fmla="*/ 122690 h 840032"/>
              <a:gd name="connsiteX248" fmla="*/ 161193 w 365377"/>
              <a:gd name="connsiteY248" fmla="*/ 101198 h 840032"/>
              <a:gd name="connsiteX249" fmla="*/ 182689 w 365377"/>
              <a:gd name="connsiteY249" fmla="*/ 79703 h 840032"/>
              <a:gd name="connsiteX250" fmla="*/ 102090 w 365377"/>
              <a:gd name="connsiteY250" fmla="*/ 79703 h 840032"/>
              <a:gd name="connsiteX251" fmla="*/ 123585 w 365377"/>
              <a:gd name="connsiteY251" fmla="*/ 101198 h 840032"/>
              <a:gd name="connsiteX252" fmla="*/ 102090 w 365377"/>
              <a:gd name="connsiteY252" fmla="*/ 122690 h 840032"/>
              <a:gd name="connsiteX253" fmla="*/ 80599 w 365377"/>
              <a:gd name="connsiteY253" fmla="*/ 101198 h 840032"/>
              <a:gd name="connsiteX254" fmla="*/ 102090 w 365377"/>
              <a:gd name="connsiteY254" fmla="*/ 79703 h 840032"/>
              <a:gd name="connsiteX255" fmla="*/ 343882 w 365377"/>
              <a:gd name="connsiteY255" fmla="*/ 0 h 840032"/>
              <a:gd name="connsiteX256" fmla="*/ 365377 w 365377"/>
              <a:gd name="connsiteY256" fmla="*/ 21491 h 840032"/>
              <a:gd name="connsiteX257" fmla="*/ 343882 w 365377"/>
              <a:gd name="connsiteY257" fmla="*/ 42983 h 840032"/>
              <a:gd name="connsiteX258" fmla="*/ 322390 w 365377"/>
              <a:gd name="connsiteY258" fmla="*/ 21491 h 840032"/>
              <a:gd name="connsiteX259" fmla="*/ 343882 w 365377"/>
              <a:gd name="connsiteY259" fmla="*/ 0 h 840032"/>
              <a:gd name="connsiteX260" fmla="*/ 263287 w 365377"/>
              <a:gd name="connsiteY260" fmla="*/ 0 h 840032"/>
              <a:gd name="connsiteX261" fmla="*/ 284778 w 365377"/>
              <a:gd name="connsiteY261" fmla="*/ 21491 h 840032"/>
              <a:gd name="connsiteX262" fmla="*/ 263287 w 365377"/>
              <a:gd name="connsiteY262" fmla="*/ 42983 h 840032"/>
              <a:gd name="connsiteX263" fmla="*/ 241792 w 365377"/>
              <a:gd name="connsiteY263" fmla="*/ 21491 h 840032"/>
              <a:gd name="connsiteX264" fmla="*/ 263287 w 365377"/>
              <a:gd name="connsiteY264" fmla="*/ 0 h 840032"/>
              <a:gd name="connsiteX265" fmla="*/ 182689 w 365377"/>
              <a:gd name="connsiteY265" fmla="*/ 0 h 840032"/>
              <a:gd name="connsiteX266" fmla="*/ 204184 w 365377"/>
              <a:gd name="connsiteY266" fmla="*/ 21491 h 840032"/>
              <a:gd name="connsiteX267" fmla="*/ 182689 w 365377"/>
              <a:gd name="connsiteY267" fmla="*/ 42983 h 840032"/>
              <a:gd name="connsiteX268" fmla="*/ 161193 w 365377"/>
              <a:gd name="connsiteY268" fmla="*/ 21491 h 840032"/>
              <a:gd name="connsiteX269" fmla="*/ 182689 w 365377"/>
              <a:gd name="connsiteY269" fmla="*/ 0 h 840032"/>
              <a:gd name="connsiteX270" fmla="*/ 102090 w 365377"/>
              <a:gd name="connsiteY270" fmla="*/ 0 h 840032"/>
              <a:gd name="connsiteX271" fmla="*/ 123585 w 365377"/>
              <a:gd name="connsiteY271" fmla="*/ 21491 h 840032"/>
              <a:gd name="connsiteX272" fmla="*/ 102090 w 365377"/>
              <a:gd name="connsiteY272" fmla="*/ 42983 h 840032"/>
              <a:gd name="connsiteX273" fmla="*/ 80599 w 365377"/>
              <a:gd name="connsiteY273" fmla="*/ 21491 h 840032"/>
              <a:gd name="connsiteX274" fmla="*/ 102090 w 365377"/>
              <a:gd name="connsiteY274" fmla="*/ 0 h 84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</a:cxnLst>
            <a:rect l="l" t="t" r="r" b="b"/>
            <a:pathLst>
              <a:path w="365377" h="840032">
                <a:moveTo>
                  <a:pt x="21496" y="0"/>
                </a:moveTo>
                <a:cubicBezTo>
                  <a:pt x="33360" y="0"/>
                  <a:pt x="42987" y="9618"/>
                  <a:pt x="42987" y="21491"/>
                </a:cubicBezTo>
                <a:cubicBezTo>
                  <a:pt x="42987" y="33364"/>
                  <a:pt x="33360" y="42983"/>
                  <a:pt x="21496" y="42983"/>
                </a:cubicBezTo>
                <a:cubicBezTo>
                  <a:pt x="9623" y="42983"/>
                  <a:pt x="0" y="33364"/>
                  <a:pt x="0" y="21491"/>
                </a:cubicBezTo>
                <a:cubicBezTo>
                  <a:pt x="0" y="9618"/>
                  <a:pt x="9623" y="0"/>
                  <a:pt x="21496" y="0"/>
                </a:cubicBezTo>
                <a:close/>
                <a:moveTo>
                  <a:pt x="21496" y="797037"/>
                </a:moveTo>
                <a:cubicBezTo>
                  <a:pt x="33360" y="797037"/>
                  <a:pt x="42987" y="806664"/>
                  <a:pt x="42987" y="818532"/>
                </a:cubicBezTo>
                <a:cubicBezTo>
                  <a:pt x="42987" y="830405"/>
                  <a:pt x="33360" y="840032"/>
                  <a:pt x="21496" y="840032"/>
                </a:cubicBezTo>
                <a:cubicBezTo>
                  <a:pt x="9623" y="840032"/>
                  <a:pt x="0" y="830405"/>
                  <a:pt x="0" y="818532"/>
                </a:cubicBezTo>
                <a:cubicBezTo>
                  <a:pt x="0" y="806664"/>
                  <a:pt x="9623" y="797037"/>
                  <a:pt x="21496" y="797037"/>
                </a:cubicBezTo>
                <a:close/>
                <a:moveTo>
                  <a:pt x="343882" y="797037"/>
                </a:moveTo>
                <a:cubicBezTo>
                  <a:pt x="355755" y="797037"/>
                  <a:pt x="365377" y="806664"/>
                  <a:pt x="365377" y="818532"/>
                </a:cubicBezTo>
                <a:cubicBezTo>
                  <a:pt x="365377" y="830405"/>
                  <a:pt x="355755" y="840032"/>
                  <a:pt x="343882" y="840032"/>
                </a:cubicBezTo>
                <a:cubicBezTo>
                  <a:pt x="332013" y="840032"/>
                  <a:pt x="322390" y="830405"/>
                  <a:pt x="322390" y="818532"/>
                </a:cubicBezTo>
                <a:cubicBezTo>
                  <a:pt x="322390" y="806664"/>
                  <a:pt x="332013" y="797037"/>
                  <a:pt x="343882" y="797037"/>
                </a:cubicBezTo>
                <a:close/>
                <a:moveTo>
                  <a:pt x="263287" y="797037"/>
                </a:moveTo>
                <a:cubicBezTo>
                  <a:pt x="275160" y="797037"/>
                  <a:pt x="284778" y="806664"/>
                  <a:pt x="284778" y="818532"/>
                </a:cubicBezTo>
                <a:cubicBezTo>
                  <a:pt x="284778" y="830405"/>
                  <a:pt x="275156" y="840032"/>
                  <a:pt x="263287" y="840032"/>
                </a:cubicBezTo>
                <a:cubicBezTo>
                  <a:pt x="251414" y="840032"/>
                  <a:pt x="241792" y="830405"/>
                  <a:pt x="241792" y="818532"/>
                </a:cubicBezTo>
                <a:cubicBezTo>
                  <a:pt x="241792" y="806664"/>
                  <a:pt x="251414" y="797037"/>
                  <a:pt x="263287" y="797037"/>
                </a:cubicBezTo>
                <a:close/>
                <a:moveTo>
                  <a:pt x="182689" y="797037"/>
                </a:moveTo>
                <a:cubicBezTo>
                  <a:pt x="194562" y="797037"/>
                  <a:pt x="204184" y="806664"/>
                  <a:pt x="204184" y="818532"/>
                </a:cubicBezTo>
                <a:cubicBezTo>
                  <a:pt x="204184" y="830405"/>
                  <a:pt x="194557" y="840032"/>
                  <a:pt x="182689" y="840032"/>
                </a:cubicBezTo>
                <a:cubicBezTo>
                  <a:pt x="170820" y="840032"/>
                  <a:pt x="161193" y="830405"/>
                  <a:pt x="161193" y="818532"/>
                </a:cubicBezTo>
                <a:cubicBezTo>
                  <a:pt x="161193" y="806664"/>
                  <a:pt x="170816" y="797037"/>
                  <a:pt x="182689" y="797037"/>
                </a:cubicBezTo>
                <a:close/>
                <a:moveTo>
                  <a:pt x="102090" y="797037"/>
                </a:moveTo>
                <a:cubicBezTo>
                  <a:pt x="113963" y="797037"/>
                  <a:pt x="123585" y="806664"/>
                  <a:pt x="123585" y="818532"/>
                </a:cubicBezTo>
                <a:cubicBezTo>
                  <a:pt x="123585" y="830405"/>
                  <a:pt x="113963" y="840032"/>
                  <a:pt x="102090" y="840032"/>
                </a:cubicBezTo>
                <a:cubicBezTo>
                  <a:pt x="90217" y="840032"/>
                  <a:pt x="80599" y="830405"/>
                  <a:pt x="80599" y="818532"/>
                </a:cubicBezTo>
                <a:cubicBezTo>
                  <a:pt x="80599" y="806664"/>
                  <a:pt x="90217" y="797037"/>
                  <a:pt x="102090" y="797037"/>
                </a:cubicBezTo>
                <a:close/>
                <a:moveTo>
                  <a:pt x="21496" y="717334"/>
                </a:moveTo>
                <a:cubicBezTo>
                  <a:pt x="33360" y="717334"/>
                  <a:pt x="42987" y="726961"/>
                  <a:pt x="42987" y="738825"/>
                </a:cubicBezTo>
                <a:cubicBezTo>
                  <a:pt x="42987" y="750698"/>
                  <a:pt x="33360" y="760325"/>
                  <a:pt x="21496" y="760325"/>
                </a:cubicBezTo>
                <a:cubicBezTo>
                  <a:pt x="9623" y="760325"/>
                  <a:pt x="0" y="750698"/>
                  <a:pt x="0" y="738825"/>
                </a:cubicBezTo>
                <a:cubicBezTo>
                  <a:pt x="0" y="726961"/>
                  <a:pt x="9623" y="717334"/>
                  <a:pt x="21496" y="717334"/>
                </a:cubicBezTo>
                <a:close/>
                <a:moveTo>
                  <a:pt x="343882" y="717334"/>
                </a:moveTo>
                <a:cubicBezTo>
                  <a:pt x="355755" y="717334"/>
                  <a:pt x="365377" y="726961"/>
                  <a:pt x="365377" y="738825"/>
                </a:cubicBezTo>
                <a:cubicBezTo>
                  <a:pt x="365377" y="750698"/>
                  <a:pt x="355755" y="760325"/>
                  <a:pt x="343882" y="760325"/>
                </a:cubicBezTo>
                <a:cubicBezTo>
                  <a:pt x="332013" y="760325"/>
                  <a:pt x="322390" y="750698"/>
                  <a:pt x="322390" y="738825"/>
                </a:cubicBezTo>
                <a:cubicBezTo>
                  <a:pt x="322390" y="726961"/>
                  <a:pt x="332013" y="717334"/>
                  <a:pt x="343882" y="717334"/>
                </a:cubicBezTo>
                <a:close/>
                <a:moveTo>
                  <a:pt x="263287" y="717334"/>
                </a:moveTo>
                <a:cubicBezTo>
                  <a:pt x="275160" y="717334"/>
                  <a:pt x="284778" y="726961"/>
                  <a:pt x="284778" y="738825"/>
                </a:cubicBezTo>
                <a:cubicBezTo>
                  <a:pt x="284778" y="750698"/>
                  <a:pt x="275156" y="760325"/>
                  <a:pt x="263287" y="760325"/>
                </a:cubicBezTo>
                <a:cubicBezTo>
                  <a:pt x="251414" y="760325"/>
                  <a:pt x="241792" y="750698"/>
                  <a:pt x="241792" y="738825"/>
                </a:cubicBezTo>
                <a:cubicBezTo>
                  <a:pt x="241792" y="726961"/>
                  <a:pt x="251414" y="717334"/>
                  <a:pt x="263287" y="717334"/>
                </a:cubicBezTo>
                <a:close/>
                <a:moveTo>
                  <a:pt x="182689" y="717334"/>
                </a:moveTo>
                <a:cubicBezTo>
                  <a:pt x="194562" y="717334"/>
                  <a:pt x="204184" y="726961"/>
                  <a:pt x="204184" y="738825"/>
                </a:cubicBezTo>
                <a:cubicBezTo>
                  <a:pt x="204184" y="750698"/>
                  <a:pt x="194557" y="760325"/>
                  <a:pt x="182689" y="760325"/>
                </a:cubicBezTo>
                <a:cubicBezTo>
                  <a:pt x="170820" y="760325"/>
                  <a:pt x="161193" y="750698"/>
                  <a:pt x="161193" y="738825"/>
                </a:cubicBezTo>
                <a:cubicBezTo>
                  <a:pt x="161193" y="726961"/>
                  <a:pt x="170816" y="717334"/>
                  <a:pt x="182689" y="717334"/>
                </a:cubicBezTo>
                <a:close/>
                <a:moveTo>
                  <a:pt x="102090" y="717334"/>
                </a:moveTo>
                <a:cubicBezTo>
                  <a:pt x="113963" y="717334"/>
                  <a:pt x="123585" y="726961"/>
                  <a:pt x="123585" y="738825"/>
                </a:cubicBezTo>
                <a:cubicBezTo>
                  <a:pt x="123585" y="750698"/>
                  <a:pt x="113963" y="760325"/>
                  <a:pt x="102090" y="760325"/>
                </a:cubicBezTo>
                <a:cubicBezTo>
                  <a:pt x="90217" y="760325"/>
                  <a:pt x="80599" y="750698"/>
                  <a:pt x="80599" y="738825"/>
                </a:cubicBezTo>
                <a:cubicBezTo>
                  <a:pt x="80599" y="726961"/>
                  <a:pt x="90217" y="717334"/>
                  <a:pt x="102090" y="717334"/>
                </a:cubicBezTo>
                <a:close/>
                <a:moveTo>
                  <a:pt x="21496" y="637631"/>
                </a:moveTo>
                <a:cubicBezTo>
                  <a:pt x="33360" y="637631"/>
                  <a:pt x="42987" y="647258"/>
                  <a:pt x="42987" y="659122"/>
                </a:cubicBezTo>
                <a:cubicBezTo>
                  <a:pt x="42987" y="670995"/>
                  <a:pt x="33360" y="680622"/>
                  <a:pt x="21496" y="680622"/>
                </a:cubicBezTo>
                <a:cubicBezTo>
                  <a:pt x="9623" y="680622"/>
                  <a:pt x="0" y="670995"/>
                  <a:pt x="0" y="659122"/>
                </a:cubicBezTo>
                <a:cubicBezTo>
                  <a:pt x="0" y="647258"/>
                  <a:pt x="9623" y="637631"/>
                  <a:pt x="21496" y="637631"/>
                </a:cubicBezTo>
                <a:close/>
                <a:moveTo>
                  <a:pt x="343882" y="637631"/>
                </a:moveTo>
                <a:cubicBezTo>
                  <a:pt x="355755" y="637631"/>
                  <a:pt x="365377" y="647258"/>
                  <a:pt x="365377" y="659122"/>
                </a:cubicBezTo>
                <a:cubicBezTo>
                  <a:pt x="365377" y="670995"/>
                  <a:pt x="355755" y="680622"/>
                  <a:pt x="343882" y="680622"/>
                </a:cubicBezTo>
                <a:cubicBezTo>
                  <a:pt x="332013" y="680622"/>
                  <a:pt x="322390" y="670995"/>
                  <a:pt x="322390" y="659122"/>
                </a:cubicBezTo>
                <a:cubicBezTo>
                  <a:pt x="322390" y="647258"/>
                  <a:pt x="332013" y="637631"/>
                  <a:pt x="343882" y="637631"/>
                </a:cubicBezTo>
                <a:close/>
                <a:moveTo>
                  <a:pt x="263287" y="637631"/>
                </a:moveTo>
                <a:cubicBezTo>
                  <a:pt x="275160" y="637631"/>
                  <a:pt x="284778" y="647258"/>
                  <a:pt x="284778" y="659122"/>
                </a:cubicBezTo>
                <a:cubicBezTo>
                  <a:pt x="284778" y="670995"/>
                  <a:pt x="275156" y="680622"/>
                  <a:pt x="263287" y="680622"/>
                </a:cubicBezTo>
                <a:cubicBezTo>
                  <a:pt x="251414" y="680622"/>
                  <a:pt x="241792" y="670995"/>
                  <a:pt x="241792" y="659122"/>
                </a:cubicBezTo>
                <a:cubicBezTo>
                  <a:pt x="241792" y="647258"/>
                  <a:pt x="251414" y="637631"/>
                  <a:pt x="263287" y="637631"/>
                </a:cubicBezTo>
                <a:close/>
                <a:moveTo>
                  <a:pt x="182689" y="637631"/>
                </a:moveTo>
                <a:cubicBezTo>
                  <a:pt x="194562" y="637631"/>
                  <a:pt x="204184" y="647258"/>
                  <a:pt x="204184" y="659122"/>
                </a:cubicBezTo>
                <a:cubicBezTo>
                  <a:pt x="204184" y="670995"/>
                  <a:pt x="194557" y="680622"/>
                  <a:pt x="182689" y="680622"/>
                </a:cubicBezTo>
                <a:cubicBezTo>
                  <a:pt x="170820" y="680622"/>
                  <a:pt x="161193" y="670995"/>
                  <a:pt x="161193" y="659122"/>
                </a:cubicBezTo>
                <a:cubicBezTo>
                  <a:pt x="161193" y="647258"/>
                  <a:pt x="170816" y="637631"/>
                  <a:pt x="182689" y="637631"/>
                </a:cubicBezTo>
                <a:close/>
                <a:moveTo>
                  <a:pt x="102090" y="637631"/>
                </a:moveTo>
                <a:cubicBezTo>
                  <a:pt x="113963" y="637631"/>
                  <a:pt x="123585" y="647258"/>
                  <a:pt x="123585" y="659122"/>
                </a:cubicBezTo>
                <a:cubicBezTo>
                  <a:pt x="123585" y="670995"/>
                  <a:pt x="113963" y="680622"/>
                  <a:pt x="102090" y="680622"/>
                </a:cubicBezTo>
                <a:cubicBezTo>
                  <a:pt x="90217" y="680622"/>
                  <a:pt x="80599" y="670995"/>
                  <a:pt x="80599" y="659122"/>
                </a:cubicBezTo>
                <a:cubicBezTo>
                  <a:pt x="80599" y="647258"/>
                  <a:pt x="90217" y="637631"/>
                  <a:pt x="102090" y="637631"/>
                </a:cubicBezTo>
                <a:close/>
                <a:moveTo>
                  <a:pt x="21496" y="557924"/>
                </a:moveTo>
                <a:cubicBezTo>
                  <a:pt x="33360" y="557924"/>
                  <a:pt x="42987" y="567551"/>
                  <a:pt x="42987" y="579424"/>
                </a:cubicBezTo>
                <a:cubicBezTo>
                  <a:pt x="42987" y="591288"/>
                  <a:pt x="33360" y="600920"/>
                  <a:pt x="21496" y="600920"/>
                </a:cubicBezTo>
                <a:cubicBezTo>
                  <a:pt x="9623" y="600920"/>
                  <a:pt x="0" y="591293"/>
                  <a:pt x="0" y="579424"/>
                </a:cubicBezTo>
                <a:cubicBezTo>
                  <a:pt x="0" y="567551"/>
                  <a:pt x="9623" y="557924"/>
                  <a:pt x="21496" y="557924"/>
                </a:cubicBezTo>
                <a:close/>
                <a:moveTo>
                  <a:pt x="343882" y="557924"/>
                </a:moveTo>
                <a:cubicBezTo>
                  <a:pt x="355755" y="557924"/>
                  <a:pt x="365377" y="567551"/>
                  <a:pt x="365377" y="579424"/>
                </a:cubicBezTo>
                <a:cubicBezTo>
                  <a:pt x="365377" y="591288"/>
                  <a:pt x="355755" y="600920"/>
                  <a:pt x="343882" y="600920"/>
                </a:cubicBezTo>
                <a:cubicBezTo>
                  <a:pt x="332013" y="600920"/>
                  <a:pt x="322390" y="591293"/>
                  <a:pt x="322390" y="579424"/>
                </a:cubicBezTo>
                <a:cubicBezTo>
                  <a:pt x="322390" y="567551"/>
                  <a:pt x="332013" y="557924"/>
                  <a:pt x="343882" y="557924"/>
                </a:cubicBezTo>
                <a:close/>
                <a:moveTo>
                  <a:pt x="263287" y="557924"/>
                </a:moveTo>
                <a:cubicBezTo>
                  <a:pt x="275160" y="557924"/>
                  <a:pt x="284778" y="567551"/>
                  <a:pt x="284778" y="579424"/>
                </a:cubicBezTo>
                <a:cubicBezTo>
                  <a:pt x="284778" y="591288"/>
                  <a:pt x="275156" y="600920"/>
                  <a:pt x="263287" y="600920"/>
                </a:cubicBezTo>
                <a:cubicBezTo>
                  <a:pt x="251414" y="600920"/>
                  <a:pt x="241792" y="591293"/>
                  <a:pt x="241792" y="579424"/>
                </a:cubicBezTo>
                <a:cubicBezTo>
                  <a:pt x="241792" y="567551"/>
                  <a:pt x="251414" y="557924"/>
                  <a:pt x="263287" y="557924"/>
                </a:cubicBezTo>
                <a:close/>
                <a:moveTo>
                  <a:pt x="182689" y="557924"/>
                </a:moveTo>
                <a:cubicBezTo>
                  <a:pt x="194562" y="557924"/>
                  <a:pt x="204184" y="567551"/>
                  <a:pt x="204184" y="579424"/>
                </a:cubicBezTo>
                <a:cubicBezTo>
                  <a:pt x="204184" y="591288"/>
                  <a:pt x="194557" y="600920"/>
                  <a:pt x="182689" y="600920"/>
                </a:cubicBezTo>
                <a:cubicBezTo>
                  <a:pt x="170820" y="600920"/>
                  <a:pt x="161193" y="591293"/>
                  <a:pt x="161193" y="579424"/>
                </a:cubicBezTo>
                <a:cubicBezTo>
                  <a:pt x="161193" y="567551"/>
                  <a:pt x="170816" y="557924"/>
                  <a:pt x="182689" y="557924"/>
                </a:cubicBezTo>
                <a:close/>
                <a:moveTo>
                  <a:pt x="102090" y="557924"/>
                </a:moveTo>
                <a:cubicBezTo>
                  <a:pt x="113963" y="557924"/>
                  <a:pt x="123585" y="567551"/>
                  <a:pt x="123585" y="579424"/>
                </a:cubicBezTo>
                <a:cubicBezTo>
                  <a:pt x="123585" y="591288"/>
                  <a:pt x="113963" y="600920"/>
                  <a:pt x="102090" y="600920"/>
                </a:cubicBezTo>
                <a:cubicBezTo>
                  <a:pt x="90217" y="600920"/>
                  <a:pt x="80599" y="591293"/>
                  <a:pt x="80599" y="579424"/>
                </a:cubicBezTo>
                <a:cubicBezTo>
                  <a:pt x="80599" y="567551"/>
                  <a:pt x="90217" y="557924"/>
                  <a:pt x="102090" y="557924"/>
                </a:cubicBezTo>
                <a:close/>
                <a:moveTo>
                  <a:pt x="21496" y="478217"/>
                </a:moveTo>
                <a:cubicBezTo>
                  <a:pt x="33360" y="478217"/>
                  <a:pt x="42987" y="487844"/>
                  <a:pt x="42987" y="499717"/>
                </a:cubicBezTo>
                <a:cubicBezTo>
                  <a:pt x="42987" y="511590"/>
                  <a:pt x="33360" y="521212"/>
                  <a:pt x="21496" y="521212"/>
                </a:cubicBezTo>
                <a:cubicBezTo>
                  <a:pt x="9623" y="521212"/>
                  <a:pt x="0" y="511594"/>
                  <a:pt x="0" y="499717"/>
                </a:cubicBezTo>
                <a:cubicBezTo>
                  <a:pt x="0" y="487844"/>
                  <a:pt x="9623" y="478217"/>
                  <a:pt x="21496" y="478217"/>
                </a:cubicBezTo>
                <a:close/>
                <a:moveTo>
                  <a:pt x="343882" y="478217"/>
                </a:moveTo>
                <a:cubicBezTo>
                  <a:pt x="355755" y="478217"/>
                  <a:pt x="365377" y="487844"/>
                  <a:pt x="365377" y="499717"/>
                </a:cubicBezTo>
                <a:cubicBezTo>
                  <a:pt x="365377" y="511590"/>
                  <a:pt x="355755" y="521212"/>
                  <a:pt x="343882" y="521212"/>
                </a:cubicBezTo>
                <a:cubicBezTo>
                  <a:pt x="332013" y="521212"/>
                  <a:pt x="322390" y="511594"/>
                  <a:pt x="322390" y="499717"/>
                </a:cubicBezTo>
                <a:cubicBezTo>
                  <a:pt x="322390" y="487844"/>
                  <a:pt x="332013" y="478217"/>
                  <a:pt x="343882" y="478217"/>
                </a:cubicBezTo>
                <a:close/>
                <a:moveTo>
                  <a:pt x="263287" y="478217"/>
                </a:moveTo>
                <a:cubicBezTo>
                  <a:pt x="275160" y="478217"/>
                  <a:pt x="284778" y="487844"/>
                  <a:pt x="284778" y="499717"/>
                </a:cubicBezTo>
                <a:cubicBezTo>
                  <a:pt x="284778" y="511590"/>
                  <a:pt x="275156" y="521212"/>
                  <a:pt x="263287" y="521212"/>
                </a:cubicBezTo>
                <a:cubicBezTo>
                  <a:pt x="251414" y="521212"/>
                  <a:pt x="241792" y="511594"/>
                  <a:pt x="241792" y="499717"/>
                </a:cubicBezTo>
                <a:cubicBezTo>
                  <a:pt x="241792" y="487844"/>
                  <a:pt x="251414" y="478217"/>
                  <a:pt x="263287" y="478217"/>
                </a:cubicBezTo>
                <a:close/>
                <a:moveTo>
                  <a:pt x="182689" y="478217"/>
                </a:moveTo>
                <a:cubicBezTo>
                  <a:pt x="194562" y="478217"/>
                  <a:pt x="204184" y="487844"/>
                  <a:pt x="204184" y="499717"/>
                </a:cubicBezTo>
                <a:cubicBezTo>
                  <a:pt x="204184" y="511590"/>
                  <a:pt x="194557" y="521212"/>
                  <a:pt x="182689" y="521212"/>
                </a:cubicBezTo>
                <a:cubicBezTo>
                  <a:pt x="170820" y="521212"/>
                  <a:pt x="161193" y="511594"/>
                  <a:pt x="161193" y="499717"/>
                </a:cubicBezTo>
                <a:cubicBezTo>
                  <a:pt x="161193" y="487844"/>
                  <a:pt x="170816" y="478217"/>
                  <a:pt x="182689" y="478217"/>
                </a:cubicBezTo>
                <a:close/>
                <a:moveTo>
                  <a:pt x="102090" y="478217"/>
                </a:moveTo>
                <a:cubicBezTo>
                  <a:pt x="113963" y="478217"/>
                  <a:pt x="123585" y="487844"/>
                  <a:pt x="123585" y="499717"/>
                </a:cubicBezTo>
                <a:cubicBezTo>
                  <a:pt x="123585" y="511590"/>
                  <a:pt x="113963" y="521212"/>
                  <a:pt x="102090" y="521212"/>
                </a:cubicBezTo>
                <a:cubicBezTo>
                  <a:pt x="90217" y="521212"/>
                  <a:pt x="80599" y="511594"/>
                  <a:pt x="80599" y="499717"/>
                </a:cubicBezTo>
                <a:cubicBezTo>
                  <a:pt x="80599" y="487844"/>
                  <a:pt x="90217" y="478217"/>
                  <a:pt x="102090" y="478217"/>
                </a:cubicBezTo>
                <a:close/>
                <a:moveTo>
                  <a:pt x="21496" y="398518"/>
                </a:moveTo>
                <a:cubicBezTo>
                  <a:pt x="33360" y="398518"/>
                  <a:pt x="42987" y="408145"/>
                  <a:pt x="42987" y="420018"/>
                </a:cubicBezTo>
                <a:cubicBezTo>
                  <a:pt x="42987" y="431883"/>
                  <a:pt x="33360" y="441510"/>
                  <a:pt x="21496" y="441510"/>
                </a:cubicBezTo>
                <a:cubicBezTo>
                  <a:pt x="9623" y="441510"/>
                  <a:pt x="0" y="431883"/>
                  <a:pt x="0" y="420018"/>
                </a:cubicBezTo>
                <a:cubicBezTo>
                  <a:pt x="0" y="408145"/>
                  <a:pt x="9623" y="398518"/>
                  <a:pt x="21496" y="398518"/>
                </a:cubicBezTo>
                <a:close/>
                <a:moveTo>
                  <a:pt x="343882" y="398518"/>
                </a:moveTo>
                <a:cubicBezTo>
                  <a:pt x="355755" y="398518"/>
                  <a:pt x="365377" y="408145"/>
                  <a:pt x="365377" y="420018"/>
                </a:cubicBezTo>
                <a:cubicBezTo>
                  <a:pt x="365377" y="431883"/>
                  <a:pt x="355755" y="441510"/>
                  <a:pt x="343882" y="441510"/>
                </a:cubicBezTo>
                <a:cubicBezTo>
                  <a:pt x="332013" y="441510"/>
                  <a:pt x="322390" y="431883"/>
                  <a:pt x="322390" y="420018"/>
                </a:cubicBezTo>
                <a:cubicBezTo>
                  <a:pt x="322390" y="408145"/>
                  <a:pt x="332013" y="398518"/>
                  <a:pt x="343882" y="398518"/>
                </a:cubicBezTo>
                <a:close/>
                <a:moveTo>
                  <a:pt x="263287" y="398518"/>
                </a:moveTo>
                <a:cubicBezTo>
                  <a:pt x="275160" y="398518"/>
                  <a:pt x="284778" y="408145"/>
                  <a:pt x="284778" y="420018"/>
                </a:cubicBezTo>
                <a:cubicBezTo>
                  <a:pt x="284778" y="431883"/>
                  <a:pt x="275156" y="441510"/>
                  <a:pt x="263287" y="441510"/>
                </a:cubicBezTo>
                <a:cubicBezTo>
                  <a:pt x="251414" y="441510"/>
                  <a:pt x="241792" y="431883"/>
                  <a:pt x="241792" y="420018"/>
                </a:cubicBezTo>
                <a:cubicBezTo>
                  <a:pt x="241792" y="408145"/>
                  <a:pt x="251414" y="398518"/>
                  <a:pt x="263287" y="398518"/>
                </a:cubicBezTo>
                <a:close/>
                <a:moveTo>
                  <a:pt x="182689" y="398518"/>
                </a:moveTo>
                <a:cubicBezTo>
                  <a:pt x="194562" y="398518"/>
                  <a:pt x="204184" y="408145"/>
                  <a:pt x="204184" y="420018"/>
                </a:cubicBezTo>
                <a:cubicBezTo>
                  <a:pt x="204184" y="431883"/>
                  <a:pt x="194557" y="441510"/>
                  <a:pt x="182689" y="441510"/>
                </a:cubicBezTo>
                <a:cubicBezTo>
                  <a:pt x="170820" y="441510"/>
                  <a:pt x="161193" y="431883"/>
                  <a:pt x="161193" y="420018"/>
                </a:cubicBezTo>
                <a:cubicBezTo>
                  <a:pt x="161193" y="408145"/>
                  <a:pt x="170816" y="398518"/>
                  <a:pt x="182689" y="398518"/>
                </a:cubicBezTo>
                <a:close/>
                <a:moveTo>
                  <a:pt x="102090" y="398518"/>
                </a:moveTo>
                <a:cubicBezTo>
                  <a:pt x="113963" y="398518"/>
                  <a:pt x="123585" y="408145"/>
                  <a:pt x="123585" y="420018"/>
                </a:cubicBezTo>
                <a:cubicBezTo>
                  <a:pt x="123585" y="431883"/>
                  <a:pt x="113963" y="441510"/>
                  <a:pt x="102090" y="441510"/>
                </a:cubicBezTo>
                <a:cubicBezTo>
                  <a:pt x="90217" y="441510"/>
                  <a:pt x="80599" y="431883"/>
                  <a:pt x="80599" y="420018"/>
                </a:cubicBezTo>
                <a:cubicBezTo>
                  <a:pt x="80599" y="408145"/>
                  <a:pt x="90217" y="398518"/>
                  <a:pt x="102090" y="398518"/>
                </a:cubicBezTo>
                <a:close/>
                <a:moveTo>
                  <a:pt x="21496" y="318820"/>
                </a:moveTo>
                <a:cubicBezTo>
                  <a:pt x="33360" y="318820"/>
                  <a:pt x="42987" y="328438"/>
                  <a:pt x="42987" y="340311"/>
                </a:cubicBezTo>
                <a:cubicBezTo>
                  <a:pt x="42987" y="352184"/>
                  <a:pt x="33360" y="361802"/>
                  <a:pt x="21496" y="361802"/>
                </a:cubicBezTo>
                <a:cubicBezTo>
                  <a:pt x="9623" y="361802"/>
                  <a:pt x="0" y="352184"/>
                  <a:pt x="0" y="340311"/>
                </a:cubicBezTo>
                <a:cubicBezTo>
                  <a:pt x="0" y="328438"/>
                  <a:pt x="9623" y="318820"/>
                  <a:pt x="21496" y="318820"/>
                </a:cubicBezTo>
                <a:close/>
                <a:moveTo>
                  <a:pt x="343882" y="318820"/>
                </a:moveTo>
                <a:cubicBezTo>
                  <a:pt x="355755" y="318820"/>
                  <a:pt x="365377" y="328438"/>
                  <a:pt x="365377" y="340311"/>
                </a:cubicBezTo>
                <a:cubicBezTo>
                  <a:pt x="365377" y="352184"/>
                  <a:pt x="355755" y="361802"/>
                  <a:pt x="343882" y="361802"/>
                </a:cubicBezTo>
                <a:cubicBezTo>
                  <a:pt x="332013" y="361802"/>
                  <a:pt x="322390" y="352184"/>
                  <a:pt x="322390" y="340311"/>
                </a:cubicBezTo>
                <a:cubicBezTo>
                  <a:pt x="322390" y="328438"/>
                  <a:pt x="332013" y="318820"/>
                  <a:pt x="343882" y="318820"/>
                </a:cubicBezTo>
                <a:close/>
                <a:moveTo>
                  <a:pt x="263287" y="318820"/>
                </a:moveTo>
                <a:cubicBezTo>
                  <a:pt x="275160" y="318820"/>
                  <a:pt x="284778" y="328438"/>
                  <a:pt x="284778" y="340311"/>
                </a:cubicBezTo>
                <a:cubicBezTo>
                  <a:pt x="284778" y="352184"/>
                  <a:pt x="275156" y="361802"/>
                  <a:pt x="263287" y="361802"/>
                </a:cubicBezTo>
                <a:cubicBezTo>
                  <a:pt x="251414" y="361802"/>
                  <a:pt x="241792" y="352184"/>
                  <a:pt x="241792" y="340311"/>
                </a:cubicBezTo>
                <a:cubicBezTo>
                  <a:pt x="241792" y="328438"/>
                  <a:pt x="251414" y="318820"/>
                  <a:pt x="263287" y="318820"/>
                </a:cubicBezTo>
                <a:close/>
                <a:moveTo>
                  <a:pt x="182689" y="318820"/>
                </a:moveTo>
                <a:cubicBezTo>
                  <a:pt x="194562" y="318820"/>
                  <a:pt x="204184" y="328438"/>
                  <a:pt x="204184" y="340311"/>
                </a:cubicBezTo>
                <a:cubicBezTo>
                  <a:pt x="204184" y="352184"/>
                  <a:pt x="194557" y="361802"/>
                  <a:pt x="182689" y="361802"/>
                </a:cubicBezTo>
                <a:cubicBezTo>
                  <a:pt x="170820" y="361802"/>
                  <a:pt x="161193" y="352184"/>
                  <a:pt x="161193" y="340311"/>
                </a:cubicBezTo>
                <a:cubicBezTo>
                  <a:pt x="161193" y="328438"/>
                  <a:pt x="170816" y="318820"/>
                  <a:pt x="182689" y="318820"/>
                </a:cubicBezTo>
                <a:close/>
                <a:moveTo>
                  <a:pt x="102090" y="318820"/>
                </a:moveTo>
                <a:cubicBezTo>
                  <a:pt x="113963" y="318820"/>
                  <a:pt x="123585" y="328438"/>
                  <a:pt x="123585" y="340311"/>
                </a:cubicBezTo>
                <a:cubicBezTo>
                  <a:pt x="123585" y="352184"/>
                  <a:pt x="113963" y="361802"/>
                  <a:pt x="102090" y="361802"/>
                </a:cubicBezTo>
                <a:cubicBezTo>
                  <a:pt x="90217" y="361802"/>
                  <a:pt x="80599" y="352184"/>
                  <a:pt x="80599" y="340311"/>
                </a:cubicBezTo>
                <a:cubicBezTo>
                  <a:pt x="80599" y="328438"/>
                  <a:pt x="90217" y="318820"/>
                  <a:pt x="102090" y="318820"/>
                </a:cubicBezTo>
                <a:close/>
                <a:moveTo>
                  <a:pt x="21496" y="239113"/>
                </a:moveTo>
                <a:cubicBezTo>
                  <a:pt x="33360" y="239113"/>
                  <a:pt x="42987" y="248731"/>
                  <a:pt x="42987" y="260604"/>
                </a:cubicBezTo>
                <a:cubicBezTo>
                  <a:pt x="42987" y="272477"/>
                  <a:pt x="33360" y="282100"/>
                  <a:pt x="21496" y="282100"/>
                </a:cubicBezTo>
                <a:cubicBezTo>
                  <a:pt x="9623" y="282100"/>
                  <a:pt x="0" y="272477"/>
                  <a:pt x="0" y="260604"/>
                </a:cubicBezTo>
                <a:cubicBezTo>
                  <a:pt x="0" y="248731"/>
                  <a:pt x="9623" y="239113"/>
                  <a:pt x="21496" y="239113"/>
                </a:cubicBezTo>
                <a:close/>
                <a:moveTo>
                  <a:pt x="343882" y="239113"/>
                </a:moveTo>
                <a:cubicBezTo>
                  <a:pt x="355755" y="239113"/>
                  <a:pt x="365377" y="248731"/>
                  <a:pt x="365377" y="260604"/>
                </a:cubicBezTo>
                <a:cubicBezTo>
                  <a:pt x="365377" y="272477"/>
                  <a:pt x="355755" y="282100"/>
                  <a:pt x="343882" y="282100"/>
                </a:cubicBezTo>
                <a:cubicBezTo>
                  <a:pt x="332013" y="282100"/>
                  <a:pt x="322390" y="272477"/>
                  <a:pt x="322390" y="260604"/>
                </a:cubicBezTo>
                <a:cubicBezTo>
                  <a:pt x="322390" y="248731"/>
                  <a:pt x="332013" y="239113"/>
                  <a:pt x="343882" y="239113"/>
                </a:cubicBezTo>
                <a:close/>
                <a:moveTo>
                  <a:pt x="263287" y="239113"/>
                </a:moveTo>
                <a:cubicBezTo>
                  <a:pt x="275160" y="239113"/>
                  <a:pt x="284778" y="248731"/>
                  <a:pt x="284778" y="260604"/>
                </a:cubicBezTo>
                <a:cubicBezTo>
                  <a:pt x="284778" y="272477"/>
                  <a:pt x="275156" y="282100"/>
                  <a:pt x="263287" y="282100"/>
                </a:cubicBezTo>
                <a:cubicBezTo>
                  <a:pt x="251414" y="282100"/>
                  <a:pt x="241792" y="272477"/>
                  <a:pt x="241792" y="260604"/>
                </a:cubicBezTo>
                <a:cubicBezTo>
                  <a:pt x="241792" y="248731"/>
                  <a:pt x="251414" y="239113"/>
                  <a:pt x="263287" y="239113"/>
                </a:cubicBezTo>
                <a:close/>
                <a:moveTo>
                  <a:pt x="182689" y="239113"/>
                </a:moveTo>
                <a:cubicBezTo>
                  <a:pt x="194562" y="239113"/>
                  <a:pt x="204184" y="248731"/>
                  <a:pt x="204184" y="260604"/>
                </a:cubicBezTo>
                <a:cubicBezTo>
                  <a:pt x="204184" y="272477"/>
                  <a:pt x="194557" y="282100"/>
                  <a:pt x="182689" y="282100"/>
                </a:cubicBezTo>
                <a:cubicBezTo>
                  <a:pt x="170820" y="282100"/>
                  <a:pt x="161193" y="272477"/>
                  <a:pt x="161193" y="260604"/>
                </a:cubicBezTo>
                <a:cubicBezTo>
                  <a:pt x="161193" y="248731"/>
                  <a:pt x="170816" y="239113"/>
                  <a:pt x="182689" y="239113"/>
                </a:cubicBezTo>
                <a:close/>
                <a:moveTo>
                  <a:pt x="102090" y="239113"/>
                </a:moveTo>
                <a:cubicBezTo>
                  <a:pt x="113963" y="239113"/>
                  <a:pt x="123585" y="248731"/>
                  <a:pt x="123585" y="260604"/>
                </a:cubicBezTo>
                <a:cubicBezTo>
                  <a:pt x="123585" y="272477"/>
                  <a:pt x="113963" y="282100"/>
                  <a:pt x="102090" y="282100"/>
                </a:cubicBezTo>
                <a:cubicBezTo>
                  <a:pt x="90217" y="282100"/>
                  <a:pt x="80599" y="272477"/>
                  <a:pt x="80599" y="260604"/>
                </a:cubicBezTo>
                <a:cubicBezTo>
                  <a:pt x="80599" y="248731"/>
                  <a:pt x="90217" y="239113"/>
                  <a:pt x="102090" y="239113"/>
                </a:cubicBezTo>
                <a:close/>
                <a:moveTo>
                  <a:pt x="21496" y="159406"/>
                </a:moveTo>
                <a:cubicBezTo>
                  <a:pt x="33360" y="159406"/>
                  <a:pt x="42987" y="169024"/>
                  <a:pt x="42987" y="180897"/>
                </a:cubicBezTo>
                <a:cubicBezTo>
                  <a:pt x="42987" y="192774"/>
                  <a:pt x="33360" y="202392"/>
                  <a:pt x="21496" y="202392"/>
                </a:cubicBezTo>
                <a:cubicBezTo>
                  <a:pt x="9623" y="202392"/>
                  <a:pt x="0" y="192774"/>
                  <a:pt x="0" y="180897"/>
                </a:cubicBezTo>
                <a:cubicBezTo>
                  <a:pt x="0" y="169028"/>
                  <a:pt x="9623" y="159406"/>
                  <a:pt x="21496" y="159406"/>
                </a:cubicBezTo>
                <a:close/>
                <a:moveTo>
                  <a:pt x="343882" y="159406"/>
                </a:moveTo>
                <a:cubicBezTo>
                  <a:pt x="355755" y="159406"/>
                  <a:pt x="365377" y="169024"/>
                  <a:pt x="365377" y="180897"/>
                </a:cubicBezTo>
                <a:cubicBezTo>
                  <a:pt x="365377" y="192774"/>
                  <a:pt x="355755" y="202392"/>
                  <a:pt x="343882" y="202392"/>
                </a:cubicBezTo>
                <a:cubicBezTo>
                  <a:pt x="332013" y="202392"/>
                  <a:pt x="322390" y="192774"/>
                  <a:pt x="322390" y="180897"/>
                </a:cubicBezTo>
                <a:cubicBezTo>
                  <a:pt x="322390" y="169028"/>
                  <a:pt x="332013" y="159406"/>
                  <a:pt x="343882" y="159406"/>
                </a:cubicBezTo>
                <a:close/>
                <a:moveTo>
                  <a:pt x="263287" y="159406"/>
                </a:moveTo>
                <a:cubicBezTo>
                  <a:pt x="275160" y="159406"/>
                  <a:pt x="284778" y="169024"/>
                  <a:pt x="284778" y="180897"/>
                </a:cubicBezTo>
                <a:cubicBezTo>
                  <a:pt x="284778" y="192774"/>
                  <a:pt x="275156" y="202392"/>
                  <a:pt x="263287" y="202392"/>
                </a:cubicBezTo>
                <a:cubicBezTo>
                  <a:pt x="251414" y="202392"/>
                  <a:pt x="241792" y="192774"/>
                  <a:pt x="241792" y="180897"/>
                </a:cubicBezTo>
                <a:cubicBezTo>
                  <a:pt x="241792" y="169028"/>
                  <a:pt x="251414" y="159406"/>
                  <a:pt x="263287" y="159406"/>
                </a:cubicBezTo>
                <a:close/>
                <a:moveTo>
                  <a:pt x="182689" y="159406"/>
                </a:moveTo>
                <a:cubicBezTo>
                  <a:pt x="194562" y="159406"/>
                  <a:pt x="204184" y="169024"/>
                  <a:pt x="204184" y="180897"/>
                </a:cubicBezTo>
                <a:cubicBezTo>
                  <a:pt x="204184" y="192774"/>
                  <a:pt x="194557" y="202392"/>
                  <a:pt x="182689" y="202392"/>
                </a:cubicBezTo>
                <a:cubicBezTo>
                  <a:pt x="170820" y="202392"/>
                  <a:pt x="161193" y="192774"/>
                  <a:pt x="161193" y="180897"/>
                </a:cubicBezTo>
                <a:cubicBezTo>
                  <a:pt x="161193" y="169028"/>
                  <a:pt x="170816" y="159406"/>
                  <a:pt x="182689" y="159406"/>
                </a:cubicBezTo>
                <a:close/>
                <a:moveTo>
                  <a:pt x="102090" y="159406"/>
                </a:moveTo>
                <a:cubicBezTo>
                  <a:pt x="113963" y="159406"/>
                  <a:pt x="123585" y="169024"/>
                  <a:pt x="123585" y="180897"/>
                </a:cubicBezTo>
                <a:cubicBezTo>
                  <a:pt x="123585" y="192774"/>
                  <a:pt x="113963" y="202392"/>
                  <a:pt x="102090" y="202392"/>
                </a:cubicBezTo>
                <a:cubicBezTo>
                  <a:pt x="90217" y="202392"/>
                  <a:pt x="80599" y="192774"/>
                  <a:pt x="80599" y="180897"/>
                </a:cubicBezTo>
                <a:cubicBezTo>
                  <a:pt x="80599" y="169028"/>
                  <a:pt x="90217" y="159406"/>
                  <a:pt x="102090" y="159406"/>
                </a:cubicBezTo>
                <a:close/>
                <a:moveTo>
                  <a:pt x="21496" y="79703"/>
                </a:moveTo>
                <a:cubicBezTo>
                  <a:pt x="33360" y="79703"/>
                  <a:pt x="42987" y="89325"/>
                  <a:pt x="42987" y="101198"/>
                </a:cubicBezTo>
                <a:cubicBezTo>
                  <a:pt x="42987" y="113071"/>
                  <a:pt x="33360" y="122690"/>
                  <a:pt x="21496" y="122690"/>
                </a:cubicBezTo>
                <a:cubicBezTo>
                  <a:pt x="9623" y="122690"/>
                  <a:pt x="0" y="113071"/>
                  <a:pt x="0" y="101198"/>
                </a:cubicBezTo>
                <a:cubicBezTo>
                  <a:pt x="0" y="89325"/>
                  <a:pt x="9623" y="79703"/>
                  <a:pt x="21496" y="79703"/>
                </a:cubicBezTo>
                <a:close/>
                <a:moveTo>
                  <a:pt x="343882" y="79703"/>
                </a:moveTo>
                <a:cubicBezTo>
                  <a:pt x="355755" y="79703"/>
                  <a:pt x="365377" y="89325"/>
                  <a:pt x="365377" y="101198"/>
                </a:cubicBezTo>
                <a:cubicBezTo>
                  <a:pt x="365377" y="113071"/>
                  <a:pt x="355755" y="122690"/>
                  <a:pt x="343882" y="122690"/>
                </a:cubicBezTo>
                <a:cubicBezTo>
                  <a:pt x="332013" y="122690"/>
                  <a:pt x="322390" y="113071"/>
                  <a:pt x="322390" y="101198"/>
                </a:cubicBezTo>
                <a:cubicBezTo>
                  <a:pt x="322390" y="89325"/>
                  <a:pt x="332013" y="79703"/>
                  <a:pt x="343882" y="79703"/>
                </a:cubicBezTo>
                <a:close/>
                <a:moveTo>
                  <a:pt x="263287" y="79703"/>
                </a:moveTo>
                <a:cubicBezTo>
                  <a:pt x="275160" y="79703"/>
                  <a:pt x="284778" y="89325"/>
                  <a:pt x="284778" y="101198"/>
                </a:cubicBezTo>
                <a:cubicBezTo>
                  <a:pt x="284778" y="113071"/>
                  <a:pt x="275156" y="122690"/>
                  <a:pt x="263287" y="122690"/>
                </a:cubicBezTo>
                <a:cubicBezTo>
                  <a:pt x="251414" y="122690"/>
                  <a:pt x="241792" y="113071"/>
                  <a:pt x="241792" y="101198"/>
                </a:cubicBezTo>
                <a:cubicBezTo>
                  <a:pt x="241792" y="89325"/>
                  <a:pt x="251414" y="79703"/>
                  <a:pt x="263287" y="79703"/>
                </a:cubicBezTo>
                <a:close/>
                <a:moveTo>
                  <a:pt x="182689" y="79703"/>
                </a:moveTo>
                <a:cubicBezTo>
                  <a:pt x="194562" y="79703"/>
                  <a:pt x="204184" y="89325"/>
                  <a:pt x="204184" y="101198"/>
                </a:cubicBezTo>
                <a:cubicBezTo>
                  <a:pt x="204184" y="113071"/>
                  <a:pt x="194557" y="122690"/>
                  <a:pt x="182689" y="122690"/>
                </a:cubicBezTo>
                <a:cubicBezTo>
                  <a:pt x="170820" y="122690"/>
                  <a:pt x="161193" y="113071"/>
                  <a:pt x="161193" y="101198"/>
                </a:cubicBezTo>
                <a:cubicBezTo>
                  <a:pt x="161193" y="89325"/>
                  <a:pt x="170816" y="79703"/>
                  <a:pt x="182689" y="79703"/>
                </a:cubicBezTo>
                <a:close/>
                <a:moveTo>
                  <a:pt x="102090" y="79703"/>
                </a:moveTo>
                <a:cubicBezTo>
                  <a:pt x="113963" y="79703"/>
                  <a:pt x="123585" y="89325"/>
                  <a:pt x="123585" y="101198"/>
                </a:cubicBezTo>
                <a:cubicBezTo>
                  <a:pt x="123585" y="113071"/>
                  <a:pt x="113963" y="122690"/>
                  <a:pt x="102090" y="122690"/>
                </a:cubicBezTo>
                <a:cubicBezTo>
                  <a:pt x="90217" y="122690"/>
                  <a:pt x="80599" y="113071"/>
                  <a:pt x="80599" y="101198"/>
                </a:cubicBezTo>
                <a:cubicBezTo>
                  <a:pt x="80599" y="89325"/>
                  <a:pt x="90217" y="79703"/>
                  <a:pt x="102090" y="79703"/>
                </a:cubicBezTo>
                <a:close/>
                <a:moveTo>
                  <a:pt x="343882" y="0"/>
                </a:moveTo>
                <a:cubicBezTo>
                  <a:pt x="355755" y="0"/>
                  <a:pt x="365377" y="9618"/>
                  <a:pt x="365377" y="21491"/>
                </a:cubicBezTo>
                <a:cubicBezTo>
                  <a:pt x="365377" y="33364"/>
                  <a:pt x="355755" y="42983"/>
                  <a:pt x="343882" y="42983"/>
                </a:cubicBezTo>
                <a:cubicBezTo>
                  <a:pt x="332013" y="42983"/>
                  <a:pt x="322390" y="33364"/>
                  <a:pt x="322390" y="21491"/>
                </a:cubicBezTo>
                <a:cubicBezTo>
                  <a:pt x="322390" y="9618"/>
                  <a:pt x="332013" y="0"/>
                  <a:pt x="343882" y="0"/>
                </a:cubicBezTo>
                <a:close/>
                <a:moveTo>
                  <a:pt x="263287" y="0"/>
                </a:moveTo>
                <a:cubicBezTo>
                  <a:pt x="275160" y="0"/>
                  <a:pt x="284778" y="9618"/>
                  <a:pt x="284778" y="21491"/>
                </a:cubicBezTo>
                <a:cubicBezTo>
                  <a:pt x="284778" y="33364"/>
                  <a:pt x="275156" y="42983"/>
                  <a:pt x="263287" y="42983"/>
                </a:cubicBezTo>
                <a:cubicBezTo>
                  <a:pt x="251414" y="42983"/>
                  <a:pt x="241792" y="33364"/>
                  <a:pt x="241792" y="21491"/>
                </a:cubicBezTo>
                <a:cubicBezTo>
                  <a:pt x="241792" y="9618"/>
                  <a:pt x="251414" y="0"/>
                  <a:pt x="263287" y="0"/>
                </a:cubicBezTo>
                <a:close/>
                <a:moveTo>
                  <a:pt x="182689" y="0"/>
                </a:moveTo>
                <a:cubicBezTo>
                  <a:pt x="194562" y="0"/>
                  <a:pt x="204184" y="9618"/>
                  <a:pt x="204184" y="21491"/>
                </a:cubicBezTo>
                <a:cubicBezTo>
                  <a:pt x="204184" y="33364"/>
                  <a:pt x="194557" y="42983"/>
                  <a:pt x="182689" y="42983"/>
                </a:cubicBezTo>
                <a:cubicBezTo>
                  <a:pt x="170820" y="42983"/>
                  <a:pt x="161193" y="33364"/>
                  <a:pt x="161193" y="21491"/>
                </a:cubicBezTo>
                <a:cubicBezTo>
                  <a:pt x="161193" y="9618"/>
                  <a:pt x="170816" y="0"/>
                  <a:pt x="182689" y="0"/>
                </a:cubicBezTo>
                <a:close/>
                <a:moveTo>
                  <a:pt x="102090" y="0"/>
                </a:moveTo>
                <a:cubicBezTo>
                  <a:pt x="113963" y="0"/>
                  <a:pt x="123585" y="9618"/>
                  <a:pt x="123585" y="21491"/>
                </a:cubicBezTo>
                <a:cubicBezTo>
                  <a:pt x="123585" y="33364"/>
                  <a:pt x="113963" y="42983"/>
                  <a:pt x="102090" y="42983"/>
                </a:cubicBezTo>
                <a:cubicBezTo>
                  <a:pt x="90217" y="42983"/>
                  <a:pt x="80599" y="33364"/>
                  <a:pt x="80599" y="21491"/>
                </a:cubicBezTo>
                <a:cubicBezTo>
                  <a:pt x="80599" y="9618"/>
                  <a:pt x="90217" y="0"/>
                  <a:pt x="102090" y="0"/>
                </a:cubicBezTo>
                <a:close/>
              </a:path>
            </a:pathLst>
          </a:custGeom>
          <a:solidFill>
            <a:schemeClr val="bg1"/>
          </a:soli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22" name="图形"/>
          <p:cNvSpPr/>
          <p:nvPr/>
        </p:nvSpPr>
        <p:spPr>
          <a:xfrm flipH="1">
            <a:off x="8686801" y="-116"/>
            <a:ext cx="6224180" cy="184903"/>
          </a:xfrm>
          <a:custGeom>
            <a:avLst/>
            <a:gdLst>
              <a:gd name="connsiteX0" fmla="*/ 0 w 6224180"/>
              <a:gd name="connsiteY0" fmla="*/ 0 h 184903"/>
              <a:gd name="connsiteX1" fmla="*/ 6224180 w 6224180"/>
              <a:gd name="connsiteY1" fmla="*/ 0 h 184903"/>
              <a:gd name="connsiteX2" fmla="*/ 6117735 w 6224180"/>
              <a:gd name="connsiteY2" fmla="*/ 184903 h 184903"/>
              <a:gd name="connsiteX3" fmla="*/ 0 w 6224180"/>
              <a:gd name="connsiteY3" fmla="*/ 184903 h 184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4180" h="184903">
                <a:moveTo>
                  <a:pt x="0" y="0"/>
                </a:moveTo>
                <a:lnTo>
                  <a:pt x="6224180" y="0"/>
                </a:lnTo>
                <a:lnTo>
                  <a:pt x="6117735" y="184903"/>
                </a:lnTo>
                <a:lnTo>
                  <a:pt x="0" y="18490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0" name="图形"/>
          <p:cNvSpPr txBox="1"/>
          <p:nvPr/>
        </p:nvSpPr>
        <p:spPr>
          <a:xfrm>
            <a:off x="8905953" y="184947"/>
            <a:ext cx="1963527" cy="3737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3900">
                <a:solidFill>
                  <a:srgbClr val="000000"/>
                </a:solidFill>
                <a:latin typeface="宋体" panose="02010600030101010101" pitchFamily="2" charset="-122"/>
                <a:ea typeface="包图粗黑体" panose="02000800000000000000" charset="-122"/>
                <a:sym typeface="宋体" panose="02010600030101010101" pitchFamily="2" charset="-122"/>
              </a:rPr>
              <a:t>4</a:t>
            </a:r>
          </a:p>
        </p:txBody>
      </p:sp>
      <p:grpSp>
        <p:nvGrpSpPr>
          <p:cNvPr id="12" name="图形"/>
          <p:cNvGrpSpPr/>
          <p:nvPr/>
        </p:nvGrpSpPr>
        <p:grpSpPr>
          <a:xfrm>
            <a:off x="5534660" y="2013585"/>
            <a:ext cx="2697480" cy="651510"/>
            <a:chOff x="1719" y="3692"/>
            <a:chExt cx="2266" cy="771"/>
          </a:xfrm>
        </p:grpSpPr>
        <p:sp>
          <p:nvSpPr>
            <p:cNvPr id="72" name="图形"/>
            <p:cNvSpPr/>
            <p:nvPr>
              <p:custDataLst>
                <p:tags r:id="rId2"/>
              </p:custDataLst>
            </p:nvPr>
          </p:nvSpPr>
          <p:spPr>
            <a:xfrm>
              <a:off x="1719" y="3692"/>
              <a:ext cx="2266" cy="771"/>
            </a:xfrm>
            <a:prstGeom prst="homePlat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" tIns="36576" rIns="73152" bIns="36576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75" name="图形"/>
            <p:cNvSpPr txBox="1"/>
            <p:nvPr>
              <p:custDataLst>
                <p:tags r:id="rId3"/>
              </p:custDataLst>
            </p:nvPr>
          </p:nvSpPr>
          <p:spPr>
            <a:xfrm>
              <a:off x="1719" y="3702"/>
              <a:ext cx="2268" cy="6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zh-CN" altLang="zh-CN" sz="3200" b="1">
                  <a:solidFill>
                    <a:schemeClr val="bg1"/>
                  </a:solidFill>
                  <a:uFillTx/>
                  <a:latin typeface="宋体" panose="02010600030101010101" pitchFamily="2" charset="-122"/>
                  <a:ea typeface="阿里巴巴普惠体"/>
                  <a:cs typeface="阿里巴巴普惠体" panose="00020600040101010101" charset="-122"/>
                  <a:sym typeface="宋体" panose="02010600030101010101" pitchFamily="2" charset="-122"/>
                </a:rPr>
                <a:t>PART 4</a:t>
              </a:r>
            </a:p>
          </p:txBody>
        </p:sp>
      </p:grpSp>
      <p:sp>
        <p:nvSpPr>
          <p:cNvPr id="28" name="图形"/>
          <p:cNvSpPr/>
          <p:nvPr userDrawn="1"/>
        </p:nvSpPr>
        <p:spPr>
          <a:xfrm rot="780000">
            <a:off x="4725671" y="-282575"/>
            <a:ext cx="1916067" cy="2917502"/>
          </a:xfrm>
          <a:custGeom>
            <a:avLst/>
            <a:gdLst>
              <a:gd name="connsiteX0" fmla="*/ 376361 w 376361"/>
              <a:gd name="connsiteY0" fmla="*/ 0 h 573066"/>
              <a:gd name="connsiteX1" fmla="*/ 33524 w 376361"/>
              <a:gd name="connsiteY1" fmla="*/ 573067 h 573066"/>
              <a:gd name="connsiteX2" fmla="*/ 0 w 376361"/>
              <a:gd name="connsiteY2" fmla="*/ 573067 h 573066"/>
              <a:gd name="connsiteX3" fmla="*/ 342837 w 376361"/>
              <a:gd name="connsiteY3" fmla="*/ 0 h 573066"/>
              <a:gd name="connsiteX4" fmla="*/ 376361 w 376361"/>
              <a:gd name="connsiteY4" fmla="*/ 0 h 573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361" h="573066">
                <a:moveTo>
                  <a:pt x="376361" y="0"/>
                </a:moveTo>
                <a:lnTo>
                  <a:pt x="33524" y="573067"/>
                </a:lnTo>
                <a:lnTo>
                  <a:pt x="0" y="573067"/>
                </a:lnTo>
                <a:lnTo>
                  <a:pt x="342837" y="0"/>
                </a:lnTo>
                <a:lnTo>
                  <a:pt x="376361" y="0"/>
                </a:lnTo>
                <a:close/>
              </a:path>
            </a:pathLst>
          </a:custGeom>
          <a:gradFill>
            <a:gsLst>
              <a:gs pos="2000">
                <a:schemeClr val="bg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27" name="文本框 26"/>
          <p:cNvSpPr txBox="1"/>
          <p:nvPr/>
        </p:nvSpPr>
        <p:spPr>
          <a:xfrm>
            <a:off x="4312862" y="2890360"/>
            <a:ext cx="5823826" cy="169966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50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实践路径探索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1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44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45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46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47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48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49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50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51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52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53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54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实践路径探索 &gt; 1. 强化垃圾分类与回收体系</a:t>
            </a:r>
          </a:p>
        </p:txBody>
      </p:sp>
      <p:sp>
        <p:nvSpPr>
          <p:cNvPr id="42" name="TextBox 30"/>
          <p:cNvSpPr txBox="1"/>
          <p:nvPr/>
        </p:nvSpPr>
        <p:spPr>
          <a:xfrm>
            <a:off x="2279576" y="4947207"/>
            <a:ext cx="2232248" cy="1217154"/>
          </a:xfrm>
          <a:prstGeom prst="rect">
            <a:avLst/>
          </a:prstGeom>
          <a:noFill/>
        </p:spPr>
        <p:txBody>
          <a:bodyPr wrap="square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07060" indent="-173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16025" indent="-3492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826260" indent="-5257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435225" indent="-7016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167255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600960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034030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>
            <a:pPr algn="ctr" defTabSz="1219200">
              <a:lnSpc>
                <a:spcPct val="120000"/>
              </a:lnSpc>
              <a:defRPr/>
            </a:pPr>
            <a:r>
              <a:rPr lang="zh-CN" altLang="en-US" sz="2000" dirty="0">
                <a:solidFill>
                  <a:schemeClr val="dk1">
                    <a:lumMod val="100000"/>
                  </a:schemeClr>
                </a:solidFill>
                <a:latin typeface="宋体" panose="02010600030101010101" pitchFamily="2" charset="-122"/>
                <a:ea typeface="微软雅黑 Light" panose="020B0502040204020203" charset="-122"/>
                <a:sym typeface="宋体" panose="02010600030101010101" pitchFamily="2" charset="-122"/>
              </a:rPr>
              <a:t>加强宣传教育，提高公众垃圾分类意识</a:t>
            </a:r>
          </a:p>
        </p:txBody>
      </p:sp>
      <p:sp>
        <p:nvSpPr>
          <p:cNvPr id="43" name="Rectangle 31"/>
          <p:cNvSpPr/>
          <p:nvPr/>
        </p:nvSpPr>
        <p:spPr>
          <a:xfrm>
            <a:off x="2613574" y="4383890"/>
            <a:ext cx="1699542" cy="394987"/>
          </a:xfrm>
          <a:prstGeom prst="rect">
            <a:avLst/>
          </a:prstGeom>
        </p:spPr>
        <p:txBody>
          <a:bodyPr wrap="square"/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07060" indent="-173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16025" indent="-3492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826260" indent="-5257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435225" indent="-7016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167255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600960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034030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>
            <a:pPr algn="ctr">
              <a:spcBef>
                <a:spcPct val="0"/>
              </a:spcBef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微软雅黑 Light" panose="020B0502040204020203" charset="-122"/>
                <a:sym typeface="宋体" panose="02010600030101010101" pitchFamily="2" charset="-122"/>
              </a:rPr>
              <a:t>推广普及</a:t>
            </a:r>
          </a:p>
        </p:txBody>
      </p:sp>
      <p:grpSp>
        <p:nvGrpSpPr>
          <p:cNvPr id="55" name="Group 5"/>
          <p:cNvGrpSpPr/>
          <p:nvPr/>
        </p:nvGrpSpPr>
        <p:grpSpPr>
          <a:xfrm>
            <a:off x="2675016" y="1613145"/>
            <a:ext cx="1529870" cy="2542559"/>
            <a:chOff x="1339482" y="1448780"/>
            <a:chExt cx="1530100" cy="2542884"/>
          </a:xfrm>
        </p:grpSpPr>
        <p:grpSp>
          <p:nvGrpSpPr>
            <p:cNvPr id="36" name="Group 24"/>
            <p:cNvGrpSpPr/>
            <p:nvPr/>
          </p:nvGrpSpPr>
          <p:grpSpPr>
            <a:xfrm>
              <a:off x="1339482" y="1448780"/>
              <a:ext cx="1530100" cy="2542884"/>
              <a:chOff x="1143000" y="1352550"/>
              <a:chExt cx="1066800" cy="1772921"/>
            </a:xfrm>
          </p:grpSpPr>
          <p:grpSp>
            <p:nvGrpSpPr>
              <p:cNvPr id="38" name="Group 25"/>
              <p:cNvGrpSpPr/>
              <p:nvPr/>
            </p:nvGrpSpPr>
            <p:grpSpPr>
              <a:xfrm>
                <a:off x="1220656" y="1995170"/>
                <a:ext cx="911488" cy="1130301"/>
                <a:chOff x="1147877" y="1942143"/>
                <a:chExt cx="911488" cy="1130301"/>
              </a:xfrm>
            </p:grpSpPr>
            <p:sp>
              <p:nvSpPr>
                <p:cNvPr id="40" name="Arrow: Notched Right 27"/>
                <p:cNvSpPr/>
                <p:nvPr/>
              </p:nvSpPr>
              <p:spPr>
                <a:xfrm rot="3952631" flipH="1">
                  <a:off x="1271327" y="2284405"/>
                  <a:ext cx="1130300" cy="445776"/>
                </a:xfrm>
                <a:prstGeom prst="notchedRightArrow">
                  <a:avLst>
                    <a:gd name="adj1" fmla="val 100000"/>
                    <a:gd name="adj2" fmla="val 58021"/>
                  </a:avLst>
                </a:prstGeom>
                <a:solidFill>
                  <a:schemeClr val="accent1"/>
                </a:solidFill>
                <a:ln w="19050">
                  <a:noFill/>
                  <a:round/>
                </a:ln>
              </p:spPr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607060" indent="-173355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216025" indent="-34925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826260" indent="-52578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435225" indent="-701675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167255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600960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034030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8pPr>
                </a:lstStyle>
                <a:p>
                  <a:endParaRPr/>
                </a:p>
              </p:txBody>
            </p:sp>
            <p:sp>
              <p:nvSpPr>
                <p:cNvPr id="41" name="Arrow: Notched Right 28"/>
                <p:cNvSpPr/>
                <p:nvPr/>
              </p:nvSpPr>
              <p:spPr>
                <a:xfrm rot="17647368">
                  <a:off x="805615" y="2284406"/>
                  <a:ext cx="1130300" cy="445776"/>
                </a:xfrm>
                <a:prstGeom prst="notchedRightArrow">
                  <a:avLst>
                    <a:gd name="adj1" fmla="val 100000"/>
                    <a:gd name="adj2" fmla="val 58021"/>
                  </a:avLst>
                </a:prstGeom>
                <a:solidFill>
                  <a:schemeClr val="accent1"/>
                </a:solidFill>
                <a:ln w="19050">
                  <a:noFill/>
                  <a:round/>
                </a:ln>
              </p:spPr>
              <p:txBody>
                <a:bodyPr anchor="ctr"/>
                <a:lstStyle>
                  <a:defPPr>
                    <a:defRPr lang="zh-CN"/>
                  </a:defPPr>
                  <a:lvl1pPr marL="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607060" indent="-173355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216025" indent="-34925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826260" indent="-52578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435225" indent="-701675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167255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600960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034030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8pPr>
                </a:lstStyle>
                <a:p>
                  <a:endParaRPr/>
                </a:p>
              </p:txBody>
            </p:sp>
          </p:grpSp>
          <p:sp>
            <p:nvSpPr>
              <p:cNvPr id="39" name="Oval 26"/>
              <p:cNvSpPr/>
              <p:nvPr/>
            </p:nvSpPr>
            <p:spPr>
              <a:xfrm>
                <a:off x="1143000" y="1352550"/>
                <a:ext cx="1066800" cy="10668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1"/>
                </a:solidFill>
                <a:round/>
              </a:ln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607060" indent="-17335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1216025" indent="-34925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826260" indent="-52578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2435225" indent="-70167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167255" algn="l" defTabSz="866775" rtl="0" eaLnBrk="1" latinLnBrk="0" hangingPunct="1"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600960" algn="l" defTabSz="866775" rtl="0" eaLnBrk="1" latinLnBrk="0" hangingPunct="1"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034030" algn="l" defTabSz="866775" rtl="0" eaLnBrk="1" latinLnBrk="0" hangingPunct="1"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sp>
          <p:nvSpPr>
            <p:cNvPr id="37" name="Freeform: Shape 32"/>
            <p:cNvSpPr/>
            <p:nvPr/>
          </p:nvSpPr>
          <p:spPr>
            <a:xfrm>
              <a:off x="1700754" y="1877630"/>
              <a:ext cx="807557" cy="692188"/>
            </a:xfrm>
            <a:custGeom>
              <a:avLst/>
              <a:gdLst/>
              <a:ahLst/>
              <a:cxnLst>
                <a:cxn ang="0">
                  <a:pos x="68" y="30"/>
                </a:cxn>
                <a:cxn ang="0">
                  <a:pos x="0" y="30"/>
                </a:cxn>
                <a:cxn ang="0">
                  <a:pos x="0" y="15"/>
                </a:cxn>
                <a:cxn ang="0">
                  <a:pos x="7" y="9"/>
                </a:cxn>
                <a:cxn ang="0">
                  <a:pos x="20" y="9"/>
                </a:cxn>
                <a:cxn ang="0">
                  <a:pos x="20" y="3"/>
                </a:cxn>
                <a:cxn ang="0">
                  <a:pos x="24" y="0"/>
                </a:cxn>
                <a:cxn ang="0">
                  <a:pos x="45" y="0"/>
                </a:cxn>
                <a:cxn ang="0">
                  <a:pos x="49" y="3"/>
                </a:cxn>
                <a:cxn ang="0">
                  <a:pos x="49" y="9"/>
                </a:cxn>
                <a:cxn ang="0">
                  <a:pos x="62" y="9"/>
                </a:cxn>
                <a:cxn ang="0">
                  <a:pos x="68" y="15"/>
                </a:cxn>
                <a:cxn ang="0">
                  <a:pos x="68" y="30"/>
                </a:cxn>
                <a:cxn ang="0">
                  <a:pos x="68" y="52"/>
                </a:cxn>
                <a:cxn ang="0">
                  <a:pos x="62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34"/>
                </a:cxn>
                <a:cxn ang="0">
                  <a:pos x="26" y="34"/>
                </a:cxn>
                <a:cxn ang="0">
                  <a:pos x="26" y="40"/>
                </a:cxn>
                <a:cxn ang="0">
                  <a:pos x="28" y="42"/>
                </a:cxn>
                <a:cxn ang="0">
                  <a:pos x="41" y="42"/>
                </a:cxn>
                <a:cxn ang="0">
                  <a:pos x="43" y="40"/>
                </a:cxn>
                <a:cxn ang="0">
                  <a:pos x="43" y="34"/>
                </a:cxn>
                <a:cxn ang="0">
                  <a:pos x="68" y="34"/>
                </a:cxn>
                <a:cxn ang="0">
                  <a:pos x="68" y="52"/>
                </a:cxn>
                <a:cxn ang="0">
                  <a:pos x="44" y="9"/>
                </a:cxn>
                <a:cxn ang="0">
                  <a:pos x="44" y="5"/>
                </a:cxn>
                <a:cxn ang="0">
                  <a:pos x="25" y="5"/>
                </a:cxn>
                <a:cxn ang="0">
                  <a:pos x="25" y="9"/>
                </a:cxn>
                <a:cxn ang="0">
                  <a:pos x="44" y="9"/>
                </a:cxn>
                <a:cxn ang="0">
                  <a:pos x="39" y="39"/>
                </a:cxn>
                <a:cxn ang="0">
                  <a:pos x="30" y="39"/>
                </a:cxn>
                <a:cxn ang="0">
                  <a:pos x="30" y="34"/>
                </a:cxn>
                <a:cxn ang="0">
                  <a:pos x="39" y="34"/>
                </a:cxn>
                <a:cxn ang="0">
                  <a:pos x="39" y="39"/>
                </a:cxn>
              </a:cxnLst>
              <a:rect l="0" t="0" r="r" b="b"/>
              <a:pathLst>
                <a:path w="68" h="57">
                  <a:moveTo>
                    <a:pt x="68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2"/>
                    <a:pt x="3" y="9"/>
                    <a:pt x="7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1"/>
                    <a:pt x="22" y="0"/>
                    <a:pt x="2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7" y="0"/>
                    <a:pt x="49" y="1"/>
                    <a:pt x="49" y="3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6" y="9"/>
                    <a:pt x="68" y="12"/>
                    <a:pt x="68" y="15"/>
                  </a:cubicBezTo>
                  <a:lnTo>
                    <a:pt x="68" y="30"/>
                  </a:lnTo>
                  <a:close/>
                  <a:moveTo>
                    <a:pt x="68" y="52"/>
                  </a:moveTo>
                  <a:cubicBezTo>
                    <a:pt x="68" y="55"/>
                    <a:pt x="66" y="58"/>
                    <a:pt x="62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41"/>
                    <a:pt x="27" y="42"/>
                    <a:pt x="28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2"/>
                    <a:pt x="43" y="41"/>
                    <a:pt x="43" y="40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68" y="34"/>
                    <a:pt x="68" y="34"/>
                    <a:pt x="68" y="34"/>
                  </a:cubicBezTo>
                  <a:lnTo>
                    <a:pt x="68" y="52"/>
                  </a:lnTo>
                  <a:close/>
                  <a:moveTo>
                    <a:pt x="44" y="9"/>
                  </a:moveTo>
                  <a:cubicBezTo>
                    <a:pt x="44" y="5"/>
                    <a:pt x="44" y="5"/>
                    <a:pt x="44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9"/>
                    <a:pt x="25" y="9"/>
                    <a:pt x="25" y="9"/>
                  </a:cubicBezTo>
                  <a:lnTo>
                    <a:pt x="44" y="9"/>
                  </a:lnTo>
                  <a:close/>
                  <a:moveTo>
                    <a:pt x="39" y="39"/>
                  </a:moveTo>
                  <a:cubicBezTo>
                    <a:pt x="30" y="39"/>
                    <a:pt x="30" y="39"/>
                    <a:pt x="30" y="39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9" y="34"/>
                    <a:pt x="39" y="34"/>
                    <a:pt x="39" y="34"/>
                  </a:cubicBezTo>
                  <a:lnTo>
                    <a:pt x="39" y="3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607060" indent="-17335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1216025" indent="-34925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826260" indent="-52578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2435225" indent="-70167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167255" algn="l" defTabSz="866775" rtl="0" eaLnBrk="1" latinLnBrk="0" hangingPunct="1"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600960" algn="l" defTabSz="866775" rtl="0" eaLnBrk="1" latinLnBrk="0" hangingPunct="1"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034030" algn="l" defTabSz="866775" rtl="0" eaLnBrk="1" latinLnBrk="0" hangingPunct="1"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</a:lstStyle>
            <a:p>
              <a:endParaRPr/>
            </a:p>
          </p:txBody>
        </p:sp>
      </p:grpSp>
      <p:sp>
        <p:nvSpPr>
          <p:cNvPr id="34" name="TextBox 39"/>
          <p:cNvSpPr txBox="1"/>
          <p:nvPr/>
        </p:nvSpPr>
        <p:spPr>
          <a:xfrm>
            <a:off x="5015880" y="4954430"/>
            <a:ext cx="2304256" cy="1371326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07060" indent="-173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16025" indent="-3492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826260" indent="-5257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435225" indent="-7016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167255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600960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034030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>
            <a:pPr algn="ctr" defTabSz="1219200">
              <a:lnSpc>
                <a:spcPct val="120000"/>
              </a:lnSpc>
              <a:defRPr/>
            </a:pPr>
            <a:r>
              <a:rPr lang="zh-CN" altLang="en-US" sz="2000" dirty="0">
                <a:solidFill>
                  <a:schemeClr val="dk1">
                    <a:lumMod val="100000"/>
                  </a:schemeClr>
                </a:solidFill>
                <a:latin typeface="宋体" panose="02010600030101010101" pitchFamily="2" charset="-122"/>
                <a:ea typeface="微软雅黑 Light" panose="020B0502040204020203" charset="-122"/>
                <a:sym typeface="宋体" panose="02010600030101010101" pitchFamily="2" charset="-122"/>
              </a:rPr>
              <a:t>增设智能回收站、可回收物暂存点等设施</a:t>
            </a:r>
          </a:p>
        </p:txBody>
      </p:sp>
      <p:sp>
        <p:nvSpPr>
          <p:cNvPr id="35" name="Rectangle 40"/>
          <p:cNvSpPr/>
          <p:nvPr/>
        </p:nvSpPr>
        <p:spPr>
          <a:xfrm>
            <a:off x="5015880" y="4383889"/>
            <a:ext cx="2376264" cy="402212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07060" indent="-173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16025" indent="-3492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826260" indent="-5257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435225" indent="-7016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167255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600960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034030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>
            <a:pPr algn="ctr">
              <a:spcBef>
                <a:spcPct val="0"/>
              </a:spcBef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微软雅黑 Light" panose="020B0502040204020203" charset="-122"/>
                <a:sym typeface="宋体" panose="02010600030101010101" pitchFamily="2" charset="-122"/>
              </a:rPr>
              <a:t>基础设施建设</a:t>
            </a:r>
          </a:p>
        </p:txBody>
      </p:sp>
      <p:grpSp>
        <p:nvGrpSpPr>
          <p:cNvPr id="9" name="Group 6"/>
          <p:cNvGrpSpPr/>
          <p:nvPr/>
        </p:nvGrpSpPr>
        <p:grpSpPr>
          <a:xfrm>
            <a:off x="5336183" y="1613145"/>
            <a:ext cx="1529870" cy="2542559"/>
            <a:chOff x="4000460" y="1448780"/>
            <a:chExt cx="1530100" cy="2542884"/>
          </a:xfrm>
        </p:grpSpPr>
        <p:grpSp>
          <p:nvGrpSpPr>
            <p:cNvPr id="24" name="Group 33"/>
            <p:cNvGrpSpPr/>
            <p:nvPr/>
          </p:nvGrpSpPr>
          <p:grpSpPr>
            <a:xfrm>
              <a:off x="4000460" y="1448780"/>
              <a:ext cx="1530100" cy="2542884"/>
              <a:chOff x="1143000" y="1352550"/>
              <a:chExt cx="1066800" cy="1772921"/>
            </a:xfrm>
          </p:grpSpPr>
          <p:grpSp>
            <p:nvGrpSpPr>
              <p:cNvPr id="26" name="Group 34"/>
              <p:cNvGrpSpPr/>
              <p:nvPr/>
            </p:nvGrpSpPr>
            <p:grpSpPr>
              <a:xfrm>
                <a:off x="1220656" y="1995170"/>
                <a:ext cx="911488" cy="1130301"/>
                <a:chOff x="1147877" y="1942143"/>
                <a:chExt cx="911488" cy="1130301"/>
              </a:xfrm>
            </p:grpSpPr>
            <p:sp>
              <p:nvSpPr>
                <p:cNvPr id="28" name="Arrow: Notched Right 36"/>
                <p:cNvSpPr/>
                <p:nvPr/>
              </p:nvSpPr>
              <p:spPr>
                <a:xfrm rot="3952631" flipH="1">
                  <a:off x="1271327" y="2284405"/>
                  <a:ext cx="1130300" cy="445776"/>
                </a:xfrm>
                <a:prstGeom prst="notchedRightArrow">
                  <a:avLst>
                    <a:gd name="adj1" fmla="val 100000"/>
                    <a:gd name="adj2" fmla="val 58021"/>
                  </a:avLst>
                </a:prstGeom>
                <a:solidFill>
                  <a:srgbClr val="613C1F"/>
                </a:solidFill>
                <a:ln w="19050">
                  <a:noFill/>
                  <a:round/>
                </a:ln>
              </p:spPr>
              <p:txBody>
                <a:bodyPr wrap="square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607060" indent="-173355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216025" indent="-34925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826260" indent="-52578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435225" indent="-701675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167255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600960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034030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8pPr>
                </a:lstStyle>
                <a:p>
                  <a:endParaRPr/>
                </a:p>
              </p:txBody>
            </p:sp>
            <p:sp>
              <p:nvSpPr>
                <p:cNvPr id="29" name="Arrow: Notched Right 37"/>
                <p:cNvSpPr/>
                <p:nvPr/>
              </p:nvSpPr>
              <p:spPr>
                <a:xfrm rot="17647368">
                  <a:off x="805615" y="2284406"/>
                  <a:ext cx="1130300" cy="445776"/>
                </a:xfrm>
                <a:prstGeom prst="notchedRightArrow">
                  <a:avLst>
                    <a:gd name="adj1" fmla="val 100000"/>
                    <a:gd name="adj2" fmla="val 58021"/>
                  </a:avLst>
                </a:prstGeom>
                <a:solidFill>
                  <a:srgbClr val="613C1F"/>
                </a:solidFill>
                <a:ln w="19050">
                  <a:noFill/>
                  <a:round/>
                </a:ln>
              </p:spPr>
              <p:txBody>
                <a:bodyPr wrap="square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607060" indent="-173355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216025" indent="-34925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826260" indent="-52578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435225" indent="-701675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167255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600960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034030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8pPr>
                </a:lstStyle>
                <a:p>
                  <a:endParaRPr/>
                </a:p>
              </p:txBody>
            </p:sp>
          </p:grpSp>
          <p:sp>
            <p:nvSpPr>
              <p:cNvPr id="27" name="Oval 35"/>
              <p:cNvSpPr/>
              <p:nvPr/>
            </p:nvSpPr>
            <p:spPr>
              <a:xfrm>
                <a:off x="1143000" y="1352550"/>
                <a:ext cx="1066800" cy="10668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rgbClr val="613C1F"/>
                </a:solidFill>
                <a:round/>
              </a:ln>
            </p:spPr>
            <p:txBody>
              <a:bodyPr wrap="square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607060" indent="-17335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1216025" indent="-34925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826260" indent="-52578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2435225" indent="-70167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167255" algn="l" defTabSz="866775" rtl="0" eaLnBrk="1" latinLnBrk="0" hangingPunct="1"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600960" algn="l" defTabSz="866775" rtl="0" eaLnBrk="1" latinLnBrk="0" hangingPunct="1"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034030" algn="l" defTabSz="866775" rtl="0" eaLnBrk="1" latinLnBrk="0" hangingPunct="1"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sp>
          <p:nvSpPr>
            <p:cNvPr id="25" name="Freeform: Shape 77"/>
            <p:cNvSpPr>
              <a:spLocks noChangeAspect="1"/>
            </p:cNvSpPr>
            <p:nvPr/>
          </p:nvSpPr>
          <p:spPr>
            <a:xfrm>
              <a:off x="4379949" y="1838162"/>
              <a:ext cx="771123" cy="771123"/>
            </a:xfrm>
            <a:custGeom>
              <a:avLst/>
              <a:gdLst/>
              <a:ahLst/>
              <a:cxnLst>
                <a:cxn ang="0">
                  <a:pos x="68" y="34"/>
                </a:cxn>
                <a:cxn ang="0">
                  <a:pos x="34" y="68"/>
                </a:cxn>
                <a:cxn ang="0">
                  <a:pos x="0" y="34"/>
                </a:cxn>
                <a:cxn ang="0">
                  <a:pos x="34" y="0"/>
                </a:cxn>
                <a:cxn ang="0">
                  <a:pos x="68" y="34"/>
                </a:cxn>
                <a:cxn ang="0">
                  <a:pos x="66" y="34"/>
                </a:cxn>
                <a:cxn ang="0">
                  <a:pos x="34" y="1"/>
                </a:cxn>
                <a:cxn ang="0">
                  <a:pos x="1" y="34"/>
                </a:cxn>
                <a:cxn ang="0">
                  <a:pos x="34" y="66"/>
                </a:cxn>
                <a:cxn ang="0">
                  <a:pos x="66" y="34"/>
                </a:cxn>
                <a:cxn ang="0">
                  <a:pos x="7" y="22"/>
                </a:cxn>
                <a:cxn ang="0">
                  <a:pos x="21" y="60"/>
                </a:cxn>
                <a:cxn ang="0">
                  <a:pos x="5" y="34"/>
                </a:cxn>
                <a:cxn ang="0">
                  <a:pos x="7" y="22"/>
                </a:cxn>
                <a:cxn ang="0">
                  <a:pos x="51" y="42"/>
                </a:cxn>
                <a:cxn ang="0">
                  <a:pos x="48" y="51"/>
                </a:cxn>
                <a:cxn ang="0">
                  <a:pos x="38" y="20"/>
                </a:cxn>
                <a:cxn ang="0">
                  <a:pos x="41" y="20"/>
                </a:cxn>
                <a:cxn ang="0">
                  <a:pos x="41" y="17"/>
                </a:cxn>
                <a:cxn ang="0">
                  <a:pos x="33" y="18"/>
                </a:cxn>
                <a:cxn ang="0">
                  <a:pos x="25" y="17"/>
                </a:cxn>
                <a:cxn ang="0">
                  <a:pos x="25" y="20"/>
                </a:cxn>
                <a:cxn ang="0">
                  <a:pos x="28" y="20"/>
                </a:cxn>
                <a:cxn ang="0">
                  <a:pos x="33" y="32"/>
                </a:cxn>
                <a:cxn ang="0">
                  <a:pos x="27" y="52"/>
                </a:cxn>
                <a:cxn ang="0">
                  <a:pos x="16" y="20"/>
                </a:cxn>
                <a:cxn ang="0">
                  <a:pos x="19" y="20"/>
                </a:cxn>
                <a:cxn ang="0">
                  <a:pos x="19" y="17"/>
                </a:cxn>
                <a:cxn ang="0">
                  <a:pos x="11" y="18"/>
                </a:cxn>
                <a:cxn ang="0">
                  <a:pos x="9" y="18"/>
                </a:cxn>
                <a:cxn ang="0">
                  <a:pos x="34" y="5"/>
                </a:cxn>
                <a:cxn ang="0">
                  <a:pos x="53" y="12"/>
                </a:cxn>
                <a:cxn ang="0">
                  <a:pos x="53" y="12"/>
                </a:cxn>
                <a:cxn ang="0">
                  <a:pos x="48" y="17"/>
                </a:cxn>
                <a:cxn ang="0">
                  <a:pos x="51" y="24"/>
                </a:cxn>
                <a:cxn ang="0">
                  <a:pos x="53" y="32"/>
                </a:cxn>
                <a:cxn ang="0">
                  <a:pos x="51" y="42"/>
                </a:cxn>
                <a:cxn ang="0">
                  <a:pos x="43" y="61"/>
                </a:cxn>
                <a:cxn ang="0">
                  <a:pos x="43" y="61"/>
                </a:cxn>
                <a:cxn ang="0">
                  <a:pos x="34" y="63"/>
                </a:cxn>
                <a:cxn ang="0">
                  <a:pos x="26" y="62"/>
                </a:cxn>
                <a:cxn ang="0">
                  <a:pos x="34" y="36"/>
                </a:cxn>
                <a:cxn ang="0">
                  <a:pos x="43" y="61"/>
                </a:cxn>
                <a:cxn ang="0">
                  <a:pos x="63" y="34"/>
                </a:cxn>
                <a:cxn ang="0">
                  <a:pos x="48" y="59"/>
                </a:cxn>
                <a:cxn ang="0">
                  <a:pos x="57" y="33"/>
                </a:cxn>
                <a:cxn ang="0">
                  <a:pos x="60" y="23"/>
                </a:cxn>
                <a:cxn ang="0">
                  <a:pos x="59" y="20"/>
                </a:cxn>
                <a:cxn ang="0">
                  <a:pos x="63" y="34"/>
                </a:cxn>
              </a:cxnLst>
              <a:rect l="0" t="0" r="r" b="b"/>
              <a:pathLst>
                <a:path w="68" h="68">
                  <a:moveTo>
                    <a:pt x="68" y="34"/>
                  </a:moveTo>
                  <a:cubicBezTo>
                    <a:pt x="68" y="52"/>
                    <a:pt x="53" y="68"/>
                    <a:pt x="34" y="68"/>
                  </a:cubicBezTo>
                  <a:cubicBezTo>
                    <a:pt x="15" y="68"/>
                    <a:pt x="0" y="52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53" y="0"/>
                    <a:pt x="68" y="15"/>
                    <a:pt x="68" y="34"/>
                  </a:cubicBezTo>
                  <a:close/>
                  <a:moveTo>
                    <a:pt x="66" y="34"/>
                  </a:moveTo>
                  <a:cubicBezTo>
                    <a:pt x="66" y="16"/>
                    <a:pt x="52" y="1"/>
                    <a:pt x="34" y="1"/>
                  </a:cubicBezTo>
                  <a:cubicBezTo>
                    <a:pt x="16" y="1"/>
                    <a:pt x="1" y="16"/>
                    <a:pt x="1" y="34"/>
                  </a:cubicBezTo>
                  <a:cubicBezTo>
                    <a:pt x="1" y="52"/>
                    <a:pt x="16" y="66"/>
                    <a:pt x="34" y="66"/>
                  </a:cubicBezTo>
                  <a:cubicBezTo>
                    <a:pt x="52" y="66"/>
                    <a:pt x="66" y="52"/>
                    <a:pt x="66" y="34"/>
                  </a:cubicBezTo>
                  <a:close/>
                  <a:moveTo>
                    <a:pt x="7" y="22"/>
                  </a:moveTo>
                  <a:cubicBezTo>
                    <a:pt x="21" y="60"/>
                    <a:pt x="21" y="60"/>
                    <a:pt x="21" y="60"/>
                  </a:cubicBezTo>
                  <a:cubicBezTo>
                    <a:pt x="11" y="55"/>
                    <a:pt x="5" y="45"/>
                    <a:pt x="5" y="34"/>
                  </a:cubicBezTo>
                  <a:cubicBezTo>
                    <a:pt x="5" y="29"/>
                    <a:pt x="5" y="25"/>
                    <a:pt x="7" y="22"/>
                  </a:cubicBezTo>
                  <a:close/>
                  <a:moveTo>
                    <a:pt x="51" y="42"/>
                  </a:moveTo>
                  <a:cubicBezTo>
                    <a:pt x="48" y="51"/>
                    <a:pt x="48" y="51"/>
                    <a:pt x="48" y="5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20"/>
                    <a:pt x="41" y="20"/>
                  </a:cubicBezTo>
                  <a:cubicBezTo>
                    <a:pt x="43" y="20"/>
                    <a:pt x="43" y="17"/>
                    <a:pt x="41" y="17"/>
                  </a:cubicBezTo>
                  <a:cubicBezTo>
                    <a:pt x="36" y="18"/>
                    <a:pt x="33" y="18"/>
                    <a:pt x="33" y="18"/>
                  </a:cubicBezTo>
                  <a:cubicBezTo>
                    <a:pt x="33" y="18"/>
                    <a:pt x="30" y="18"/>
                    <a:pt x="25" y="17"/>
                  </a:cubicBezTo>
                  <a:cubicBezTo>
                    <a:pt x="24" y="17"/>
                    <a:pt x="24" y="20"/>
                    <a:pt x="25" y="20"/>
                  </a:cubicBezTo>
                  <a:cubicBezTo>
                    <a:pt x="27" y="20"/>
                    <a:pt x="28" y="20"/>
                    <a:pt x="28" y="20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8" y="20"/>
                    <a:pt x="19" y="20"/>
                  </a:cubicBezTo>
                  <a:cubicBezTo>
                    <a:pt x="21" y="20"/>
                    <a:pt x="21" y="17"/>
                    <a:pt x="19" y="17"/>
                  </a:cubicBezTo>
                  <a:cubicBezTo>
                    <a:pt x="14" y="18"/>
                    <a:pt x="11" y="18"/>
                    <a:pt x="11" y="18"/>
                  </a:cubicBezTo>
                  <a:cubicBezTo>
                    <a:pt x="11" y="18"/>
                    <a:pt x="10" y="18"/>
                    <a:pt x="9" y="18"/>
                  </a:cubicBezTo>
                  <a:cubicBezTo>
                    <a:pt x="15" y="10"/>
                    <a:pt x="24" y="5"/>
                    <a:pt x="34" y="5"/>
                  </a:cubicBezTo>
                  <a:cubicBezTo>
                    <a:pt x="41" y="5"/>
                    <a:pt x="48" y="7"/>
                    <a:pt x="53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0" y="12"/>
                    <a:pt x="48" y="15"/>
                    <a:pt x="48" y="17"/>
                  </a:cubicBezTo>
                  <a:cubicBezTo>
                    <a:pt x="48" y="20"/>
                    <a:pt x="50" y="22"/>
                    <a:pt x="51" y="24"/>
                  </a:cubicBezTo>
                  <a:cubicBezTo>
                    <a:pt x="52" y="26"/>
                    <a:pt x="53" y="29"/>
                    <a:pt x="53" y="32"/>
                  </a:cubicBezTo>
                  <a:cubicBezTo>
                    <a:pt x="53" y="35"/>
                    <a:pt x="52" y="38"/>
                    <a:pt x="51" y="42"/>
                  </a:cubicBezTo>
                  <a:close/>
                  <a:moveTo>
                    <a:pt x="43" y="61"/>
                  </a:moveTo>
                  <a:cubicBezTo>
                    <a:pt x="43" y="61"/>
                    <a:pt x="43" y="61"/>
                    <a:pt x="43" y="61"/>
                  </a:cubicBezTo>
                  <a:cubicBezTo>
                    <a:pt x="40" y="62"/>
                    <a:pt x="37" y="63"/>
                    <a:pt x="34" y="63"/>
                  </a:cubicBezTo>
                  <a:cubicBezTo>
                    <a:pt x="31" y="63"/>
                    <a:pt x="28" y="62"/>
                    <a:pt x="26" y="62"/>
                  </a:cubicBezTo>
                  <a:cubicBezTo>
                    <a:pt x="34" y="36"/>
                    <a:pt x="34" y="36"/>
                    <a:pt x="34" y="36"/>
                  </a:cubicBezTo>
                  <a:lnTo>
                    <a:pt x="43" y="61"/>
                  </a:lnTo>
                  <a:close/>
                  <a:moveTo>
                    <a:pt x="63" y="34"/>
                  </a:moveTo>
                  <a:cubicBezTo>
                    <a:pt x="63" y="44"/>
                    <a:pt x="57" y="54"/>
                    <a:pt x="48" y="59"/>
                  </a:cubicBezTo>
                  <a:cubicBezTo>
                    <a:pt x="57" y="33"/>
                    <a:pt x="57" y="33"/>
                    <a:pt x="57" y="33"/>
                  </a:cubicBezTo>
                  <a:cubicBezTo>
                    <a:pt x="59" y="29"/>
                    <a:pt x="60" y="26"/>
                    <a:pt x="60" y="23"/>
                  </a:cubicBezTo>
                  <a:cubicBezTo>
                    <a:pt x="60" y="22"/>
                    <a:pt x="60" y="21"/>
                    <a:pt x="59" y="20"/>
                  </a:cubicBezTo>
                  <a:cubicBezTo>
                    <a:pt x="62" y="24"/>
                    <a:pt x="63" y="29"/>
                    <a:pt x="63" y="34"/>
                  </a:cubicBezTo>
                  <a:close/>
                </a:path>
              </a:pathLst>
            </a:custGeom>
            <a:solidFill>
              <a:srgbClr val="613C1F"/>
            </a:solidFill>
            <a:ln w="9525">
              <a:noFill/>
              <a:round/>
            </a:ln>
          </p:spPr>
          <p:txBody>
            <a:bodyPr wrap="square" anchor="ctr">
              <a:normAutofit/>
            </a:bodyPr>
            <a:lstStyle>
              <a:defPPr>
                <a:defRPr lang="zh-CN"/>
              </a:defPPr>
              <a:lvl1pPr marL="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607060" indent="-17335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1216025" indent="-34925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826260" indent="-52578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2435225" indent="-70167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167255" algn="l" defTabSz="866775" rtl="0" eaLnBrk="1" latinLnBrk="0" hangingPunct="1"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600960" algn="l" defTabSz="866775" rtl="0" eaLnBrk="1" latinLnBrk="0" hangingPunct="1"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034030" algn="l" defTabSz="866775" rtl="0" eaLnBrk="1" latinLnBrk="0" hangingPunct="1"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</a:lstStyle>
            <a:p>
              <a:endParaRPr/>
            </a:p>
          </p:txBody>
        </p:sp>
      </p:grpSp>
      <p:sp>
        <p:nvSpPr>
          <p:cNvPr id="32" name="TextBox 50"/>
          <p:cNvSpPr txBox="1"/>
          <p:nvPr/>
        </p:nvSpPr>
        <p:spPr>
          <a:xfrm>
            <a:off x="7732111" y="4954430"/>
            <a:ext cx="2180313" cy="135488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07060" indent="-173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16025" indent="-3492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826260" indent="-5257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435225" indent="-7016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167255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600960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034030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>
            <a:pPr algn="ctr" defTabSz="1219200">
              <a:lnSpc>
                <a:spcPct val="120000"/>
              </a:lnSpc>
              <a:defRPr/>
            </a:pPr>
            <a:r>
              <a:rPr lang="zh-CN" altLang="en-US" sz="2000" dirty="0">
                <a:solidFill>
                  <a:schemeClr val="dk1">
                    <a:lumMod val="100000"/>
                  </a:schemeClr>
                </a:solidFill>
                <a:latin typeface="宋体" panose="02010600030101010101" pitchFamily="2" charset="-122"/>
                <a:ea typeface="微软雅黑 Light" panose="020B0502040204020203" charset="-122"/>
                <a:sym typeface="宋体" panose="02010600030101010101" pitchFamily="2" charset="-122"/>
              </a:rPr>
              <a:t>利用物联网、AI等技术优化分类效率</a:t>
            </a:r>
          </a:p>
        </p:txBody>
      </p:sp>
      <p:sp>
        <p:nvSpPr>
          <p:cNvPr id="33" name="Rectangle 51"/>
          <p:cNvSpPr/>
          <p:nvPr/>
        </p:nvSpPr>
        <p:spPr>
          <a:xfrm>
            <a:off x="8028031" y="4384492"/>
            <a:ext cx="1512310" cy="3492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607060" indent="-1733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216025" indent="-3492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826260" indent="-52578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435225" indent="-70167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167255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600960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034030" algn="l" defTabSz="866775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</a:lstStyle>
          <a:p>
            <a:pPr algn="ctr">
              <a:spcBef>
                <a:spcPct val="0"/>
              </a:spcBef>
              <a:defRPr/>
            </a:pPr>
            <a:r>
              <a:rPr lang="zh-CN" altLang="en-US" sz="2400" b="1" dirty="0">
                <a:solidFill>
                  <a:schemeClr val="accent1"/>
                </a:solidFill>
                <a:latin typeface="宋体" panose="02010600030101010101" pitchFamily="2" charset="-122"/>
                <a:ea typeface="微软雅黑 Light" panose="020B0502040204020203" charset="-122"/>
                <a:sym typeface="宋体" panose="02010600030101010101" pitchFamily="2" charset="-122"/>
              </a:rPr>
              <a:t>技术创新</a:t>
            </a:r>
          </a:p>
        </p:txBody>
      </p:sp>
      <p:grpSp>
        <p:nvGrpSpPr>
          <p:cNvPr id="10" name="Group 7"/>
          <p:cNvGrpSpPr/>
          <p:nvPr/>
        </p:nvGrpSpPr>
        <p:grpSpPr>
          <a:xfrm>
            <a:off x="7996748" y="1613145"/>
            <a:ext cx="1529870" cy="2542559"/>
            <a:chOff x="6661437" y="1448780"/>
            <a:chExt cx="1530100" cy="2542884"/>
          </a:xfrm>
        </p:grpSpPr>
        <p:grpSp>
          <p:nvGrpSpPr>
            <p:cNvPr id="18" name="Group 41"/>
            <p:cNvGrpSpPr/>
            <p:nvPr/>
          </p:nvGrpSpPr>
          <p:grpSpPr>
            <a:xfrm>
              <a:off x="6661437" y="1448780"/>
              <a:ext cx="1530100" cy="2542884"/>
              <a:chOff x="1143000" y="1352550"/>
              <a:chExt cx="1066800" cy="1772921"/>
            </a:xfrm>
          </p:grpSpPr>
          <p:grpSp>
            <p:nvGrpSpPr>
              <p:cNvPr id="20" name="Group 42"/>
              <p:cNvGrpSpPr/>
              <p:nvPr/>
            </p:nvGrpSpPr>
            <p:grpSpPr>
              <a:xfrm>
                <a:off x="1220656" y="1995170"/>
                <a:ext cx="911488" cy="1130301"/>
                <a:chOff x="1147877" y="1942143"/>
                <a:chExt cx="911488" cy="1130301"/>
              </a:xfrm>
            </p:grpSpPr>
            <p:sp>
              <p:nvSpPr>
                <p:cNvPr id="22" name="Arrow: Notched Right 44"/>
                <p:cNvSpPr/>
                <p:nvPr/>
              </p:nvSpPr>
              <p:spPr>
                <a:xfrm rot="3952631" flipH="1">
                  <a:off x="1271327" y="2284405"/>
                  <a:ext cx="1130300" cy="445776"/>
                </a:xfrm>
                <a:prstGeom prst="notchedRightArrow">
                  <a:avLst>
                    <a:gd name="adj1" fmla="val 100000"/>
                    <a:gd name="adj2" fmla="val 58021"/>
                  </a:avLst>
                </a:prstGeom>
                <a:solidFill>
                  <a:schemeClr val="accent3"/>
                </a:solidFill>
                <a:ln w="19050">
                  <a:noFill/>
                  <a:round/>
                </a:ln>
              </p:spPr>
              <p:txBody>
                <a:bodyPr wrap="square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607060" indent="-173355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216025" indent="-34925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826260" indent="-52578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435225" indent="-701675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167255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600960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034030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8pPr>
                </a:lstStyle>
                <a:p>
                  <a:endParaRPr/>
                </a:p>
              </p:txBody>
            </p:sp>
            <p:sp>
              <p:nvSpPr>
                <p:cNvPr id="23" name="Arrow: Notched Right 47"/>
                <p:cNvSpPr/>
                <p:nvPr/>
              </p:nvSpPr>
              <p:spPr>
                <a:xfrm rot="17647368">
                  <a:off x="805615" y="2284406"/>
                  <a:ext cx="1130300" cy="445776"/>
                </a:xfrm>
                <a:prstGeom prst="notchedRightArrow">
                  <a:avLst>
                    <a:gd name="adj1" fmla="val 100000"/>
                    <a:gd name="adj2" fmla="val 58021"/>
                  </a:avLst>
                </a:prstGeom>
                <a:solidFill>
                  <a:schemeClr val="accent3"/>
                </a:solidFill>
                <a:ln w="19050">
                  <a:noFill/>
                  <a:round/>
                </a:ln>
              </p:spPr>
              <p:txBody>
                <a:bodyPr wrap="square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607060" indent="-173355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1216025" indent="-34925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826260" indent="-52578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2435225" indent="-701675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167255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600960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034030" algn="l" defTabSz="866775" rtl="0" eaLnBrk="1" latinLnBrk="0" hangingPunct="1">
                    <a:defRPr sz="1800" kern="1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cs typeface="+mn-cs"/>
                    </a:defRPr>
                  </a:lvl8pPr>
                </a:lstStyle>
                <a:p>
                  <a:endParaRPr/>
                </a:p>
              </p:txBody>
            </p:sp>
          </p:grpSp>
          <p:sp>
            <p:nvSpPr>
              <p:cNvPr id="21" name="Oval 43"/>
              <p:cNvSpPr/>
              <p:nvPr/>
            </p:nvSpPr>
            <p:spPr>
              <a:xfrm>
                <a:off x="1143000" y="1352550"/>
                <a:ext cx="1066800" cy="1066800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accent3"/>
                </a:solidFill>
                <a:round/>
              </a:ln>
            </p:spPr>
            <p:txBody>
              <a:bodyPr wrap="square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607060" indent="-17335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1216025" indent="-34925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826260" indent="-52578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2435225" indent="-70167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167255" algn="l" defTabSz="866775" rtl="0" eaLnBrk="1" latinLnBrk="0" hangingPunct="1"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600960" algn="l" defTabSz="866775" rtl="0" eaLnBrk="1" latinLnBrk="0" hangingPunct="1"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034030" algn="l" defTabSz="866775" rtl="0" eaLnBrk="1" latinLnBrk="0" hangingPunct="1">
                  <a:defRPr sz="1800"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sp>
          <p:nvSpPr>
            <p:cNvPr id="19" name="Freeform: Shape 78"/>
            <p:cNvSpPr/>
            <p:nvPr/>
          </p:nvSpPr>
          <p:spPr>
            <a:xfrm>
              <a:off x="7140179" y="1873076"/>
              <a:ext cx="572622" cy="701296"/>
            </a:xfrm>
            <a:custGeom>
              <a:avLst/>
              <a:gdLst/>
              <a:ahLst/>
              <a:cxnLst>
                <a:cxn ang="0">
                  <a:pos x="41" y="44"/>
                </a:cxn>
                <a:cxn ang="0">
                  <a:pos x="35" y="50"/>
                </a:cxn>
                <a:cxn ang="0">
                  <a:pos x="5" y="50"/>
                </a:cxn>
                <a:cxn ang="0">
                  <a:pos x="0" y="4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35" y="0"/>
                </a:cxn>
                <a:cxn ang="0">
                  <a:pos x="41" y="5"/>
                </a:cxn>
                <a:cxn ang="0">
                  <a:pos x="41" y="44"/>
                </a:cxn>
                <a:cxn ang="0">
                  <a:pos x="36" y="5"/>
                </a:cxn>
                <a:cxn ang="0">
                  <a:pos x="35" y="4"/>
                </a:cxn>
                <a:cxn ang="0">
                  <a:pos x="5" y="4"/>
                </a:cxn>
                <a:cxn ang="0">
                  <a:pos x="4" y="5"/>
                </a:cxn>
                <a:cxn ang="0">
                  <a:pos x="4" y="40"/>
                </a:cxn>
                <a:cxn ang="0">
                  <a:pos x="5" y="41"/>
                </a:cxn>
                <a:cxn ang="0">
                  <a:pos x="35" y="41"/>
                </a:cxn>
                <a:cxn ang="0">
                  <a:pos x="36" y="40"/>
                </a:cxn>
                <a:cxn ang="0">
                  <a:pos x="36" y="5"/>
                </a:cxn>
                <a:cxn ang="0">
                  <a:pos x="20" y="43"/>
                </a:cxn>
                <a:cxn ang="0">
                  <a:pos x="18" y="45"/>
                </a:cxn>
                <a:cxn ang="0">
                  <a:pos x="20" y="48"/>
                </a:cxn>
                <a:cxn ang="0">
                  <a:pos x="23" y="45"/>
                </a:cxn>
                <a:cxn ang="0">
                  <a:pos x="20" y="43"/>
                </a:cxn>
              </a:cxnLst>
              <a:rect l="0" t="0" r="r" b="b"/>
              <a:pathLst>
                <a:path w="41" h="50">
                  <a:moveTo>
                    <a:pt x="41" y="44"/>
                  </a:moveTo>
                  <a:cubicBezTo>
                    <a:pt x="41" y="47"/>
                    <a:pt x="38" y="50"/>
                    <a:pt x="35" y="5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2" y="50"/>
                    <a:pt x="0" y="47"/>
                    <a:pt x="0" y="4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1" y="2"/>
                    <a:pt x="41" y="5"/>
                  </a:cubicBezTo>
                  <a:lnTo>
                    <a:pt x="41" y="44"/>
                  </a:lnTo>
                  <a:close/>
                  <a:moveTo>
                    <a:pt x="36" y="5"/>
                  </a:moveTo>
                  <a:cubicBezTo>
                    <a:pt x="36" y="5"/>
                    <a:pt x="36" y="4"/>
                    <a:pt x="3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5" y="41"/>
                    <a:pt x="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6" y="41"/>
                    <a:pt x="36" y="40"/>
                    <a:pt x="36" y="40"/>
                  </a:cubicBezTo>
                  <a:lnTo>
                    <a:pt x="36" y="5"/>
                  </a:lnTo>
                  <a:close/>
                  <a:moveTo>
                    <a:pt x="20" y="43"/>
                  </a:moveTo>
                  <a:cubicBezTo>
                    <a:pt x="19" y="43"/>
                    <a:pt x="18" y="44"/>
                    <a:pt x="18" y="45"/>
                  </a:cubicBezTo>
                  <a:cubicBezTo>
                    <a:pt x="18" y="46"/>
                    <a:pt x="19" y="48"/>
                    <a:pt x="20" y="48"/>
                  </a:cubicBezTo>
                  <a:cubicBezTo>
                    <a:pt x="22" y="48"/>
                    <a:pt x="23" y="46"/>
                    <a:pt x="23" y="45"/>
                  </a:cubicBezTo>
                  <a:cubicBezTo>
                    <a:pt x="23" y="44"/>
                    <a:pt x="22" y="43"/>
                    <a:pt x="20" y="43"/>
                  </a:cubicBez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wrap="square" anchor="ctr">
              <a:normAutofit/>
            </a:bodyPr>
            <a:lstStyle>
              <a:defPPr>
                <a:defRPr lang="zh-CN"/>
              </a:defPPr>
              <a:lvl1pPr marL="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607060" indent="-17335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1216025" indent="-34925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826260" indent="-52578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2435225" indent="-70167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167255" algn="l" defTabSz="866775" rtl="0" eaLnBrk="1" latinLnBrk="0" hangingPunct="1"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600960" algn="l" defTabSz="866775" rtl="0" eaLnBrk="1" latinLnBrk="0" hangingPunct="1"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034030" algn="l" defTabSz="866775" rtl="0" eaLnBrk="1" latinLnBrk="0" hangingPunct="1">
                <a:defRPr sz="1800"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</a:lstStyle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77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78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79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80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81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82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83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84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85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86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87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实践路径探索 &gt; 2. 推进资源化利用技术革新</a:t>
            </a:r>
          </a:p>
        </p:txBody>
      </p:sp>
      <p:sp>
        <p:nvSpPr>
          <p:cNvPr id="29" name="燕尾形 28"/>
          <p:cNvSpPr/>
          <p:nvPr/>
        </p:nvSpPr>
        <p:spPr>
          <a:xfrm>
            <a:off x="5020980" y="3220419"/>
            <a:ext cx="846832" cy="846832"/>
          </a:xfrm>
          <a:prstGeom prst="chevron">
            <a:avLst/>
          </a:prstGeom>
          <a:solidFill>
            <a:srgbClr val="34211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marR="0" indent="0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  <a:lvl2pPr marL="563880" marR="0" indent="-8064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2pPr>
            <a:lvl3pPr marL="1130300" marR="0" indent="-162560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3pPr>
            <a:lvl4pPr marL="1696085" marR="0" indent="-24574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4pPr>
            <a:lvl5pPr marL="2260600" marR="0" indent="-32575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5pPr>
            <a:lvl6pPr marL="2418080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6pPr>
            <a:lvl7pPr marL="2901315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7pPr>
            <a:lvl8pPr marL="3385820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8pPr>
            <a:lvl9pPr marL="3869055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9pPr>
          </a:lstStyle>
          <a:p>
            <a:endParaRPr/>
          </a:p>
        </p:txBody>
      </p:sp>
      <p:sp>
        <p:nvSpPr>
          <p:cNvPr id="30" name="燕尾形 29"/>
          <p:cNvSpPr/>
          <p:nvPr/>
        </p:nvSpPr>
        <p:spPr>
          <a:xfrm>
            <a:off x="4444916" y="3222436"/>
            <a:ext cx="846832" cy="846832"/>
          </a:xfrm>
          <a:prstGeom prst="chevron">
            <a:avLst/>
          </a:prstGeom>
          <a:solidFill>
            <a:srgbClr val="34211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marR="0" indent="0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  <a:lvl2pPr marL="563880" marR="0" indent="-8064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2pPr>
            <a:lvl3pPr marL="1130300" marR="0" indent="-162560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3pPr>
            <a:lvl4pPr marL="1696085" marR="0" indent="-24574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4pPr>
            <a:lvl5pPr marL="2260600" marR="0" indent="-32575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5pPr>
            <a:lvl6pPr marL="2418080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6pPr>
            <a:lvl7pPr marL="2901315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7pPr>
            <a:lvl8pPr marL="3385820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8pPr>
            <a:lvl9pPr marL="3869055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9pPr>
          </a:lstStyle>
          <a:p>
            <a:endParaRPr/>
          </a:p>
        </p:txBody>
      </p:sp>
      <p:sp>
        <p:nvSpPr>
          <p:cNvPr id="31" name="燕尾形 30"/>
          <p:cNvSpPr/>
          <p:nvPr/>
        </p:nvSpPr>
        <p:spPr>
          <a:xfrm>
            <a:off x="3868852" y="3224983"/>
            <a:ext cx="846832" cy="846832"/>
          </a:xfrm>
          <a:prstGeom prst="chevron">
            <a:avLst/>
          </a:prstGeom>
          <a:solidFill>
            <a:srgbClr val="34211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marR="0" indent="0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  <a:lvl2pPr marL="563880" marR="0" indent="-8064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2pPr>
            <a:lvl3pPr marL="1130300" marR="0" indent="-162560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3pPr>
            <a:lvl4pPr marL="1696085" marR="0" indent="-24574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4pPr>
            <a:lvl5pPr marL="2260600" marR="0" indent="-32575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5pPr>
            <a:lvl6pPr marL="2418080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6pPr>
            <a:lvl7pPr marL="2901315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7pPr>
            <a:lvl8pPr marL="3385820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8pPr>
            <a:lvl9pPr marL="3869055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9pPr>
          </a:lstStyle>
          <a:p>
            <a:endParaRPr/>
          </a:p>
        </p:txBody>
      </p:sp>
      <p:sp>
        <p:nvSpPr>
          <p:cNvPr id="32" name="圆角矩形 31"/>
          <p:cNvSpPr/>
          <p:nvPr/>
        </p:nvSpPr>
        <p:spPr>
          <a:xfrm rot="19005916">
            <a:off x="886759" y="2496295"/>
            <a:ext cx="3181517" cy="3151043"/>
          </a:xfrm>
          <a:custGeom>
            <a:avLst/>
            <a:gdLst/>
            <a:ahLst/>
            <a:cxnLst/>
            <a:rect l="l" t="t" r="r" b="b"/>
            <a:pathLst>
              <a:path w="1734279" h="1717667">
                <a:moveTo>
                  <a:pt x="1212420" y="152024"/>
                </a:moveTo>
                <a:cubicBezTo>
                  <a:pt x="1217532" y="156660"/>
                  <a:pt x="1221756" y="162122"/>
                  <a:pt x="1224582" y="168319"/>
                </a:cubicBezTo>
                <a:cubicBezTo>
                  <a:pt x="1229663" y="170804"/>
                  <a:pt x="1233819" y="174749"/>
                  <a:pt x="1237416" y="179383"/>
                </a:cubicBezTo>
                <a:lnTo>
                  <a:pt x="1380858" y="364166"/>
                </a:lnTo>
                <a:cubicBezTo>
                  <a:pt x="1390204" y="376205"/>
                  <a:pt x="1394109" y="390745"/>
                  <a:pt x="1392514" y="404790"/>
                </a:cubicBezTo>
                <a:cubicBezTo>
                  <a:pt x="1394443" y="408362"/>
                  <a:pt x="1394844" y="412299"/>
                  <a:pt x="1394844" y="416330"/>
                </a:cubicBezTo>
                <a:lnTo>
                  <a:pt x="1394843" y="674381"/>
                </a:lnTo>
                <a:cubicBezTo>
                  <a:pt x="1489202" y="693926"/>
                  <a:pt x="1583561" y="713471"/>
                  <a:pt x="1677919" y="733015"/>
                </a:cubicBezTo>
                <a:cubicBezTo>
                  <a:pt x="1710064" y="739673"/>
                  <a:pt x="1730725" y="771129"/>
                  <a:pt x="1724067" y="803273"/>
                </a:cubicBezTo>
                <a:lnTo>
                  <a:pt x="1724066" y="803272"/>
                </a:lnTo>
                <a:cubicBezTo>
                  <a:pt x="1717408" y="835417"/>
                  <a:pt x="1685952" y="856077"/>
                  <a:pt x="1653808" y="849419"/>
                </a:cubicBezTo>
                <a:lnTo>
                  <a:pt x="1334656" y="783314"/>
                </a:lnTo>
                <a:cubicBezTo>
                  <a:pt x="1317603" y="779782"/>
                  <a:pt x="1303782" y="769271"/>
                  <a:pt x="1295965" y="755140"/>
                </a:cubicBezTo>
                <a:cubicBezTo>
                  <a:pt x="1283553" y="744645"/>
                  <a:pt x="1275968" y="728891"/>
                  <a:pt x="1275968" y="711366"/>
                </a:cubicBezTo>
                <a:lnTo>
                  <a:pt x="1275968" y="519624"/>
                </a:lnTo>
                <a:lnTo>
                  <a:pt x="906856" y="806156"/>
                </a:lnTo>
                <a:lnTo>
                  <a:pt x="1065815" y="1141673"/>
                </a:lnTo>
                <a:cubicBezTo>
                  <a:pt x="1072320" y="1155404"/>
                  <a:pt x="1074348" y="1170104"/>
                  <a:pt x="1071105" y="1183939"/>
                </a:cubicBezTo>
                <a:cubicBezTo>
                  <a:pt x="1072773" y="1191573"/>
                  <a:pt x="1072227" y="1199522"/>
                  <a:pt x="1070359" y="1207468"/>
                </a:cubicBezTo>
                <a:lnTo>
                  <a:pt x="964177" y="1659082"/>
                </a:lnTo>
                <a:cubicBezTo>
                  <a:pt x="954576" y="1699916"/>
                  <a:pt x="913692" y="1725234"/>
                  <a:pt x="872859" y="1715634"/>
                </a:cubicBezTo>
                <a:cubicBezTo>
                  <a:pt x="832025" y="1706033"/>
                  <a:pt x="806707" y="1665149"/>
                  <a:pt x="816307" y="1624316"/>
                </a:cubicBezTo>
                <a:lnTo>
                  <a:pt x="919152" y="1186894"/>
                </a:lnTo>
                <a:lnTo>
                  <a:pt x="694543" y="712807"/>
                </a:lnTo>
                <a:lnTo>
                  <a:pt x="206298" y="912259"/>
                </a:lnTo>
                <a:lnTo>
                  <a:pt x="205161" y="912476"/>
                </a:lnTo>
                <a:cubicBezTo>
                  <a:pt x="201570" y="915619"/>
                  <a:pt x="197179" y="917026"/>
                  <a:pt x="192600" y="918039"/>
                </a:cubicBezTo>
                <a:cubicBezTo>
                  <a:pt x="151643" y="927102"/>
                  <a:pt x="111096" y="901247"/>
                  <a:pt x="102034" y="860290"/>
                </a:cubicBezTo>
                <a:lnTo>
                  <a:pt x="1810" y="407318"/>
                </a:lnTo>
                <a:cubicBezTo>
                  <a:pt x="-7253" y="366361"/>
                  <a:pt x="18602" y="325814"/>
                  <a:pt x="59559" y="316752"/>
                </a:cubicBezTo>
                <a:cubicBezTo>
                  <a:pt x="100515" y="307690"/>
                  <a:pt x="141062" y="333545"/>
                  <a:pt x="150124" y="374501"/>
                </a:cubicBezTo>
                <a:lnTo>
                  <a:pt x="230606" y="738241"/>
                </a:lnTo>
                <a:lnTo>
                  <a:pt x="645176" y="568886"/>
                </a:lnTo>
                <a:cubicBezTo>
                  <a:pt x="647355" y="564266"/>
                  <a:pt x="650942" y="560611"/>
                  <a:pt x="655077" y="557402"/>
                </a:cubicBezTo>
                <a:lnTo>
                  <a:pt x="1080746" y="226967"/>
                </a:lnTo>
                <a:lnTo>
                  <a:pt x="799166" y="128506"/>
                </a:lnTo>
                <a:lnTo>
                  <a:pt x="795830" y="126527"/>
                </a:lnTo>
                <a:cubicBezTo>
                  <a:pt x="715067" y="196803"/>
                  <a:pt x="634305" y="267079"/>
                  <a:pt x="553543" y="337355"/>
                </a:cubicBezTo>
                <a:cubicBezTo>
                  <a:pt x="528779" y="358904"/>
                  <a:pt x="491236" y="356298"/>
                  <a:pt x="469687" y="331533"/>
                </a:cubicBezTo>
                <a:lnTo>
                  <a:pt x="469688" y="331534"/>
                </a:lnTo>
                <a:cubicBezTo>
                  <a:pt x="448139" y="306770"/>
                  <a:pt x="450746" y="269226"/>
                  <a:pt x="475510" y="247677"/>
                </a:cubicBezTo>
                <a:lnTo>
                  <a:pt x="743505" y="14477"/>
                </a:lnTo>
                <a:cubicBezTo>
                  <a:pt x="765419" y="-4592"/>
                  <a:pt x="797339" y="-4746"/>
                  <a:pt x="818596" y="13559"/>
                </a:cubicBezTo>
                <a:cubicBezTo>
                  <a:pt x="825164" y="12925"/>
                  <a:pt x="831849" y="14001"/>
                  <a:pt x="838403" y="16293"/>
                </a:cubicBezTo>
                <a:cubicBezTo>
                  <a:pt x="956310" y="57521"/>
                  <a:pt x="1074215" y="98750"/>
                  <a:pt x="1192122" y="139979"/>
                </a:cubicBezTo>
                <a:cubicBezTo>
                  <a:pt x="1199869" y="142688"/>
                  <a:pt x="1206700" y="146838"/>
                  <a:pt x="1212420" y="152024"/>
                </a:cubicBezTo>
                <a:close/>
                <a:moveTo>
                  <a:pt x="1681771" y="50445"/>
                </a:moveTo>
                <a:cubicBezTo>
                  <a:pt x="1748841" y="113504"/>
                  <a:pt x="1752092" y="218996"/>
                  <a:pt x="1689033" y="286066"/>
                </a:cubicBezTo>
                <a:cubicBezTo>
                  <a:pt x="1625973" y="353135"/>
                  <a:pt x="1520482" y="356387"/>
                  <a:pt x="1453412" y="293327"/>
                </a:cubicBezTo>
                <a:cubicBezTo>
                  <a:pt x="1386342" y="230268"/>
                  <a:pt x="1383091" y="124777"/>
                  <a:pt x="1446150" y="57707"/>
                </a:cubicBezTo>
                <a:cubicBezTo>
                  <a:pt x="1509210" y="-9363"/>
                  <a:pt x="1614701" y="-12614"/>
                  <a:pt x="1681771" y="50445"/>
                </a:cubicBezTo>
                <a:close/>
              </a:path>
            </a:pathLst>
          </a:custGeom>
          <a:solidFill>
            <a:srgbClr val="342112"/>
          </a:solidFill>
          <a:ln>
            <a:solidFill>
              <a:srgbClr val="342112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marR="0" indent="0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  <a:lvl2pPr marL="563880" marR="0" indent="-8064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2pPr>
            <a:lvl3pPr marL="1130300" marR="0" indent="-162560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3pPr>
            <a:lvl4pPr marL="1696085" marR="0" indent="-24574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4pPr>
            <a:lvl5pPr marL="2260600" marR="0" indent="-325755" algn="l" defTabSz="914400" rtl="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5pPr>
            <a:lvl6pPr marL="2418080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6pPr>
            <a:lvl7pPr marL="2901315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7pPr>
            <a:lvl8pPr marL="3385820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8pPr>
            <a:lvl9pPr marL="3869055" marR="0" indent="0" algn="l" defTabSz="96710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1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9pPr>
          </a:lstStyle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8432" y="1796819"/>
            <a:ext cx="3706409" cy="98298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1pPr>
            <a:lvl2pPr marL="563880" indent="-8064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2pPr>
            <a:lvl3pPr marL="1130300" indent="-16256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3pPr>
            <a:lvl4pPr marL="1696085" indent="-24574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4pPr>
            <a:lvl5pPr marL="2260600" indent="-3257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5pPr>
            <a:lvl6pPr marL="2418080" algn="l" defTabSz="967105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6pPr>
            <a:lvl7pPr marL="2901315" algn="l" defTabSz="967105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7pPr>
            <a:lvl8pPr marL="3385820" algn="l" defTabSz="967105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8pPr>
          </a:lstStyle>
          <a:p>
            <a:r>
              <a:rPr lang="zh-CN" altLang="zh-CN" sz="2000" b="1" dirty="0">
                <a:solidFill>
                  <a:schemeClr val="accent2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01</a:t>
            </a:r>
          </a:p>
          <a:p>
            <a:r>
              <a:rPr lang="zh-CN" altLang="zh-CN" sz="2000" b="1" dirty="0">
                <a:solidFill>
                  <a:schemeClr val="accent2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生物降解：发展厨余垃圾生物转化技术，生产有机肥料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0968" y="3255199"/>
            <a:ext cx="3706409" cy="982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1pPr>
            <a:lvl2pPr marL="563880" indent="-8064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2pPr>
            <a:lvl3pPr marL="1130300" indent="-16256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3pPr>
            <a:lvl4pPr marL="1696085" indent="-24574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4pPr>
            <a:lvl5pPr marL="2260600" indent="-3257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5pPr>
            <a:lvl6pPr marL="2418080" algn="l" defTabSz="967105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6pPr>
            <a:lvl7pPr marL="2901315" algn="l" defTabSz="967105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7pPr>
            <a:lvl8pPr marL="3385820" algn="l" defTabSz="967105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8pPr>
          </a:lstStyle>
          <a:p>
            <a:r>
              <a:rPr lang="zh-CN" altLang="zh-CN" sz="2000" b="1" dirty="0">
                <a:solidFill>
                  <a:schemeClr val="accent1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02</a:t>
            </a:r>
          </a:p>
          <a:p>
            <a:r>
              <a:rPr lang="zh-CN" altLang="zh-CN" sz="2000" b="1" dirty="0">
                <a:solidFill>
                  <a:schemeClr val="accent1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焚烧发电：高效焚烧处理技术，实现能量回收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0968" y="4666664"/>
            <a:ext cx="3706409" cy="90085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1pPr>
            <a:lvl2pPr marL="563880" indent="-8064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2pPr>
            <a:lvl3pPr marL="1130300" indent="-16256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3pPr>
            <a:lvl4pPr marL="1696085" indent="-24574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4pPr>
            <a:lvl5pPr marL="2260600" indent="-325755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5pPr>
            <a:lvl6pPr marL="2418080" algn="l" defTabSz="967105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6pPr>
            <a:lvl7pPr marL="2901315" algn="l" defTabSz="967105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7pPr>
            <a:lvl8pPr marL="3385820" algn="l" defTabSz="967105" rtl="0" eaLnBrk="1" latinLnBrk="0" hangingPunct="1"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  <a:cs typeface="+mn-cs"/>
              </a:defRPr>
            </a:lvl8pPr>
          </a:lstStyle>
          <a:p>
            <a:r>
              <a:rPr lang="zh-CN" altLang="zh-CN" sz="2000" b="1" dirty="0">
                <a:solidFill>
                  <a:srgbClr val="E95332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03</a:t>
            </a:r>
          </a:p>
          <a:p>
            <a:r>
              <a:rPr lang="zh-CN" altLang="zh-CN" sz="2000" b="1" dirty="0">
                <a:solidFill>
                  <a:srgbClr val="E95332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再利用技术：如塑料、纸张等的循环再造技术</a:t>
            </a:r>
          </a:p>
        </p:txBody>
      </p:sp>
      <p:cxnSp>
        <p:nvCxnSpPr>
          <p:cNvPr id="36" name="直接连接符 35"/>
          <p:cNvCxnSpPr/>
          <p:nvPr/>
        </p:nvCxnSpPr>
        <p:spPr>
          <a:xfrm>
            <a:off x="6439782" y="2933932"/>
            <a:ext cx="4425573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</p:cxnSp>
      <p:cxnSp>
        <p:nvCxnSpPr>
          <p:cNvPr id="37" name="直接连接符 36"/>
          <p:cNvCxnSpPr/>
          <p:nvPr/>
        </p:nvCxnSpPr>
        <p:spPr>
          <a:xfrm>
            <a:off x="6438967" y="4473513"/>
            <a:ext cx="44263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</p:cxnSp>
      <p:grpSp>
        <p:nvGrpSpPr>
          <p:cNvPr id="38" name="组合 37"/>
          <p:cNvGrpSpPr/>
          <p:nvPr/>
        </p:nvGrpSpPr>
        <p:grpSpPr>
          <a:xfrm>
            <a:off x="6384032" y="1847408"/>
            <a:ext cx="799264" cy="799264"/>
            <a:chOff x="4499992" y="267494"/>
            <a:chExt cx="599448" cy="599448"/>
          </a:xfrm>
        </p:grpSpPr>
        <p:grpSp>
          <p:nvGrpSpPr>
            <p:cNvPr id="39" name="组合 38"/>
            <p:cNvGrpSpPr/>
            <p:nvPr/>
          </p:nvGrpSpPr>
          <p:grpSpPr>
            <a:xfrm>
              <a:off x="4499992" y="267494"/>
              <a:ext cx="599448" cy="599448"/>
              <a:chOff x="4131160" y="713581"/>
              <a:chExt cx="881684" cy="881684"/>
            </a:xfrm>
          </p:grpSpPr>
          <p:sp>
            <p:nvSpPr>
              <p:cNvPr id="41" name="椭圆 40"/>
              <p:cNvSpPr/>
              <p:nvPr/>
            </p:nvSpPr>
            <p:spPr>
              <a:xfrm>
                <a:off x="4131160" y="713581"/>
                <a:ext cx="881684" cy="881684"/>
              </a:xfrm>
              <a:prstGeom prst="ellipse">
                <a:avLst/>
              </a:prstGeom>
              <a:solidFill>
                <a:srgbClr val="342112"/>
              </a:solidFill>
              <a:ln w="6350">
                <a:solidFill>
                  <a:srgbClr val="342112"/>
                </a:solidFill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1pPr>
                <a:lvl2pPr marL="563880" indent="-8064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2pPr>
                <a:lvl3pPr marL="1130300" indent="-16256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3pPr>
                <a:lvl4pPr marL="1696085" indent="-24574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4pPr>
                <a:lvl5pPr marL="2260600" indent="-32575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5pPr>
                <a:lvl6pPr marL="2418080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6pPr>
                <a:lvl7pPr marL="2901315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7pPr>
                <a:lvl8pPr marL="3385820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4237176" y="819597"/>
                <a:ext cx="669652" cy="669652"/>
              </a:xfrm>
              <a:prstGeom prst="ellipse">
                <a:avLst/>
              </a:prstGeom>
              <a:solidFill>
                <a:srgbClr val="342112"/>
              </a:solidFill>
              <a:ln>
                <a:solidFill>
                  <a:srgbClr val="342112"/>
                </a:solidFill>
              </a:ln>
              <a:effectLst>
                <a:innerShdw blurRad="63500" dist="50800" dir="18900000">
                  <a:prstClr val="black">
                    <a:alpha val="3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1pPr>
                <a:lvl2pPr marL="563880" indent="-8064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2pPr>
                <a:lvl3pPr marL="1130300" indent="-16256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3pPr>
                <a:lvl4pPr marL="1696085" indent="-24574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4pPr>
                <a:lvl5pPr marL="2260600" indent="-32575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5pPr>
                <a:lvl6pPr marL="2418080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6pPr>
                <a:lvl7pPr marL="2901315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7pPr>
                <a:lvl8pPr marL="3385820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sp>
          <p:nvSpPr>
            <p:cNvPr id="40" name="Freeform 70"/>
            <p:cNvSpPr>
              <a:spLocks noEditPoints="1"/>
            </p:cNvSpPr>
            <p:nvPr/>
          </p:nvSpPr>
          <p:spPr>
            <a:xfrm>
              <a:off x="4679089" y="422857"/>
              <a:ext cx="241254" cy="288722"/>
            </a:xfrm>
            <a:custGeom>
              <a:avLst/>
              <a:gdLst>
                <a:gd name="T0" fmla="*/ 346 w 346"/>
                <a:gd name="T1" fmla="*/ 77 h 414"/>
                <a:gd name="T2" fmla="*/ 345 w 346"/>
                <a:gd name="T3" fmla="*/ 75 h 414"/>
                <a:gd name="T4" fmla="*/ 345 w 346"/>
                <a:gd name="T5" fmla="*/ 74 h 414"/>
                <a:gd name="T6" fmla="*/ 343 w 346"/>
                <a:gd name="T7" fmla="*/ 72 h 414"/>
                <a:gd name="T8" fmla="*/ 273 w 346"/>
                <a:gd name="T9" fmla="*/ 2 h 414"/>
                <a:gd name="T10" fmla="*/ 271 w 346"/>
                <a:gd name="T11" fmla="*/ 0 h 414"/>
                <a:gd name="T12" fmla="*/ 270 w 346"/>
                <a:gd name="T13" fmla="*/ 0 h 414"/>
                <a:gd name="T14" fmla="*/ 268 w 346"/>
                <a:gd name="T15" fmla="*/ 0 h 414"/>
                <a:gd name="T16" fmla="*/ 268 w 346"/>
                <a:gd name="T17" fmla="*/ 0 h 414"/>
                <a:gd name="T18" fmla="*/ 7 w 346"/>
                <a:gd name="T19" fmla="*/ 0 h 414"/>
                <a:gd name="T20" fmla="*/ 0 w 346"/>
                <a:gd name="T21" fmla="*/ 7 h 414"/>
                <a:gd name="T22" fmla="*/ 0 w 346"/>
                <a:gd name="T23" fmla="*/ 407 h 414"/>
                <a:gd name="T24" fmla="*/ 7 w 346"/>
                <a:gd name="T25" fmla="*/ 414 h 414"/>
                <a:gd name="T26" fmla="*/ 338 w 346"/>
                <a:gd name="T27" fmla="*/ 414 h 414"/>
                <a:gd name="T28" fmla="*/ 346 w 346"/>
                <a:gd name="T29" fmla="*/ 407 h 414"/>
                <a:gd name="T30" fmla="*/ 346 w 346"/>
                <a:gd name="T31" fmla="*/ 77 h 414"/>
                <a:gd name="T32" fmla="*/ 346 w 346"/>
                <a:gd name="T33" fmla="*/ 77 h 414"/>
                <a:gd name="T34" fmla="*/ 275 w 346"/>
                <a:gd name="T35" fmla="*/ 25 h 414"/>
                <a:gd name="T36" fmla="*/ 320 w 346"/>
                <a:gd name="T37" fmla="*/ 70 h 414"/>
                <a:gd name="T38" fmla="*/ 275 w 346"/>
                <a:gd name="T39" fmla="*/ 70 h 414"/>
                <a:gd name="T40" fmla="*/ 275 w 346"/>
                <a:gd name="T41" fmla="*/ 25 h 414"/>
                <a:gd name="T42" fmla="*/ 14 w 346"/>
                <a:gd name="T43" fmla="*/ 400 h 414"/>
                <a:gd name="T44" fmla="*/ 14 w 346"/>
                <a:gd name="T45" fmla="*/ 14 h 414"/>
                <a:gd name="T46" fmla="*/ 260 w 346"/>
                <a:gd name="T47" fmla="*/ 14 h 414"/>
                <a:gd name="T48" fmla="*/ 260 w 346"/>
                <a:gd name="T49" fmla="*/ 77 h 414"/>
                <a:gd name="T50" fmla="*/ 268 w 346"/>
                <a:gd name="T51" fmla="*/ 85 h 414"/>
                <a:gd name="T52" fmla="*/ 331 w 346"/>
                <a:gd name="T53" fmla="*/ 85 h 414"/>
                <a:gd name="T54" fmla="*/ 331 w 346"/>
                <a:gd name="T55" fmla="*/ 400 h 414"/>
                <a:gd name="T56" fmla="*/ 14 w 346"/>
                <a:gd name="T57" fmla="*/ 400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6" h="413">
                  <a:moveTo>
                    <a:pt x="346" y="77"/>
                  </a:moveTo>
                  <a:cubicBezTo>
                    <a:pt x="345" y="76"/>
                    <a:pt x="345" y="76"/>
                    <a:pt x="345" y="75"/>
                  </a:cubicBezTo>
                  <a:cubicBezTo>
                    <a:pt x="345" y="75"/>
                    <a:pt x="345" y="75"/>
                    <a:pt x="345" y="74"/>
                  </a:cubicBezTo>
                  <a:cubicBezTo>
                    <a:pt x="345" y="74"/>
                    <a:pt x="344" y="73"/>
                    <a:pt x="343" y="72"/>
                  </a:cubicBezTo>
                  <a:cubicBezTo>
                    <a:pt x="273" y="2"/>
                    <a:pt x="273" y="2"/>
                    <a:pt x="273" y="2"/>
                  </a:cubicBezTo>
                  <a:cubicBezTo>
                    <a:pt x="272" y="1"/>
                    <a:pt x="272" y="1"/>
                    <a:pt x="271" y="0"/>
                  </a:cubicBezTo>
                  <a:cubicBezTo>
                    <a:pt x="271" y="0"/>
                    <a:pt x="270" y="0"/>
                    <a:pt x="270" y="0"/>
                  </a:cubicBezTo>
                  <a:cubicBezTo>
                    <a:pt x="270" y="0"/>
                    <a:pt x="269" y="0"/>
                    <a:pt x="268" y="0"/>
                  </a:cubicBezTo>
                  <a:cubicBezTo>
                    <a:pt x="268" y="0"/>
                    <a:pt x="268" y="0"/>
                    <a:pt x="26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0" y="411"/>
                    <a:pt x="3" y="414"/>
                    <a:pt x="7" y="414"/>
                  </a:cubicBezTo>
                  <a:cubicBezTo>
                    <a:pt x="338" y="414"/>
                    <a:pt x="338" y="414"/>
                    <a:pt x="338" y="414"/>
                  </a:cubicBezTo>
                  <a:cubicBezTo>
                    <a:pt x="342" y="414"/>
                    <a:pt x="346" y="411"/>
                    <a:pt x="346" y="407"/>
                  </a:cubicBezTo>
                  <a:cubicBezTo>
                    <a:pt x="346" y="77"/>
                    <a:pt x="346" y="77"/>
                    <a:pt x="346" y="77"/>
                  </a:cubicBezTo>
                  <a:cubicBezTo>
                    <a:pt x="346" y="77"/>
                    <a:pt x="346" y="77"/>
                    <a:pt x="346" y="77"/>
                  </a:cubicBezTo>
                  <a:close/>
                  <a:moveTo>
                    <a:pt x="275" y="25"/>
                  </a:moveTo>
                  <a:cubicBezTo>
                    <a:pt x="320" y="70"/>
                    <a:pt x="320" y="70"/>
                    <a:pt x="320" y="70"/>
                  </a:cubicBezTo>
                  <a:cubicBezTo>
                    <a:pt x="275" y="70"/>
                    <a:pt x="275" y="70"/>
                    <a:pt x="275" y="70"/>
                  </a:cubicBezTo>
                  <a:lnTo>
                    <a:pt x="275" y="25"/>
                  </a:lnTo>
                  <a:close/>
                  <a:moveTo>
                    <a:pt x="14" y="400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260" y="14"/>
                    <a:pt x="260" y="14"/>
                    <a:pt x="260" y="14"/>
                  </a:cubicBezTo>
                  <a:cubicBezTo>
                    <a:pt x="260" y="77"/>
                    <a:pt x="260" y="77"/>
                    <a:pt x="260" y="77"/>
                  </a:cubicBezTo>
                  <a:cubicBezTo>
                    <a:pt x="260" y="81"/>
                    <a:pt x="264" y="85"/>
                    <a:pt x="268" y="85"/>
                  </a:cubicBezTo>
                  <a:cubicBezTo>
                    <a:pt x="331" y="85"/>
                    <a:pt x="331" y="85"/>
                    <a:pt x="331" y="85"/>
                  </a:cubicBezTo>
                  <a:cubicBezTo>
                    <a:pt x="331" y="400"/>
                    <a:pt x="331" y="400"/>
                    <a:pt x="331" y="400"/>
                  </a:cubicBezTo>
                  <a:lnTo>
                    <a:pt x="14" y="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28" tIns="45715" rIns="91428" bIns="45715" numCol="1" anchor="t" anchorCtr="0" compatLnSpc="1"/>
            <a:lstStyle>
              <a:defPPr>
                <a:defRPr lang="zh-CN"/>
              </a:defPPr>
              <a:lvl1pPr marL="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1pPr>
              <a:lvl2pPr marL="563880" indent="-8064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2pPr>
              <a:lvl3pPr marL="1130300" indent="-16256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3pPr>
              <a:lvl4pPr marL="1696085" indent="-24574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4pPr>
              <a:lvl5pPr marL="2260600" indent="-32575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5pPr>
              <a:lvl6pPr marL="2418080" algn="l" defTabSz="967105" rtl="0" eaLnBrk="1" latinLnBrk="0" hangingPunct="1"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6pPr>
              <a:lvl7pPr marL="2901315" algn="l" defTabSz="967105" rtl="0" eaLnBrk="1" latinLnBrk="0" hangingPunct="1"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7pPr>
              <a:lvl8pPr marL="3385820" algn="l" defTabSz="967105" rtl="0" eaLnBrk="1" latinLnBrk="0" hangingPunct="1"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8pPr>
            </a:lstStyle>
            <a:p>
              <a:endParaRPr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404605" y="3255199"/>
            <a:ext cx="799264" cy="799264"/>
            <a:chOff x="5418452" y="307702"/>
            <a:chExt cx="599448" cy="599448"/>
          </a:xfrm>
        </p:grpSpPr>
        <p:grpSp>
          <p:nvGrpSpPr>
            <p:cNvPr id="46" name="组合 45"/>
            <p:cNvGrpSpPr/>
            <p:nvPr/>
          </p:nvGrpSpPr>
          <p:grpSpPr>
            <a:xfrm>
              <a:off x="5418452" y="307702"/>
              <a:ext cx="599448" cy="599448"/>
              <a:chOff x="4131160" y="713581"/>
              <a:chExt cx="881684" cy="881684"/>
            </a:xfrm>
          </p:grpSpPr>
          <p:sp>
            <p:nvSpPr>
              <p:cNvPr id="67" name="椭圆 66"/>
              <p:cNvSpPr/>
              <p:nvPr/>
            </p:nvSpPr>
            <p:spPr>
              <a:xfrm>
                <a:off x="4131160" y="713581"/>
                <a:ext cx="881684" cy="881684"/>
              </a:xfrm>
              <a:prstGeom prst="ellipse">
                <a:avLst/>
              </a:prstGeom>
              <a:solidFill>
                <a:srgbClr val="342112"/>
              </a:solidFill>
              <a:ln w="6350">
                <a:solidFill>
                  <a:srgbClr val="342112"/>
                </a:solidFill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1pPr>
                <a:lvl2pPr marL="563880" indent="-8064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2pPr>
                <a:lvl3pPr marL="1130300" indent="-16256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3pPr>
                <a:lvl4pPr marL="1696085" indent="-24574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4pPr>
                <a:lvl5pPr marL="2260600" indent="-32575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5pPr>
                <a:lvl6pPr marL="2418080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6pPr>
                <a:lvl7pPr marL="2901315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7pPr>
                <a:lvl8pPr marL="3385820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71" name="椭圆 70"/>
              <p:cNvSpPr/>
              <p:nvPr/>
            </p:nvSpPr>
            <p:spPr>
              <a:xfrm>
                <a:off x="4237176" y="819597"/>
                <a:ext cx="669652" cy="669652"/>
              </a:xfrm>
              <a:prstGeom prst="ellipse">
                <a:avLst/>
              </a:prstGeom>
              <a:solidFill>
                <a:srgbClr val="342112"/>
              </a:solidFill>
              <a:ln>
                <a:solidFill>
                  <a:srgbClr val="342112"/>
                </a:solidFill>
              </a:ln>
              <a:effectLst>
                <a:innerShdw blurRad="63500" dist="50800" dir="18900000">
                  <a:prstClr val="black">
                    <a:alpha val="3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1pPr>
                <a:lvl2pPr marL="563880" indent="-8064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2pPr>
                <a:lvl3pPr marL="1130300" indent="-16256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3pPr>
                <a:lvl4pPr marL="1696085" indent="-24574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4pPr>
                <a:lvl5pPr marL="2260600" indent="-32575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5pPr>
                <a:lvl6pPr marL="2418080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6pPr>
                <a:lvl7pPr marL="2901315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7pPr>
                <a:lvl8pPr marL="3385820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sp>
          <p:nvSpPr>
            <p:cNvPr id="47" name="Freeform 72"/>
            <p:cNvSpPr>
              <a:spLocks noEditPoints="1"/>
            </p:cNvSpPr>
            <p:nvPr/>
          </p:nvSpPr>
          <p:spPr>
            <a:xfrm>
              <a:off x="5580112" y="455050"/>
              <a:ext cx="297176" cy="297712"/>
            </a:xfrm>
            <a:custGeom>
              <a:avLst/>
              <a:gdLst>
                <a:gd name="T0" fmla="*/ 337 w 411"/>
                <a:gd name="T1" fmla="*/ 198 h 412"/>
                <a:gd name="T2" fmla="*/ 284 w 411"/>
                <a:gd name="T3" fmla="*/ 220 h 412"/>
                <a:gd name="T4" fmla="*/ 249 w 411"/>
                <a:gd name="T5" fmla="*/ 185 h 412"/>
                <a:gd name="T6" fmla="*/ 283 w 411"/>
                <a:gd name="T7" fmla="*/ 107 h 412"/>
                <a:gd name="T8" fmla="*/ 176 w 411"/>
                <a:gd name="T9" fmla="*/ 0 h 412"/>
                <a:gd name="T10" fmla="*/ 68 w 411"/>
                <a:gd name="T11" fmla="*/ 107 h 412"/>
                <a:gd name="T12" fmla="*/ 116 w 411"/>
                <a:gd name="T13" fmla="*/ 196 h 412"/>
                <a:gd name="T14" fmla="*/ 96 w 411"/>
                <a:gd name="T15" fmla="*/ 266 h 412"/>
                <a:gd name="T16" fmla="*/ 74 w 411"/>
                <a:gd name="T17" fmla="*/ 263 h 412"/>
                <a:gd name="T18" fmla="*/ 0 w 411"/>
                <a:gd name="T19" fmla="*/ 337 h 412"/>
                <a:gd name="T20" fmla="*/ 74 w 411"/>
                <a:gd name="T21" fmla="*/ 412 h 412"/>
                <a:gd name="T22" fmla="*/ 149 w 411"/>
                <a:gd name="T23" fmla="*/ 337 h 412"/>
                <a:gd name="T24" fmla="*/ 110 w 411"/>
                <a:gd name="T25" fmla="*/ 272 h 412"/>
                <a:gd name="T26" fmla="*/ 130 w 411"/>
                <a:gd name="T27" fmla="*/ 204 h 412"/>
                <a:gd name="T28" fmla="*/ 176 w 411"/>
                <a:gd name="T29" fmla="*/ 214 h 412"/>
                <a:gd name="T30" fmla="*/ 238 w 411"/>
                <a:gd name="T31" fmla="*/ 195 h 412"/>
                <a:gd name="T32" fmla="*/ 275 w 411"/>
                <a:gd name="T33" fmla="*/ 232 h 412"/>
                <a:gd name="T34" fmla="*/ 262 w 411"/>
                <a:gd name="T35" fmla="*/ 273 h 412"/>
                <a:gd name="T36" fmla="*/ 337 w 411"/>
                <a:gd name="T37" fmla="*/ 347 h 412"/>
                <a:gd name="T38" fmla="*/ 411 w 411"/>
                <a:gd name="T39" fmla="*/ 273 h 412"/>
                <a:gd name="T40" fmla="*/ 337 w 411"/>
                <a:gd name="T41" fmla="*/ 198 h 412"/>
                <a:gd name="T42" fmla="*/ 134 w 411"/>
                <a:gd name="T43" fmla="*/ 337 h 412"/>
                <a:gd name="T44" fmla="*/ 74 w 411"/>
                <a:gd name="T45" fmla="*/ 397 h 412"/>
                <a:gd name="T46" fmla="*/ 14 w 411"/>
                <a:gd name="T47" fmla="*/ 337 h 412"/>
                <a:gd name="T48" fmla="*/ 74 w 411"/>
                <a:gd name="T49" fmla="*/ 278 h 412"/>
                <a:gd name="T50" fmla="*/ 134 w 411"/>
                <a:gd name="T51" fmla="*/ 337 h 412"/>
                <a:gd name="T52" fmla="*/ 83 w 411"/>
                <a:gd name="T53" fmla="*/ 107 h 412"/>
                <a:gd name="T54" fmla="*/ 176 w 411"/>
                <a:gd name="T55" fmla="*/ 14 h 412"/>
                <a:gd name="T56" fmla="*/ 268 w 411"/>
                <a:gd name="T57" fmla="*/ 107 h 412"/>
                <a:gd name="T58" fmla="*/ 176 w 411"/>
                <a:gd name="T59" fmla="*/ 200 h 412"/>
                <a:gd name="T60" fmla="*/ 83 w 411"/>
                <a:gd name="T61" fmla="*/ 107 h 412"/>
                <a:gd name="T62" fmla="*/ 337 w 411"/>
                <a:gd name="T63" fmla="*/ 332 h 412"/>
                <a:gd name="T64" fmla="*/ 277 w 411"/>
                <a:gd name="T65" fmla="*/ 273 h 412"/>
                <a:gd name="T66" fmla="*/ 337 w 411"/>
                <a:gd name="T67" fmla="*/ 213 h 412"/>
                <a:gd name="T68" fmla="*/ 397 w 411"/>
                <a:gd name="T69" fmla="*/ 273 h 412"/>
                <a:gd name="T70" fmla="*/ 337 w 411"/>
                <a:gd name="T71" fmla="*/ 332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11" h="412">
                  <a:moveTo>
                    <a:pt x="337" y="198"/>
                  </a:moveTo>
                  <a:cubicBezTo>
                    <a:pt x="316" y="198"/>
                    <a:pt x="298" y="206"/>
                    <a:pt x="284" y="220"/>
                  </a:cubicBezTo>
                  <a:cubicBezTo>
                    <a:pt x="249" y="185"/>
                    <a:pt x="249" y="185"/>
                    <a:pt x="249" y="185"/>
                  </a:cubicBezTo>
                  <a:cubicBezTo>
                    <a:pt x="270" y="166"/>
                    <a:pt x="283" y="138"/>
                    <a:pt x="283" y="107"/>
                  </a:cubicBezTo>
                  <a:cubicBezTo>
                    <a:pt x="283" y="48"/>
                    <a:pt x="235" y="0"/>
                    <a:pt x="176" y="0"/>
                  </a:cubicBezTo>
                  <a:cubicBezTo>
                    <a:pt x="117" y="0"/>
                    <a:pt x="68" y="48"/>
                    <a:pt x="68" y="107"/>
                  </a:cubicBezTo>
                  <a:cubicBezTo>
                    <a:pt x="68" y="144"/>
                    <a:pt x="88" y="177"/>
                    <a:pt x="116" y="196"/>
                  </a:cubicBezTo>
                  <a:cubicBezTo>
                    <a:pt x="96" y="266"/>
                    <a:pt x="96" y="266"/>
                    <a:pt x="96" y="266"/>
                  </a:cubicBezTo>
                  <a:cubicBezTo>
                    <a:pt x="89" y="264"/>
                    <a:pt x="82" y="263"/>
                    <a:pt x="74" y="263"/>
                  </a:cubicBezTo>
                  <a:cubicBezTo>
                    <a:pt x="33" y="263"/>
                    <a:pt x="0" y="296"/>
                    <a:pt x="0" y="337"/>
                  </a:cubicBezTo>
                  <a:cubicBezTo>
                    <a:pt x="0" y="378"/>
                    <a:pt x="33" y="412"/>
                    <a:pt x="74" y="412"/>
                  </a:cubicBezTo>
                  <a:cubicBezTo>
                    <a:pt x="115" y="412"/>
                    <a:pt x="149" y="378"/>
                    <a:pt x="149" y="337"/>
                  </a:cubicBezTo>
                  <a:cubicBezTo>
                    <a:pt x="149" y="309"/>
                    <a:pt x="133" y="284"/>
                    <a:pt x="110" y="272"/>
                  </a:cubicBezTo>
                  <a:cubicBezTo>
                    <a:pt x="130" y="204"/>
                    <a:pt x="130" y="204"/>
                    <a:pt x="130" y="204"/>
                  </a:cubicBezTo>
                  <a:cubicBezTo>
                    <a:pt x="144" y="210"/>
                    <a:pt x="159" y="214"/>
                    <a:pt x="176" y="214"/>
                  </a:cubicBezTo>
                  <a:cubicBezTo>
                    <a:pt x="199" y="214"/>
                    <a:pt x="220" y="207"/>
                    <a:pt x="238" y="195"/>
                  </a:cubicBezTo>
                  <a:cubicBezTo>
                    <a:pt x="275" y="232"/>
                    <a:pt x="275" y="232"/>
                    <a:pt x="275" y="232"/>
                  </a:cubicBezTo>
                  <a:cubicBezTo>
                    <a:pt x="267" y="243"/>
                    <a:pt x="262" y="257"/>
                    <a:pt x="262" y="273"/>
                  </a:cubicBezTo>
                  <a:cubicBezTo>
                    <a:pt x="262" y="314"/>
                    <a:pt x="296" y="347"/>
                    <a:pt x="337" y="347"/>
                  </a:cubicBezTo>
                  <a:cubicBezTo>
                    <a:pt x="378" y="347"/>
                    <a:pt x="411" y="314"/>
                    <a:pt x="411" y="273"/>
                  </a:cubicBezTo>
                  <a:cubicBezTo>
                    <a:pt x="411" y="231"/>
                    <a:pt x="378" y="198"/>
                    <a:pt x="337" y="198"/>
                  </a:cubicBezTo>
                  <a:close/>
                  <a:moveTo>
                    <a:pt x="134" y="337"/>
                  </a:moveTo>
                  <a:cubicBezTo>
                    <a:pt x="134" y="370"/>
                    <a:pt x="107" y="397"/>
                    <a:pt x="74" y="397"/>
                  </a:cubicBezTo>
                  <a:cubicBezTo>
                    <a:pt x="41" y="397"/>
                    <a:pt x="14" y="370"/>
                    <a:pt x="14" y="337"/>
                  </a:cubicBezTo>
                  <a:cubicBezTo>
                    <a:pt x="14" y="304"/>
                    <a:pt x="41" y="278"/>
                    <a:pt x="74" y="278"/>
                  </a:cubicBezTo>
                  <a:cubicBezTo>
                    <a:pt x="107" y="278"/>
                    <a:pt x="134" y="304"/>
                    <a:pt x="134" y="337"/>
                  </a:cubicBezTo>
                  <a:close/>
                  <a:moveTo>
                    <a:pt x="83" y="107"/>
                  </a:moveTo>
                  <a:cubicBezTo>
                    <a:pt x="83" y="56"/>
                    <a:pt x="125" y="14"/>
                    <a:pt x="176" y="14"/>
                  </a:cubicBezTo>
                  <a:cubicBezTo>
                    <a:pt x="227" y="14"/>
                    <a:pt x="268" y="56"/>
                    <a:pt x="268" y="107"/>
                  </a:cubicBezTo>
                  <a:cubicBezTo>
                    <a:pt x="268" y="158"/>
                    <a:pt x="227" y="200"/>
                    <a:pt x="176" y="200"/>
                  </a:cubicBezTo>
                  <a:cubicBezTo>
                    <a:pt x="125" y="200"/>
                    <a:pt x="83" y="158"/>
                    <a:pt x="83" y="107"/>
                  </a:cubicBezTo>
                  <a:close/>
                  <a:moveTo>
                    <a:pt x="337" y="332"/>
                  </a:moveTo>
                  <a:cubicBezTo>
                    <a:pt x="304" y="332"/>
                    <a:pt x="277" y="306"/>
                    <a:pt x="277" y="273"/>
                  </a:cubicBezTo>
                  <a:cubicBezTo>
                    <a:pt x="277" y="240"/>
                    <a:pt x="304" y="213"/>
                    <a:pt x="337" y="213"/>
                  </a:cubicBezTo>
                  <a:cubicBezTo>
                    <a:pt x="370" y="213"/>
                    <a:pt x="397" y="240"/>
                    <a:pt x="397" y="273"/>
                  </a:cubicBezTo>
                  <a:cubicBezTo>
                    <a:pt x="397" y="306"/>
                    <a:pt x="370" y="332"/>
                    <a:pt x="337" y="3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28" tIns="45715" rIns="91428" bIns="45715" numCol="1" anchor="t" anchorCtr="0" compatLnSpc="1"/>
            <a:lstStyle>
              <a:defPPr>
                <a:defRPr lang="zh-CN"/>
              </a:defPPr>
              <a:lvl1pPr marL="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1pPr>
              <a:lvl2pPr marL="563880" indent="-8064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2pPr>
              <a:lvl3pPr marL="1130300" indent="-16256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3pPr>
              <a:lvl4pPr marL="1696085" indent="-24574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4pPr>
              <a:lvl5pPr marL="2260600" indent="-32575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5pPr>
              <a:lvl6pPr marL="2418080" algn="l" defTabSz="967105" rtl="0" eaLnBrk="1" latinLnBrk="0" hangingPunct="1"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6pPr>
              <a:lvl7pPr marL="2901315" algn="l" defTabSz="967105" rtl="0" eaLnBrk="1" latinLnBrk="0" hangingPunct="1"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7pPr>
              <a:lvl8pPr marL="3385820" algn="l" defTabSz="967105" rtl="0" eaLnBrk="1" latinLnBrk="0" hangingPunct="1"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8pPr>
            </a:lstStyle>
            <a:p>
              <a:endParaRPr/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428279" y="4638739"/>
            <a:ext cx="799264" cy="799264"/>
            <a:chOff x="6516216" y="334289"/>
            <a:chExt cx="599448" cy="599448"/>
          </a:xfrm>
        </p:grpSpPr>
        <p:grpSp>
          <p:nvGrpSpPr>
            <p:cNvPr id="73" name="组合 72"/>
            <p:cNvGrpSpPr/>
            <p:nvPr/>
          </p:nvGrpSpPr>
          <p:grpSpPr>
            <a:xfrm>
              <a:off x="6516216" y="334289"/>
              <a:ext cx="599448" cy="599448"/>
              <a:chOff x="4131160" y="713581"/>
              <a:chExt cx="881684" cy="881684"/>
            </a:xfrm>
          </p:grpSpPr>
          <p:sp>
            <p:nvSpPr>
              <p:cNvPr id="75" name="椭圆 74"/>
              <p:cNvSpPr/>
              <p:nvPr/>
            </p:nvSpPr>
            <p:spPr>
              <a:xfrm>
                <a:off x="4131160" y="713581"/>
                <a:ext cx="881684" cy="881684"/>
              </a:xfrm>
              <a:prstGeom prst="ellipse">
                <a:avLst/>
              </a:prstGeom>
              <a:solidFill>
                <a:srgbClr val="342112"/>
              </a:solidFill>
              <a:ln w="6350">
                <a:solidFill>
                  <a:srgbClr val="342112"/>
                </a:solidFill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1pPr>
                <a:lvl2pPr marL="563880" indent="-8064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2pPr>
                <a:lvl3pPr marL="1130300" indent="-16256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3pPr>
                <a:lvl4pPr marL="1696085" indent="-24574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4pPr>
                <a:lvl5pPr marL="2260600" indent="-32575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5pPr>
                <a:lvl6pPr marL="2418080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6pPr>
                <a:lvl7pPr marL="2901315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7pPr>
                <a:lvl8pPr marL="3385820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4237176" y="819597"/>
                <a:ext cx="669652" cy="669652"/>
              </a:xfrm>
              <a:prstGeom prst="ellipse">
                <a:avLst/>
              </a:prstGeom>
              <a:solidFill>
                <a:srgbClr val="342112"/>
              </a:solidFill>
              <a:ln>
                <a:solidFill>
                  <a:srgbClr val="342112"/>
                </a:solidFill>
              </a:ln>
              <a:effectLst>
                <a:innerShdw blurRad="63500" dist="50800" dir="18900000">
                  <a:prstClr val="black">
                    <a:alpha val="3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1pPr>
                <a:lvl2pPr marL="563880" indent="-8064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2pPr>
                <a:lvl3pPr marL="1130300" indent="-162560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3pPr>
                <a:lvl4pPr marL="1696085" indent="-24574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4pPr>
                <a:lvl5pPr marL="2260600" indent="-325755" algn="l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5pPr>
                <a:lvl6pPr marL="2418080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6pPr>
                <a:lvl7pPr marL="2901315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7pPr>
                <a:lvl8pPr marL="3385820" algn="l" defTabSz="967105" rtl="0" eaLnBrk="1" latinLnBrk="0" hangingPunct="1">
                  <a:defRPr sz="18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sp>
          <p:nvSpPr>
            <p:cNvPr id="74" name="Freeform 13"/>
            <p:cNvSpPr>
              <a:spLocks noEditPoints="1"/>
            </p:cNvSpPr>
            <p:nvPr/>
          </p:nvSpPr>
          <p:spPr>
            <a:xfrm>
              <a:off x="6723586" y="474407"/>
              <a:ext cx="184708" cy="340466"/>
            </a:xfrm>
            <a:custGeom>
              <a:avLst/>
              <a:gdLst>
                <a:gd name="T0" fmla="*/ 2 w 122"/>
                <a:gd name="T1" fmla="*/ 65 h 225"/>
                <a:gd name="T2" fmla="*/ 14 w 122"/>
                <a:gd name="T3" fmla="*/ 77 h 225"/>
                <a:gd name="T4" fmla="*/ 17 w 122"/>
                <a:gd name="T5" fmla="*/ 76 h 225"/>
                <a:gd name="T6" fmla="*/ 119 w 122"/>
                <a:gd name="T7" fmla="*/ 42 h 225"/>
                <a:gd name="T8" fmla="*/ 119 w 122"/>
                <a:gd name="T9" fmla="*/ 30 h 225"/>
                <a:gd name="T10" fmla="*/ 105 w 122"/>
                <a:gd name="T11" fmla="*/ 23 h 225"/>
                <a:gd name="T12" fmla="*/ 3 w 122"/>
                <a:gd name="T13" fmla="*/ 57 h 225"/>
                <a:gd name="T14" fmla="*/ 108 w 122"/>
                <a:gd name="T15" fmla="*/ 28 h 225"/>
                <a:gd name="T16" fmla="*/ 114 w 122"/>
                <a:gd name="T17" fmla="*/ 35 h 225"/>
                <a:gd name="T18" fmla="*/ 111 w 122"/>
                <a:gd name="T19" fmla="*/ 42 h 225"/>
                <a:gd name="T20" fmla="*/ 14 w 122"/>
                <a:gd name="T21" fmla="*/ 71 h 225"/>
                <a:gd name="T22" fmla="*/ 9 w 122"/>
                <a:gd name="T23" fmla="*/ 67 h 225"/>
                <a:gd name="T24" fmla="*/ 8 w 122"/>
                <a:gd name="T25" fmla="*/ 59 h 225"/>
                <a:gd name="T26" fmla="*/ 106 w 122"/>
                <a:gd name="T27" fmla="*/ 28 h 225"/>
                <a:gd name="T28" fmla="*/ 14 w 122"/>
                <a:gd name="T29" fmla="*/ 43 h 225"/>
                <a:gd name="T30" fmla="*/ 66 w 122"/>
                <a:gd name="T31" fmla="*/ 28 h 225"/>
                <a:gd name="T32" fmla="*/ 73 w 122"/>
                <a:gd name="T33" fmla="*/ 10 h 225"/>
                <a:gd name="T34" fmla="*/ 9 w 122"/>
                <a:gd name="T35" fmla="*/ 17 h 225"/>
                <a:gd name="T36" fmla="*/ 3 w 122"/>
                <a:gd name="T37" fmla="*/ 35 h 225"/>
                <a:gd name="T38" fmla="*/ 61 w 122"/>
                <a:gd name="T39" fmla="*/ 8 h 225"/>
                <a:gd name="T40" fmla="*/ 67 w 122"/>
                <a:gd name="T41" fmla="*/ 12 h 225"/>
                <a:gd name="T42" fmla="*/ 65 w 122"/>
                <a:gd name="T43" fmla="*/ 22 h 225"/>
                <a:gd name="T44" fmla="*/ 14 w 122"/>
                <a:gd name="T45" fmla="*/ 37 h 225"/>
                <a:gd name="T46" fmla="*/ 8 w 122"/>
                <a:gd name="T47" fmla="*/ 30 h 225"/>
                <a:gd name="T48" fmla="*/ 120 w 122"/>
                <a:gd name="T49" fmla="*/ 101 h 225"/>
                <a:gd name="T50" fmla="*/ 105 w 122"/>
                <a:gd name="T51" fmla="*/ 90 h 225"/>
                <a:gd name="T52" fmla="*/ 72 w 122"/>
                <a:gd name="T53" fmla="*/ 110 h 225"/>
                <a:gd name="T54" fmla="*/ 55 w 122"/>
                <a:gd name="T55" fmla="*/ 138 h 225"/>
                <a:gd name="T56" fmla="*/ 53 w 122"/>
                <a:gd name="T57" fmla="*/ 99 h 225"/>
                <a:gd name="T58" fmla="*/ 119 w 122"/>
                <a:gd name="T59" fmla="*/ 76 h 225"/>
                <a:gd name="T60" fmla="*/ 119 w 122"/>
                <a:gd name="T61" fmla="*/ 64 h 225"/>
                <a:gd name="T62" fmla="*/ 9 w 122"/>
                <a:gd name="T63" fmla="*/ 85 h 225"/>
                <a:gd name="T64" fmla="*/ 1 w 122"/>
                <a:gd name="T65" fmla="*/ 97 h 225"/>
                <a:gd name="T66" fmla="*/ 3 w 122"/>
                <a:gd name="T67" fmla="*/ 102 h 225"/>
                <a:gd name="T68" fmla="*/ 11 w 122"/>
                <a:gd name="T69" fmla="*/ 110 h 225"/>
                <a:gd name="T70" fmla="*/ 28 w 122"/>
                <a:gd name="T71" fmla="*/ 121 h 225"/>
                <a:gd name="T72" fmla="*/ 17 w 122"/>
                <a:gd name="T73" fmla="*/ 138 h 225"/>
                <a:gd name="T74" fmla="*/ 40 w 122"/>
                <a:gd name="T75" fmla="*/ 209 h 225"/>
                <a:gd name="T76" fmla="*/ 53 w 122"/>
                <a:gd name="T77" fmla="*/ 225 h 225"/>
                <a:gd name="T78" fmla="*/ 87 w 122"/>
                <a:gd name="T79" fmla="*/ 214 h 225"/>
                <a:gd name="T80" fmla="*/ 110 w 122"/>
                <a:gd name="T81" fmla="*/ 187 h 225"/>
                <a:gd name="T82" fmla="*/ 99 w 122"/>
                <a:gd name="T83" fmla="*/ 138 h 225"/>
                <a:gd name="T84" fmla="*/ 104 w 122"/>
                <a:gd name="T85" fmla="*/ 117 h 225"/>
                <a:gd name="T86" fmla="*/ 120 w 122"/>
                <a:gd name="T87" fmla="*/ 101 h 225"/>
                <a:gd name="T88" fmla="*/ 47 w 122"/>
                <a:gd name="T89" fmla="*/ 101 h 225"/>
                <a:gd name="T90" fmla="*/ 49 w 122"/>
                <a:gd name="T91" fmla="*/ 138 h 225"/>
                <a:gd name="T92" fmla="*/ 35 w 122"/>
                <a:gd name="T93" fmla="*/ 121 h 225"/>
                <a:gd name="T94" fmla="*/ 24 w 122"/>
                <a:gd name="T95" fmla="*/ 108 h 225"/>
                <a:gd name="T96" fmla="*/ 12 w 122"/>
                <a:gd name="T97" fmla="*/ 104 h 225"/>
                <a:gd name="T98" fmla="*/ 8 w 122"/>
                <a:gd name="T99" fmla="*/ 97 h 225"/>
                <a:gd name="T100" fmla="*/ 8 w 122"/>
                <a:gd name="T101" fmla="*/ 93 h 225"/>
                <a:gd name="T102" fmla="*/ 12 w 122"/>
                <a:gd name="T103" fmla="*/ 90 h 225"/>
                <a:gd name="T104" fmla="*/ 24 w 122"/>
                <a:gd name="T105" fmla="*/ 86 h 225"/>
                <a:gd name="T106" fmla="*/ 108 w 122"/>
                <a:gd name="T107" fmla="*/ 62 h 225"/>
                <a:gd name="T108" fmla="*/ 114 w 122"/>
                <a:gd name="T109" fmla="*/ 69 h 225"/>
                <a:gd name="T110" fmla="*/ 111 w 122"/>
                <a:gd name="T111" fmla="*/ 76 h 225"/>
                <a:gd name="T112" fmla="*/ 43 w 122"/>
                <a:gd name="T113" fmla="*/ 98 h 225"/>
                <a:gd name="T114" fmla="*/ 103 w 122"/>
                <a:gd name="T115" fmla="*/ 111 h 225"/>
                <a:gd name="T116" fmla="*/ 92 w 122"/>
                <a:gd name="T117" fmla="*/ 138 h 225"/>
                <a:gd name="T118" fmla="*/ 78 w 122"/>
                <a:gd name="T119" fmla="*/ 110 h 225"/>
                <a:gd name="T120" fmla="*/ 106 w 122"/>
                <a:gd name="T121" fmla="*/ 96 h 225"/>
                <a:gd name="T122" fmla="*/ 114 w 122"/>
                <a:gd name="T123" fmla="*/ 103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2" h="225">
                  <a:moveTo>
                    <a:pt x="3" y="57"/>
                  </a:moveTo>
                  <a:cubicBezTo>
                    <a:pt x="1" y="59"/>
                    <a:pt x="1" y="62"/>
                    <a:pt x="2" y="65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4" y="74"/>
                    <a:pt x="9" y="77"/>
                    <a:pt x="14" y="77"/>
                  </a:cubicBezTo>
                  <a:cubicBezTo>
                    <a:pt x="14" y="77"/>
                    <a:pt x="14" y="77"/>
                    <a:pt x="14" y="77"/>
                  </a:cubicBezTo>
                  <a:cubicBezTo>
                    <a:pt x="15" y="77"/>
                    <a:pt x="16" y="77"/>
                    <a:pt x="17" y="76"/>
                  </a:cubicBezTo>
                  <a:cubicBezTo>
                    <a:pt x="112" y="48"/>
                    <a:pt x="112" y="48"/>
                    <a:pt x="112" y="48"/>
                  </a:cubicBezTo>
                  <a:cubicBezTo>
                    <a:pt x="115" y="47"/>
                    <a:pt x="118" y="45"/>
                    <a:pt x="119" y="42"/>
                  </a:cubicBezTo>
                  <a:cubicBezTo>
                    <a:pt x="120" y="40"/>
                    <a:pt x="121" y="37"/>
                    <a:pt x="120" y="34"/>
                  </a:cubicBezTo>
                  <a:cubicBezTo>
                    <a:pt x="119" y="30"/>
                    <a:pt x="119" y="30"/>
                    <a:pt x="119" y="30"/>
                  </a:cubicBezTo>
                  <a:cubicBezTo>
                    <a:pt x="117" y="25"/>
                    <a:pt x="113" y="22"/>
                    <a:pt x="108" y="22"/>
                  </a:cubicBezTo>
                  <a:cubicBezTo>
                    <a:pt x="107" y="22"/>
                    <a:pt x="106" y="22"/>
                    <a:pt x="105" y="23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6" y="52"/>
                    <a:pt x="4" y="54"/>
                    <a:pt x="3" y="57"/>
                  </a:cubicBezTo>
                  <a:close/>
                  <a:moveTo>
                    <a:pt x="106" y="28"/>
                  </a:moveTo>
                  <a:cubicBezTo>
                    <a:pt x="107" y="28"/>
                    <a:pt x="107" y="28"/>
                    <a:pt x="108" y="28"/>
                  </a:cubicBezTo>
                  <a:cubicBezTo>
                    <a:pt x="110" y="28"/>
                    <a:pt x="112" y="30"/>
                    <a:pt x="113" y="32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5" y="37"/>
                    <a:pt x="114" y="38"/>
                    <a:pt x="114" y="40"/>
                  </a:cubicBezTo>
                  <a:cubicBezTo>
                    <a:pt x="113" y="41"/>
                    <a:pt x="112" y="42"/>
                    <a:pt x="111" y="42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5" y="71"/>
                    <a:pt x="14" y="71"/>
                    <a:pt x="14" y="71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11" y="71"/>
                    <a:pt x="9" y="69"/>
                    <a:pt x="9" y="67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7" y="62"/>
                    <a:pt x="7" y="61"/>
                    <a:pt x="8" y="59"/>
                  </a:cubicBezTo>
                  <a:cubicBezTo>
                    <a:pt x="9" y="58"/>
                    <a:pt x="10" y="57"/>
                    <a:pt x="11" y="57"/>
                  </a:cubicBezTo>
                  <a:lnTo>
                    <a:pt x="106" y="28"/>
                  </a:lnTo>
                  <a:close/>
                  <a:moveTo>
                    <a:pt x="3" y="35"/>
                  </a:moveTo>
                  <a:cubicBezTo>
                    <a:pt x="4" y="40"/>
                    <a:pt x="9" y="43"/>
                    <a:pt x="14" y="43"/>
                  </a:cubicBezTo>
                  <a:cubicBezTo>
                    <a:pt x="15" y="43"/>
                    <a:pt x="16" y="43"/>
                    <a:pt x="17" y="43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72" y="26"/>
                    <a:pt x="76" y="19"/>
                    <a:pt x="74" y="13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1" y="4"/>
                    <a:pt x="65" y="0"/>
                    <a:pt x="59" y="2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3" y="19"/>
                    <a:pt x="0" y="25"/>
                    <a:pt x="2" y="31"/>
                  </a:cubicBezTo>
                  <a:lnTo>
                    <a:pt x="3" y="35"/>
                  </a:lnTo>
                  <a:close/>
                  <a:moveTo>
                    <a:pt x="11" y="23"/>
                  </a:move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2" y="8"/>
                    <a:pt x="62" y="8"/>
                  </a:cubicBezTo>
                  <a:cubicBezTo>
                    <a:pt x="64" y="8"/>
                    <a:pt x="67" y="9"/>
                    <a:pt x="67" y="12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69" y="18"/>
                    <a:pt x="68" y="21"/>
                    <a:pt x="65" y="22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7"/>
                    <a:pt x="14" y="37"/>
                  </a:cubicBezTo>
                  <a:cubicBezTo>
                    <a:pt x="11" y="37"/>
                    <a:pt x="9" y="36"/>
                    <a:pt x="9" y="33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7" y="27"/>
                    <a:pt x="8" y="24"/>
                    <a:pt x="11" y="23"/>
                  </a:cubicBezTo>
                  <a:close/>
                  <a:moveTo>
                    <a:pt x="120" y="101"/>
                  </a:moveTo>
                  <a:cubicBezTo>
                    <a:pt x="119" y="97"/>
                    <a:pt x="119" y="97"/>
                    <a:pt x="119" y="97"/>
                  </a:cubicBezTo>
                  <a:cubicBezTo>
                    <a:pt x="117" y="92"/>
                    <a:pt x="110" y="88"/>
                    <a:pt x="105" y="90"/>
                  </a:cubicBezTo>
                  <a:cubicBezTo>
                    <a:pt x="82" y="96"/>
                    <a:pt x="82" y="96"/>
                    <a:pt x="82" y="96"/>
                  </a:cubicBezTo>
                  <a:cubicBezTo>
                    <a:pt x="76" y="98"/>
                    <a:pt x="72" y="104"/>
                    <a:pt x="72" y="110"/>
                  </a:cubicBezTo>
                  <a:cubicBezTo>
                    <a:pt x="72" y="138"/>
                    <a:pt x="72" y="138"/>
                    <a:pt x="72" y="138"/>
                  </a:cubicBezTo>
                  <a:cubicBezTo>
                    <a:pt x="55" y="138"/>
                    <a:pt x="55" y="138"/>
                    <a:pt x="55" y="138"/>
                  </a:cubicBezTo>
                  <a:cubicBezTo>
                    <a:pt x="55" y="106"/>
                    <a:pt x="55" y="106"/>
                    <a:pt x="55" y="106"/>
                  </a:cubicBezTo>
                  <a:cubicBezTo>
                    <a:pt x="55" y="104"/>
                    <a:pt x="54" y="101"/>
                    <a:pt x="53" y="99"/>
                  </a:cubicBezTo>
                  <a:cubicBezTo>
                    <a:pt x="112" y="82"/>
                    <a:pt x="112" y="82"/>
                    <a:pt x="112" y="82"/>
                  </a:cubicBezTo>
                  <a:cubicBezTo>
                    <a:pt x="115" y="81"/>
                    <a:pt x="118" y="79"/>
                    <a:pt x="119" y="76"/>
                  </a:cubicBezTo>
                  <a:cubicBezTo>
                    <a:pt x="120" y="73"/>
                    <a:pt x="121" y="70"/>
                    <a:pt x="120" y="67"/>
                  </a:cubicBezTo>
                  <a:cubicBezTo>
                    <a:pt x="119" y="64"/>
                    <a:pt x="119" y="64"/>
                    <a:pt x="119" y="64"/>
                  </a:cubicBezTo>
                  <a:cubicBezTo>
                    <a:pt x="117" y="58"/>
                    <a:pt x="110" y="54"/>
                    <a:pt x="105" y="56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6" y="86"/>
                    <a:pt x="4" y="88"/>
                    <a:pt x="3" y="90"/>
                  </a:cubicBezTo>
                  <a:cubicBezTo>
                    <a:pt x="1" y="92"/>
                    <a:pt x="1" y="95"/>
                    <a:pt x="1" y="97"/>
                  </a:cubicBezTo>
                  <a:cubicBezTo>
                    <a:pt x="2" y="98"/>
                    <a:pt x="2" y="98"/>
                    <a:pt x="2" y="99"/>
                  </a:cubicBezTo>
                  <a:cubicBezTo>
                    <a:pt x="3" y="102"/>
                    <a:pt x="3" y="102"/>
                    <a:pt x="3" y="102"/>
                  </a:cubicBezTo>
                  <a:cubicBezTo>
                    <a:pt x="4" y="106"/>
                    <a:pt x="7" y="109"/>
                    <a:pt x="10" y="110"/>
                  </a:cubicBezTo>
                  <a:cubicBezTo>
                    <a:pt x="11" y="110"/>
                    <a:pt x="11" y="110"/>
                    <a:pt x="11" y="110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6" y="114"/>
                    <a:pt x="28" y="118"/>
                    <a:pt x="28" y="121"/>
                  </a:cubicBezTo>
                  <a:cubicBezTo>
                    <a:pt x="28" y="138"/>
                    <a:pt x="28" y="138"/>
                    <a:pt x="28" y="138"/>
                  </a:cubicBezTo>
                  <a:cubicBezTo>
                    <a:pt x="17" y="138"/>
                    <a:pt x="17" y="138"/>
                    <a:pt x="17" y="138"/>
                  </a:cubicBezTo>
                  <a:cubicBezTo>
                    <a:pt x="17" y="187"/>
                    <a:pt x="17" y="187"/>
                    <a:pt x="17" y="187"/>
                  </a:cubicBezTo>
                  <a:cubicBezTo>
                    <a:pt x="17" y="199"/>
                    <a:pt x="28" y="208"/>
                    <a:pt x="40" y="209"/>
                  </a:cubicBezTo>
                  <a:cubicBezTo>
                    <a:pt x="40" y="214"/>
                    <a:pt x="40" y="214"/>
                    <a:pt x="40" y="214"/>
                  </a:cubicBezTo>
                  <a:cubicBezTo>
                    <a:pt x="40" y="220"/>
                    <a:pt x="46" y="225"/>
                    <a:pt x="53" y="225"/>
                  </a:cubicBezTo>
                  <a:cubicBezTo>
                    <a:pt x="74" y="225"/>
                    <a:pt x="74" y="225"/>
                    <a:pt x="74" y="225"/>
                  </a:cubicBezTo>
                  <a:cubicBezTo>
                    <a:pt x="81" y="225"/>
                    <a:pt x="87" y="220"/>
                    <a:pt x="87" y="214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99" y="208"/>
                    <a:pt x="110" y="199"/>
                    <a:pt x="110" y="187"/>
                  </a:cubicBezTo>
                  <a:cubicBezTo>
                    <a:pt x="110" y="138"/>
                    <a:pt x="110" y="138"/>
                    <a:pt x="110" y="138"/>
                  </a:cubicBezTo>
                  <a:cubicBezTo>
                    <a:pt x="99" y="138"/>
                    <a:pt x="99" y="138"/>
                    <a:pt x="99" y="138"/>
                  </a:cubicBezTo>
                  <a:cubicBezTo>
                    <a:pt x="99" y="125"/>
                    <a:pt x="99" y="125"/>
                    <a:pt x="99" y="125"/>
                  </a:cubicBezTo>
                  <a:cubicBezTo>
                    <a:pt x="99" y="122"/>
                    <a:pt x="101" y="118"/>
                    <a:pt x="104" y="117"/>
                  </a:cubicBezTo>
                  <a:cubicBezTo>
                    <a:pt x="112" y="115"/>
                    <a:pt x="112" y="115"/>
                    <a:pt x="112" y="115"/>
                  </a:cubicBezTo>
                  <a:cubicBezTo>
                    <a:pt x="118" y="113"/>
                    <a:pt x="122" y="107"/>
                    <a:pt x="120" y="101"/>
                  </a:cubicBezTo>
                  <a:close/>
                  <a:moveTo>
                    <a:pt x="43" y="98"/>
                  </a:moveTo>
                  <a:cubicBezTo>
                    <a:pt x="45" y="99"/>
                    <a:pt x="46" y="100"/>
                    <a:pt x="47" y="101"/>
                  </a:cubicBezTo>
                  <a:cubicBezTo>
                    <a:pt x="48" y="103"/>
                    <a:pt x="49" y="104"/>
                    <a:pt x="49" y="106"/>
                  </a:cubicBezTo>
                  <a:cubicBezTo>
                    <a:pt x="49" y="138"/>
                    <a:pt x="49" y="138"/>
                    <a:pt x="49" y="138"/>
                  </a:cubicBezTo>
                  <a:cubicBezTo>
                    <a:pt x="35" y="138"/>
                    <a:pt x="35" y="138"/>
                    <a:pt x="35" y="138"/>
                  </a:cubicBezTo>
                  <a:cubicBezTo>
                    <a:pt x="35" y="121"/>
                    <a:pt x="35" y="121"/>
                    <a:pt x="35" y="121"/>
                  </a:cubicBezTo>
                  <a:cubicBezTo>
                    <a:pt x="35" y="116"/>
                    <a:pt x="30" y="110"/>
                    <a:pt x="25" y="108"/>
                  </a:cubicBezTo>
                  <a:cubicBezTo>
                    <a:pt x="25" y="108"/>
                    <a:pt x="24" y="108"/>
                    <a:pt x="24" y="108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10" y="104"/>
                    <a:pt x="9" y="102"/>
                    <a:pt x="9" y="101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7" y="96"/>
                    <a:pt x="7" y="94"/>
                    <a:pt x="8" y="93"/>
                  </a:cubicBezTo>
                  <a:cubicBezTo>
                    <a:pt x="9" y="92"/>
                    <a:pt x="10" y="91"/>
                    <a:pt x="11" y="90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13" y="90"/>
                    <a:pt x="13" y="90"/>
                    <a:pt x="13" y="90"/>
                  </a:cubicBezTo>
                  <a:cubicBezTo>
                    <a:pt x="24" y="86"/>
                    <a:pt x="24" y="86"/>
                    <a:pt x="24" y="86"/>
                  </a:cubicBezTo>
                  <a:cubicBezTo>
                    <a:pt x="106" y="62"/>
                    <a:pt x="106" y="62"/>
                    <a:pt x="106" y="62"/>
                  </a:cubicBezTo>
                  <a:cubicBezTo>
                    <a:pt x="107" y="62"/>
                    <a:pt x="107" y="62"/>
                    <a:pt x="108" y="62"/>
                  </a:cubicBezTo>
                  <a:cubicBezTo>
                    <a:pt x="110" y="62"/>
                    <a:pt x="112" y="63"/>
                    <a:pt x="113" y="66"/>
                  </a:cubicBezTo>
                  <a:cubicBezTo>
                    <a:pt x="114" y="69"/>
                    <a:pt x="114" y="69"/>
                    <a:pt x="114" y="69"/>
                  </a:cubicBezTo>
                  <a:cubicBezTo>
                    <a:pt x="115" y="71"/>
                    <a:pt x="114" y="72"/>
                    <a:pt x="114" y="73"/>
                  </a:cubicBezTo>
                  <a:cubicBezTo>
                    <a:pt x="113" y="74"/>
                    <a:pt x="112" y="75"/>
                    <a:pt x="111" y="76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39" y="97"/>
                    <a:pt x="43" y="98"/>
                    <a:pt x="43" y="98"/>
                  </a:cubicBezTo>
                  <a:close/>
                  <a:moveTo>
                    <a:pt x="111" y="109"/>
                  </a:moveTo>
                  <a:cubicBezTo>
                    <a:pt x="103" y="111"/>
                    <a:pt x="103" y="111"/>
                    <a:pt x="103" y="111"/>
                  </a:cubicBezTo>
                  <a:cubicBezTo>
                    <a:pt x="97" y="113"/>
                    <a:pt x="92" y="119"/>
                    <a:pt x="92" y="125"/>
                  </a:cubicBezTo>
                  <a:cubicBezTo>
                    <a:pt x="92" y="138"/>
                    <a:pt x="92" y="138"/>
                    <a:pt x="92" y="138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78" y="107"/>
                    <a:pt x="81" y="103"/>
                    <a:pt x="84" y="102"/>
                  </a:cubicBezTo>
                  <a:cubicBezTo>
                    <a:pt x="106" y="96"/>
                    <a:pt x="106" y="96"/>
                    <a:pt x="106" y="96"/>
                  </a:cubicBezTo>
                  <a:cubicBezTo>
                    <a:pt x="109" y="95"/>
                    <a:pt x="112" y="96"/>
                    <a:pt x="113" y="99"/>
                  </a:cubicBezTo>
                  <a:cubicBezTo>
                    <a:pt x="114" y="103"/>
                    <a:pt x="114" y="103"/>
                    <a:pt x="114" y="103"/>
                  </a:cubicBezTo>
                  <a:cubicBezTo>
                    <a:pt x="115" y="106"/>
                    <a:pt x="113" y="109"/>
                    <a:pt x="111" y="1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28" tIns="45715" rIns="91428" bIns="45715" numCol="1" anchor="t" anchorCtr="0" compatLnSpc="1"/>
            <a:lstStyle>
              <a:defPPr>
                <a:defRPr lang="zh-CN"/>
              </a:defPPr>
              <a:lvl1pPr marL="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1pPr>
              <a:lvl2pPr marL="563880" indent="-8064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2pPr>
              <a:lvl3pPr marL="1130300" indent="-16256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3pPr>
              <a:lvl4pPr marL="1696085" indent="-24574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4pPr>
              <a:lvl5pPr marL="2260600" indent="-325755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5pPr>
              <a:lvl6pPr marL="2418080" algn="l" defTabSz="967105" rtl="0" eaLnBrk="1" latinLnBrk="0" hangingPunct="1"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6pPr>
              <a:lvl7pPr marL="2901315" algn="l" defTabSz="967105" rtl="0" eaLnBrk="1" latinLnBrk="0" hangingPunct="1"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7pPr>
              <a:lvl8pPr marL="3385820" algn="l" defTabSz="967105" rtl="0" eaLnBrk="1" latinLnBrk="0" hangingPunct="1">
                <a:defRPr sz="1800" b="1" kern="1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  <a:cs typeface="+mn-cs"/>
                </a:defRPr>
              </a:lvl8pPr>
            </a:lstStyle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4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5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6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 advAuto="0"/>
      <p:bldP spid="30" grpId="1" animBg="1" advAuto="0"/>
      <p:bldP spid="31" grpId="2" animBg="1" advAuto="0"/>
      <p:bldP spid="32" grpId="3" animBg="1" advAuto="0"/>
      <p:bldP spid="33" grpId="4" advAuto="0"/>
      <p:bldP spid="34" grpId="5" advAuto="0"/>
      <p:bldP spid="35" grpId="6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eChat_20260513221820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91544" y="717550"/>
            <a:ext cx="8808913" cy="5159722"/>
          </a:xfrm>
          <a:prstGeom prst="rect">
            <a:avLst/>
          </a:prstGeom>
        </p:spPr>
      </p:pic>
    </p:spTree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32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3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4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35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36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37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8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39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40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41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42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实践路径探索 &gt; 3. 政策支持与激励措施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6DE967D-8383-8B05-6491-194408A0108F}"/>
              </a:ext>
            </a:extLst>
          </p:cNvPr>
          <p:cNvGrpSpPr/>
          <p:nvPr/>
        </p:nvGrpSpPr>
        <p:grpSpPr>
          <a:xfrm>
            <a:off x="1343471" y="1844824"/>
            <a:ext cx="9793089" cy="3600400"/>
            <a:chOff x="1288466" y="2367280"/>
            <a:chExt cx="9908451" cy="3801070"/>
          </a:xfrm>
        </p:grpSpPr>
        <p:sp>
          <p:nvSpPr>
            <p:cNvPr id="7" name="矩形 6"/>
            <p:cNvSpPr/>
            <p:nvPr/>
          </p:nvSpPr>
          <p:spPr>
            <a:xfrm>
              <a:off x="1288466" y="5117425"/>
              <a:ext cx="2564938" cy="1050925"/>
            </a:xfrm>
            <a:prstGeom prst="rect">
              <a:avLst/>
            </a:prstGeom>
          </p:spPr>
          <p:txBody>
            <a:bodyPr wrap="square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立法保障：完善相关法律法规，明确责任主体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4712711" y="5117426"/>
              <a:ext cx="2987106" cy="105092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经济激励：设立专项基金，对资源化利用项目给予补贴或税收优惠</a:t>
              </a:r>
            </a:p>
          </p:txBody>
        </p:sp>
        <p:sp>
          <p:nvSpPr>
            <p:cNvPr id="43" name="矩形 10"/>
            <p:cNvSpPr/>
            <p:nvPr/>
          </p:nvSpPr>
          <p:spPr>
            <a:xfrm>
              <a:off x="8355524" y="5117426"/>
              <a:ext cx="2841393" cy="105092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公共参与机制：建立社区、企业、政府三方联动机制，鼓励社会各界参与</a:t>
              </a:r>
            </a:p>
          </p:txBody>
        </p:sp>
        <p:sp>
          <p:nvSpPr>
            <p:cNvPr id="18" name="五角星 17"/>
            <p:cNvSpPr/>
            <p:nvPr/>
          </p:nvSpPr>
          <p:spPr>
            <a:xfrm>
              <a:off x="5128260" y="2468880"/>
              <a:ext cx="1935480" cy="1935480"/>
            </a:xfrm>
            <a:prstGeom prst="star5">
              <a:avLst>
                <a:gd name="adj" fmla="val 36401"/>
                <a:gd name="hf" fmla="val 105146"/>
                <a:gd name="vf" fmla="val 110557"/>
              </a:avLst>
            </a:prstGeom>
            <a:solidFill>
              <a:srgbClr val="0070C0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1pPr>
              <a:lvl2pPr marL="4572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2pPr>
              <a:lvl3pPr marL="9144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3pPr>
              <a:lvl4pPr marL="13716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4pPr>
              <a:lvl5pPr marL="18288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5pPr>
              <a:lvl6pPr marL="22860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6pPr>
              <a:lvl7pPr marL="27432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7pPr>
              <a:lvl8pPr marL="32004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8pPr>
              <a:lvl9pPr marL="36576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9" name="五角星 18"/>
            <p:cNvSpPr/>
            <p:nvPr/>
          </p:nvSpPr>
          <p:spPr>
            <a:xfrm>
              <a:off x="5026660" y="2367280"/>
              <a:ext cx="2138045" cy="2138045"/>
            </a:xfrm>
            <a:prstGeom prst="star5">
              <a:avLst>
                <a:gd name="adj" fmla="val 36401"/>
                <a:gd name="hf" fmla="val 105146"/>
                <a:gd name="vf" fmla="val 110557"/>
              </a:avLst>
            </a:prstGeom>
            <a:solidFill>
              <a:srgbClr val="342112"/>
            </a:solidFill>
            <a:ln w="698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1pPr>
              <a:lvl2pPr marL="4572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2pPr>
              <a:lvl3pPr marL="9144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3pPr>
              <a:lvl4pPr marL="13716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4pPr>
              <a:lvl5pPr marL="18288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5pPr>
              <a:lvl6pPr marL="22860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6pPr>
              <a:lvl7pPr marL="27432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7pPr>
              <a:lvl8pPr marL="32004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8pPr>
              <a:lvl9pPr marL="36576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>
              <a:off x="5501640" y="2973070"/>
              <a:ext cx="1205230" cy="1205865"/>
            </a:xfrm>
            <a:prstGeom prst="rect">
              <a:avLst/>
            </a:prstGeom>
            <a:ln>
              <a:noFill/>
            </a:ln>
          </p:spPr>
        </p:pic>
        <p:sp>
          <p:nvSpPr>
            <p:cNvPr id="23" name="五角星 22"/>
            <p:cNvSpPr/>
            <p:nvPr/>
          </p:nvSpPr>
          <p:spPr>
            <a:xfrm>
              <a:off x="8704580" y="2468880"/>
              <a:ext cx="1935480" cy="1935480"/>
            </a:xfrm>
            <a:prstGeom prst="star5">
              <a:avLst>
                <a:gd name="adj" fmla="val 36401"/>
                <a:gd name="hf" fmla="val 105146"/>
                <a:gd name="vf" fmla="val 110557"/>
              </a:avLst>
            </a:prstGeom>
            <a:solidFill>
              <a:srgbClr val="0070C0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1pPr>
              <a:lvl2pPr marL="4572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2pPr>
              <a:lvl3pPr marL="9144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3pPr>
              <a:lvl4pPr marL="13716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4pPr>
              <a:lvl5pPr marL="18288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5pPr>
              <a:lvl6pPr marL="22860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6pPr>
              <a:lvl7pPr marL="27432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7pPr>
              <a:lvl8pPr marL="32004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8pPr>
              <a:lvl9pPr marL="36576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4" name="五角星 23"/>
            <p:cNvSpPr/>
            <p:nvPr/>
          </p:nvSpPr>
          <p:spPr>
            <a:xfrm>
              <a:off x="8602980" y="2367280"/>
              <a:ext cx="2138045" cy="2138045"/>
            </a:xfrm>
            <a:prstGeom prst="star5">
              <a:avLst>
                <a:gd name="adj" fmla="val 36401"/>
                <a:gd name="hf" fmla="val 105146"/>
                <a:gd name="vf" fmla="val 110557"/>
              </a:avLst>
            </a:prstGeom>
            <a:solidFill>
              <a:srgbClr val="342112"/>
            </a:solidFill>
            <a:ln w="698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1pPr>
              <a:lvl2pPr marL="4572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2pPr>
              <a:lvl3pPr marL="9144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3pPr>
              <a:lvl4pPr marL="13716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4pPr>
              <a:lvl5pPr marL="18288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5pPr>
              <a:lvl6pPr marL="22860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6pPr>
              <a:lvl7pPr marL="27432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7pPr>
              <a:lvl8pPr marL="32004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8pPr>
              <a:lvl9pPr marL="36576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biLevel thresh="50000"/>
            </a:blip>
            <a:stretch>
              <a:fillRect/>
            </a:stretch>
          </p:blipFill>
          <p:spPr>
            <a:xfrm>
              <a:off x="9221470" y="3058160"/>
              <a:ext cx="998855" cy="998855"/>
            </a:xfrm>
            <a:prstGeom prst="rect">
              <a:avLst/>
            </a:prstGeom>
            <a:ln>
              <a:noFill/>
            </a:ln>
          </p:spPr>
        </p:pic>
        <p:sp>
          <p:nvSpPr>
            <p:cNvPr id="28" name="五角星 27"/>
            <p:cNvSpPr/>
            <p:nvPr/>
          </p:nvSpPr>
          <p:spPr>
            <a:xfrm>
              <a:off x="1591945" y="2468880"/>
              <a:ext cx="1935480" cy="1935480"/>
            </a:xfrm>
            <a:prstGeom prst="star5">
              <a:avLst>
                <a:gd name="adj" fmla="val 36401"/>
                <a:gd name="hf" fmla="val 105146"/>
                <a:gd name="vf" fmla="val 110557"/>
              </a:avLst>
            </a:prstGeom>
            <a:solidFill>
              <a:srgbClr val="0070C0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1pPr>
              <a:lvl2pPr marL="4572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2pPr>
              <a:lvl3pPr marL="9144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3pPr>
              <a:lvl4pPr marL="13716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4pPr>
              <a:lvl5pPr marL="18288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5pPr>
              <a:lvl6pPr marL="22860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6pPr>
              <a:lvl7pPr marL="27432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7pPr>
              <a:lvl8pPr marL="32004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8pPr>
              <a:lvl9pPr marL="36576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9" name="五角星 28"/>
            <p:cNvSpPr/>
            <p:nvPr/>
          </p:nvSpPr>
          <p:spPr>
            <a:xfrm>
              <a:off x="1490345" y="2367280"/>
              <a:ext cx="2138045" cy="2138045"/>
            </a:xfrm>
            <a:prstGeom prst="star5">
              <a:avLst>
                <a:gd name="adj" fmla="val 36401"/>
                <a:gd name="hf" fmla="val 105146"/>
                <a:gd name="vf" fmla="val 110557"/>
              </a:avLst>
            </a:prstGeom>
            <a:solidFill>
              <a:srgbClr val="342112"/>
            </a:solidFill>
            <a:ln w="698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1pPr>
              <a:lvl2pPr marL="4572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2pPr>
              <a:lvl3pPr marL="9144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3pPr>
              <a:lvl4pPr marL="13716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4pPr>
              <a:lvl5pPr marL="18288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5pPr>
              <a:lvl6pPr marL="22860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6pPr>
              <a:lvl7pPr marL="27432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7pPr>
              <a:lvl8pPr marL="32004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8pPr>
              <a:lvl9pPr marL="365760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800" b="0" i="0" u="none" strike="noStrike" kern="1200" cap="none" spc="0" normalizeH="0" baseline="0" noProof="0">
                  <a:solidFill>
                    <a:srgbClr val="FFFFFF"/>
                  </a:solidFill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5">
              <a:biLevel thresh="50000"/>
            </a:blip>
            <a:stretch>
              <a:fillRect/>
            </a:stretch>
          </p:blipFill>
          <p:spPr>
            <a:xfrm>
              <a:off x="2073275" y="3075940"/>
              <a:ext cx="998855" cy="998855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 prLst="">
                                      <p:cBhvr>
                                        <p:cTn id="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2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图形"/>
          <p:cNvSpPr/>
          <p:nvPr/>
        </p:nvSpPr>
        <p:spPr>
          <a:xfrm>
            <a:off x="3823337" y="-22859"/>
            <a:ext cx="14079855" cy="6857365"/>
          </a:xfrm>
          <a:prstGeom prst="parallelogram">
            <a:avLst>
              <a:gd name="adj" fmla="val 86452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9pPr>
          </a:lstStyle>
          <a:p>
            <a:endParaRPr/>
          </a:p>
        </p:txBody>
      </p:sp>
      <p:sp>
        <p:nvSpPr>
          <p:cNvPr id="25" name="图形"/>
          <p:cNvSpPr/>
          <p:nvPr/>
        </p:nvSpPr>
        <p:spPr>
          <a:xfrm>
            <a:off x="1919605" y="635"/>
            <a:ext cx="7730491" cy="6857365"/>
          </a:xfrm>
          <a:prstGeom prst="parallelogram">
            <a:avLst>
              <a:gd name="adj" fmla="val 86452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chemeClr val="accent2">
                  <a:lumMod val="20000"/>
                  <a:lumOff val="80000"/>
                  <a:alpha val="5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阿里巴巴普惠体"/>
                <a:ea typeface="阿里巴巴普惠体"/>
                <a:cs typeface="Arial" panose="020B0604020202020204" pitchFamily="34" charset="0"/>
                <a:sym typeface="Wingdings" panose="05000000000000000000"/>
              </a:defRPr>
            </a:lvl9pPr>
          </a:lstStyle>
          <a:p>
            <a:endParaRPr/>
          </a:p>
        </p:txBody>
      </p:sp>
      <p:sp>
        <p:nvSpPr>
          <p:cNvPr id="45" name="图形"/>
          <p:cNvSpPr/>
          <p:nvPr/>
        </p:nvSpPr>
        <p:spPr>
          <a:xfrm>
            <a:off x="1906" y="2577465"/>
            <a:ext cx="5621020" cy="4280535"/>
          </a:xfrm>
          <a:custGeom>
            <a:avLst/>
            <a:gdLst>
              <a:gd name="connsiteX0" fmla="*/ 0 w 1404175"/>
              <a:gd name="connsiteY0" fmla="*/ 334756 h 1069419"/>
              <a:gd name="connsiteX1" fmla="*/ 334756 w 1404175"/>
              <a:gd name="connsiteY1" fmla="*/ 0 h 1069419"/>
              <a:gd name="connsiteX2" fmla="*/ 1404176 w 1404175"/>
              <a:gd name="connsiteY2" fmla="*/ 1069419 h 1069419"/>
              <a:gd name="connsiteX3" fmla="*/ 0 w 1404175"/>
              <a:gd name="connsiteY3" fmla="*/ 1069419 h 1069419"/>
              <a:gd name="connsiteX4" fmla="*/ 0 w 1404175"/>
              <a:gd name="connsiteY4" fmla="*/ 334756 h 106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04175" h="1069419">
                <a:moveTo>
                  <a:pt x="0" y="334756"/>
                </a:moveTo>
                <a:lnTo>
                  <a:pt x="334756" y="0"/>
                </a:lnTo>
                <a:lnTo>
                  <a:pt x="1404176" y="1069419"/>
                </a:lnTo>
                <a:lnTo>
                  <a:pt x="0" y="1069419"/>
                </a:lnTo>
                <a:lnTo>
                  <a:pt x="0" y="334756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8" name="图形"/>
          <p:cNvSpPr/>
          <p:nvPr userDrawn="1"/>
        </p:nvSpPr>
        <p:spPr>
          <a:xfrm rot="16200000" flipH="1" flipV="1">
            <a:off x="-153036" y="4723131"/>
            <a:ext cx="2264410" cy="1958340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accent2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46" name="图形"/>
          <p:cNvSpPr/>
          <p:nvPr/>
        </p:nvSpPr>
        <p:spPr>
          <a:xfrm>
            <a:off x="1906" y="3306446"/>
            <a:ext cx="4864100" cy="3551555"/>
          </a:xfrm>
          <a:custGeom>
            <a:avLst/>
            <a:gdLst>
              <a:gd name="connsiteX0" fmla="*/ 1208294 w 1215151"/>
              <a:gd name="connsiteY0" fmla="*/ 887254 h 887253"/>
              <a:gd name="connsiteX1" fmla="*/ 1215152 w 1215151"/>
              <a:gd name="connsiteY1" fmla="*/ 880396 h 887253"/>
              <a:gd name="connsiteX2" fmla="*/ 334756 w 1215151"/>
              <a:gd name="connsiteY2" fmla="*/ 0 h 887253"/>
              <a:gd name="connsiteX3" fmla="*/ 0 w 1215151"/>
              <a:gd name="connsiteY3" fmla="*/ 334756 h 887253"/>
              <a:gd name="connsiteX4" fmla="*/ 0 w 1215151"/>
              <a:gd name="connsiteY4" fmla="*/ 644652 h 887253"/>
              <a:gd name="connsiteX5" fmla="*/ 334756 w 1215151"/>
              <a:gd name="connsiteY5" fmla="*/ 309896 h 887253"/>
              <a:gd name="connsiteX6" fmla="*/ 905256 w 1215151"/>
              <a:gd name="connsiteY6" fmla="*/ 880396 h 887253"/>
              <a:gd name="connsiteX7" fmla="*/ 898398 w 1215151"/>
              <a:gd name="connsiteY7" fmla="*/ 887254 h 887253"/>
              <a:gd name="connsiteX8" fmla="*/ 1208294 w 1215151"/>
              <a:gd name="connsiteY8" fmla="*/ 887254 h 887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5151" h="887253">
                <a:moveTo>
                  <a:pt x="1208294" y="887254"/>
                </a:moveTo>
                <a:lnTo>
                  <a:pt x="1215152" y="880396"/>
                </a:lnTo>
                <a:lnTo>
                  <a:pt x="334756" y="0"/>
                </a:lnTo>
                <a:lnTo>
                  <a:pt x="0" y="334756"/>
                </a:lnTo>
                <a:lnTo>
                  <a:pt x="0" y="644652"/>
                </a:lnTo>
                <a:lnTo>
                  <a:pt x="334756" y="309896"/>
                </a:lnTo>
                <a:lnTo>
                  <a:pt x="905256" y="880396"/>
                </a:lnTo>
                <a:lnTo>
                  <a:pt x="898398" y="887254"/>
                </a:lnTo>
                <a:lnTo>
                  <a:pt x="1208294" y="88725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pic>
        <p:nvPicPr>
          <p:cNvPr id="4" name="图形" descr="D:/002包图/商务办公/13010.jpg13010"/>
          <p:cNvPicPr>
            <a:picLocks noChangeAspect="1"/>
          </p:cNvPicPr>
          <p:nvPr/>
        </p:nvPicPr>
        <p:blipFill>
          <a:blip r:embed="rId6"/>
          <a:srcRect l="6187" r="6187"/>
          <a:stretch>
            <a:fillRect/>
          </a:stretch>
        </p:blipFill>
        <p:spPr>
          <a:xfrm>
            <a:off x="1906" y="0"/>
            <a:ext cx="6118225" cy="46596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35" h="7338">
                <a:moveTo>
                  <a:pt x="0" y="0"/>
                </a:moveTo>
                <a:lnTo>
                  <a:pt x="9635" y="0"/>
                </a:lnTo>
                <a:lnTo>
                  <a:pt x="9635" y="0"/>
                </a:lnTo>
                <a:lnTo>
                  <a:pt x="2297" y="7338"/>
                </a:lnTo>
                <a:lnTo>
                  <a:pt x="0" y="5041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3" name="图形"/>
          <p:cNvSpPr/>
          <p:nvPr userDrawn="1"/>
        </p:nvSpPr>
        <p:spPr>
          <a:xfrm flipH="1" flipV="1">
            <a:off x="1" y="1"/>
            <a:ext cx="1790700" cy="1548765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bg1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7" name="图形"/>
          <p:cNvSpPr/>
          <p:nvPr userDrawn="1"/>
        </p:nvSpPr>
        <p:spPr>
          <a:xfrm flipH="1" flipV="1">
            <a:off x="0" y="1"/>
            <a:ext cx="1296035" cy="1120775"/>
          </a:xfrm>
          <a:custGeom>
            <a:avLst/>
            <a:gdLst>
              <a:gd name="connsiteX0" fmla="*/ 3391084 w 3391084"/>
              <a:gd name="connsiteY0" fmla="*/ 0 h 5873357"/>
              <a:gd name="connsiteX1" fmla="*/ 3391084 w 3391084"/>
              <a:gd name="connsiteY1" fmla="*/ 5873357 h 5873357"/>
              <a:gd name="connsiteX2" fmla="*/ 0 w 3391084"/>
              <a:gd name="connsiteY2" fmla="*/ 5873357 h 5873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91084" h="5873357">
                <a:moveTo>
                  <a:pt x="3391084" y="0"/>
                </a:moveTo>
                <a:lnTo>
                  <a:pt x="3391084" y="5873357"/>
                </a:lnTo>
                <a:lnTo>
                  <a:pt x="0" y="5873357"/>
                </a:lnTo>
                <a:close/>
              </a:path>
            </a:pathLst>
          </a:custGeom>
          <a:solidFill>
            <a:schemeClr val="accent2"/>
          </a:soli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grpSp>
        <p:nvGrpSpPr>
          <p:cNvPr id="14" name="图形"/>
          <p:cNvGrpSpPr/>
          <p:nvPr userDrawn="1"/>
        </p:nvGrpSpPr>
        <p:grpSpPr>
          <a:xfrm flipH="1">
            <a:off x="9921241" y="5936615"/>
            <a:ext cx="1149351" cy="198120"/>
            <a:chOff x="4880668" y="1547674"/>
            <a:chExt cx="1278655" cy="220917"/>
          </a:xfr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</p:grpSpPr>
        <p:sp>
          <p:nvSpPr>
            <p:cNvPr id="15" name="图形"/>
            <p:cNvSpPr/>
            <p:nvPr/>
          </p:nvSpPr>
          <p:spPr>
            <a:xfrm>
              <a:off x="4880668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507 w 159742"/>
                <a:gd name="connsiteY1" fmla="*/ 220917 h 220917"/>
                <a:gd name="connsiteX2" fmla="*/ 159742 w 159742"/>
                <a:gd name="connsiteY2" fmla="*/ 220917 h 220917"/>
                <a:gd name="connsiteX3" fmla="*/ 32378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507" y="220917"/>
                  </a:lnTo>
                  <a:lnTo>
                    <a:pt x="159742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6" name="图形"/>
            <p:cNvSpPr/>
            <p:nvPr/>
          </p:nvSpPr>
          <p:spPr>
            <a:xfrm>
              <a:off x="5040410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651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651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7" name="图形"/>
            <p:cNvSpPr/>
            <p:nvPr/>
          </p:nvSpPr>
          <p:spPr>
            <a:xfrm>
              <a:off x="5200296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8" name="图形"/>
            <p:cNvSpPr/>
            <p:nvPr/>
          </p:nvSpPr>
          <p:spPr>
            <a:xfrm>
              <a:off x="5360182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5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5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9" name="图形"/>
            <p:cNvSpPr/>
            <p:nvPr/>
          </p:nvSpPr>
          <p:spPr>
            <a:xfrm>
              <a:off x="5520067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364 w 159742"/>
                <a:gd name="connsiteY1" fmla="*/ 220917 h 220917"/>
                <a:gd name="connsiteX2" fmla="*/ 159743 w 159742"/>
                <a:gd name="connsiteY2" fmla="*/ 220917 h 220917"/>
                <a:gd name="connsiteX3" fmla="*/ 32235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364" y="220917"/>
                  </a:lnTo>
                  <a:lnTo>
                    <a:pt x="159743" y="220917"/>
                  </a:lnTo>
                  <a:lnTo>
                    <a:pt x="322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0" name="图形"/>
            <p:cNvSpPr/>
            <p:nvPr/>
          </p:nvSpPr>
          <p:spPr>
            <a:xfrm>
              <a:off x="5679810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7 w 159885"/>
                <a:gd name="connsiteY1" fmla="*/ 220917 h 220917"/>
                <a:gd name="connsiteX2" fmla="*/ 159885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7" y="220917"/>
                  </a:lnTo>
                  <a:lnTo>
                    <a:pt x="159885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1" name="图形"/>
            <p:cNvSpPr/>
            <p:nvPr/>
          </p:nvSpPr>
          <p:spPr>
            <a:xfrm>
              <a:off x="5839695" y="1547674"/>
              <a:ext cx="159885" cy="220917"/>
            </a:xfrm>
            <a:custGeom>
              <a:avLst/>
              <a:gdLst>
                <a:gd name="connsiteX0" fmla="*/ 0 w 159885"/>
                <a:gd name="connsiteY0" fmla="*/ 0 h 220917"/>
                <a:gd name="connsiteX1" fmla="*/ 127508 w 159885"/>
                <a:gd name="connsiteY1" fmla="*/ 220917 h 220917"/>
                <a:gd name="connsiteX2" fmla="*/ 159886 w 159885"/>
                <a:gd name="connsiteY2" fmla="*/ 220917 h 220917"/>
                <a:gd name="connsiteX3" fmla="*/ 32378 w 159885"/>
                <a:gd name="connsiteY3" fmla="*/ 0 h 220917"/>
                <a:gd name="connsiteX4" fmla="*/ 0 w 159885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885" h="220917">
                  <a:moveTo>
                    <a:pt x="0" y="0"/>
                  </a:moveTo>
                  <a:lnTo>
                    <a:pt x="127508" y="220917"/>
                  </a:lnTo>
                  <a:lnTo>
                    <a:pt x="159886" y="220917"/>
                  </a:lnTo>
                  <a:lnTo>
                    <a:pt x="323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2" name="图形"/>
            <p:cNvSpPr/>
            <p:nvPr/>
          </p:nvSpPr>
          <p:spPr>
            <a:xfrm>
              <a:off x="5999581" y="1547674"/>
              <a:ext cx="159742" cy="220917"/>
            </a:xfrm>
            <a:custGeom>
              <a:avLst/>
              <a:gdLst>
                <a:gd name="connsiteX0" fmla="*/ 0 w 159742"/>
                <a:gd name="connsiteY0" fmla="*/ 0 h 220917"/>
                <a:gd name="connsiteX1" fmla="*/ 127508 w 159742"/>
                <a:gd name="connsiteY1" fmla="*/ 220917 h 220917"/>
                <a:gd name="connsiteX2" fmla="*/ 159743 w 159742"/>
                <a:gd name="connsiteY2" fmla="*/ 220917 h 220917"/>
                <a:gd name="connsiteX3" fmla="*/ 32235 w 159742"/>
                <a:gd name="connsiteY3" fmla="*/ 0 h 220917"/>
                <a:gd name="connsiteX4" fmla="*/ 0 w 159742"/>
                <a:gd name="connsiteY4" fmla="*/ 0 h 2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2" h="220917">
                  <a:moveTo>
                    <a:pt x="0" y="0"/>
                  </a:moveTo>
                  <a:lnTo>
                    <a:pt x="127508" y="220917"/>
                  </a:lnTo>
                  <a:lnTo>
                    <a:pt x="159743" y="220917"/>
                  </a:lnTo>
                  <a:lnTo>
                    <a:pt x="3223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32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</p:grpSp>
      <p:sp>
        <p:nvSpPr>
          <p:cNvPr id="71" name="图形"/>
          <p:cNvSpPr/>
          <p:nvPr/>
        </p:nvSpPr>
        <p:spPr>
          <a:xfrm rot="16200000">
            <a:off x="187495" y="5892028"/>
            <a:ext cx="492500" cy="1132297"/>
          </a:xfrm>
          <a:custGeom>
            <a:avLst/>
            <a:gdLst>
              <a:gd name="connsiteX0" fmla="*/ 21496 w 365377"/>
              <a:gd name="connsiteY0" fmla="*/ 0 h 840032"/>
              <a:gd name="connsiteX1" fmla="*/ 42987 w 365377"/>
              <a:gd name="connsiteY1" fmla="*/ 21491 h 840032"/>
              <a:gd name="connsiteX2" fmla="*/ 21496 w 365377"/>
              <a:gd name="connsiteY2" fmla="*/ 42983 h 840032"/>
              <a:gd name="connsiteX3" fmla="*/ 0 w 365377"/>
              <a:gd name="connsiteY3" fmla="*/ 21491 h 840032"/>
              <a:gd name="connsiteX4" fmla="*/ 21496 w 365377"/>
              <a:gd name="connsiteY4" fmla="*/ 0 h 840032"/>
              <a:gd name="connsiteX5" fmla="*/ 21496 w 365377"/>
              <a:gd name="connsiteY5" fmla="*/ 797037 h 840032"/>
              <a:gd name="connsiteX6" fmla="*/ 42987 w 365377"/>
              <a:gd name="connsiteY6" fmla="*/ 818532 h 840032"/>
              <a:gd name="connsiteX7" fmla="*/ 21496 w 365377"/>
              <a:gd name="connsiteY7" fmla="*/ 840032 h 840032"/>
              <a:gd name="connsiteX8" fmla="*/ 0 w 365377"/>
              <a:gd name="connsiteY8" fmla="*/ 818532 h 840032"/>
              <a:gd name="connsiteX9" fmla="*/ 21496 w 365377"/>
              <a:gd name="connsiteY9" fmla="*/ 797037 h 840032"/>
              <a:gd name="connsiteX10" fmla="*/ 343882 w 365377"/>
              <a:gd name="connsiteY10" fmla="*/ 797037 h 840032"/>
              <a:gd name="connsiteX11" fmla="*/ 365377 w 365377"/>
              <a:gd name="connsiteY11" fmla="*/ 818532 h 840032"/>
              <a:gd name="connsiteX12" fmla="*/ 343882 w 365377"/>
              <a:gd name="connsiteY12" fmla="*/ 840032 h 840032"/>
              <a:gd name="connsiteX13" fmla="*/ 322390 w 365377"/>
              <a:gd name="connsiteY13" fmla="*/ 818532 h 840032"/>
              <a:gd name="connsiteX14" fmla="*/ 343882 w 365377"/>
              <a:gd name="connsiteY14" fmla="*/ 797037 h 840032"/>
              <a:gd name="connsiteX15" fmla="*/ 263287 w 365377"/>
              <a:gd name="connsiteY15" fmla="*/ 797037 h 840032"/>
              <a:gd name="connsiteX16" fmla="*/ 284778 w 365377"/>
              <a:gd name="connsiteY16" fmla="*/ 818532 h 840032"/>
              <a:gd name="connsiteX17" fmla="*/ 263287 w 365377"/>
              <a:gd name="connsiteY17" fmla="*/ 840032 h 840032"/>
              <a:gd name="connsiteX18" fmla="*/ 241792 w 365377"/>
              <a:gd name="connsiteY18" fmla="*/ 818532 h 840032"/>
              <a:gd name="connsiteX19" fmla="*/ 263287 w 365377"/>
              <a:gd name="connsiteY19" fmla="*/ 797037 h 840032"/>
              <a:gd name="connsiteX20" fmla="*/ 182689 w 365377"/>
              <a:gd name="connsiteY20" fmla="*/ 797037 h 840032"/>
              <a:gd name="connsiteX21" fmla="*/ 204184 w 365377"/>
              <a:gd name="connsiteY21" fmla="*/ 818532 h 840032"/>
              <a:gd name="connsiteX22" fmla="*/ 182689 w 365377"/>
              <a:gd name="connsiteY22" fmla="*/ 840032 h 840032"/>
              <a:gd name="connsiteX23" fmla="*/ 161193 w 365377"/>
              <a:gd name="connsiteY23" fmla="*/ 818532 h 840032"/>
              <a:gd name="connsiteX24" fmla="*/ 182689 w 365377"/>
              <a:gd name="connsiteY24" fmla="*/ 797037 h 840032"/>
              <a:gd name="connsiteX25" fmla="*/ 102090 w 365377"/>
              <a:gd name="connsiteY25" fmla="*/ 797037 h 840032"/>
              <a:gd name="connsiteX26" fmla="*/ 123585 w 365377"/>
              <a:gd name="connsiteY26" fmla="*/ 818532 h 840032"/>
              <a:gd name="connsiteX27" fmla="*/ 102090 w 365377"/>
              <a:gd name="connsiteY27" fmla="*/ 840032 h 840032"/>
              <a:gd name="connsiteX28" fmla="*/ 80599 w 365377"/>
              <a:gd name="connsiteY28" fmla="*/ 818532 h 840032"/>
              <a:gd name="connsiteX29" fmla="*/ 102090 w 365377"/>
              <a:gd name="connsiteY29" fmla="*/ 797037 h 840032"/>
              <a:gd name="connsiteX30" fmla="*/ 21496 w 365377"/>
              <a:gd name="connsiteY30" fmla="*/ 717334 h 840032"/>
              <a:gd name="connsiteX31" fmla="*/ 42987 w 365377"/>
              <a:gd name="connsiteY31" fmla="*/ 738825 h 840032"/>
              <a:gd name="connsiteX32" fmla="*/ 21496 w 365377"/>
              <a:gd name="connsiteY32" fmla="*/ 760325 h 840032"/>
              <a:gd name="connsiteX33" fmla="*/ 0 w 365377"/>
              <a:gd name="connsiteY33" fmla="*/ 738825 h 840032"/>
              <a:gd name="connsiteX34" fmla="*/ 21496 w 365377"/>
              <a:gd name="connsiteY34" fmla="*/ 717334 h 840032"/>
              <a:gd name="connsiteX35" fmla="*/ 343882 w 365377"/>
              <a:gd name="connsiteY35" fmla="*/ 717334 h 840032"/>
              <a:gd name="connsiteX36" fmla="*/ 365377 w 365377"/>
              <a:gd name="connsiteY36" fmla="*/ 738825 h 840032"/>
              <a:gd name="connsiteX37" fmla="*/ 343882 w 365377"/>
              <a:gd name="connsiteY37" fmla="*/ 760325 h 840032"/>
              <a:gd name="connsiteX38" fmla="*/ 322390 w 365377"/>
              <a:gd name="connsiteY38" fmla="*/ 738825 h 840032"/>
              <a:gd name="connsiteX39" fmla="*/ 343882 w 365377"/>
              <a:gd name="connsiteY39" fmla="*/ 717334 h 840032"/>
              <a:gd name="connsiteX40" fmla="*/ 263287 w 365377"/>
              <a:gd name="connsiteY40" fmla="*/ 717334 h 840032"/>
              <a:gd name="connsiteX41" fmla="*/ 284778 w 365377"/>
              <a:gd name="connsiteY41" fmla="*/ 738825 h 840032"/>
              <a:gd name="connsiteX42" fmla="*/ 263287 w 365377"/>
              <a:gd name="connsiteY42" fmla="*/ 760325 h 840032"/>
              <a:gd name="connsiteX43" fmla="*/ 241792 w 365377"/>
              <a:gd name="connsiteY43" fmla="*/ 738825 h 840032"/>
              <a:gd name="connsiteX44" fmla="*/ 263287 w 365377"/>
              <a:gd name="connsiteY44" fmla="*/ 717334 h 840032"/>
              <a:gd name="connsiteX45" fmla="*/ 182689 w 365377"/>
              <a:gd name="connsiteY45" fmla="*/ 717334 h 840032"/>
              <a:gd name="connsiteX46" fmla="*/ 204184 w 365377"/>
              <a:gd name="connsiteY46" fmla="*/ 738825 h 840032"/>
              <a:gd name="connsiteX47" fmla="*/ 182689 w 365377"/>
              <a:gd name="connsiteY47" fmla="*/ 760325 h 840032"/>
              <a:gd name="connsiteX48" fmla="*/ 161193 w 365377"/>
              <a:gd name="connsiteY48" fmla="*/ 738825 h 840032"/>
              <a:gd name="connsiteX49" fmla="*/ 182689 w 365377"/>
              <a:gd name="connsiteY49" fmla="*/ 717334 h 840032"/>
              <a:gd name="connsiteX50" fmla="*/ 102090 w 365377"/>
              <a:gd name="connsiteY50" fmla="*/ 717334 h 840032"/>
              <a:gd name="connsiteX51" fmla="*/ 123585 w 365377"/>
              <a:gd name="connsiteY51" fmla="*/ 738825 h 840032"/>
              <a:gd name="connsiteX52" fmla="*/ 102090 w 365377"/>
              <a:gd name="connsiteY52" fmla="*/ 760325 h 840032"/>
              <a:gd name="connsiteX53" fmla="*/ 80599 w 365377"/>
              <a:gd name="connsiteY53" fmla="*/ 738825 h 840032"/>
              <a:gd name="connsiteX54" fmla="*/ 102090 w 365377"/>
              <a:gd name="connsiteY54" fmla="*/ 717334 h 840032"/>
              <a:gd name="connsiteX55" fmla="*/ 21496 w 365377"/>
              <a:gd name="connsiteY55" fmla="*/ 637631 h 840032"/>
              <a:gd name="connsiteX56" fmla="*/ 42987 w 365377"/>
              <a:gd name="connsiteY56" fmla="*/ 659122 h 840032"/>
              <a:gd name="connsiteX57" fmla="*/ 21496 w 365377"/>
              <a:gd name="connsiteY57" fmla="*/ 680622 h 840032"/>
              <a:gd name="connsiteX58" fmla="*/ 0 w 365377"/>
              <a:gd name="connsiteY58" fmla="*/ 659122 h 840032"/>
              <a:gd name="connsiteX59" fmla="*/ 21496 w 365377"/>
              <a:gd name="connsiteY59" fmla="*/ 637631 h 840032"/>
              <a:gd name="connsiteX60" fmla="*/ 343882 w 365377"/>
              <a:gd name="connsiteY60" fmla="*/ 637631 h 840032"/>
              <a:gd name="connsiteX61" fmla="*/ 365377 w 365377"/>
              <a:gd name="connsiteY61" fmla="*/ 659122 h 840032"/>
              <a:gd name="connsiteX62" fmla="*/ 343882 w 365377"/>
              <a:gd name="connsiteY62" fmla="*/ 680622 h 840032"/>
              <a:gd name="connsiteX63" fmla="*/ 322390 w 365377"/>
              <a:gd name="connsiteY63" fmla="*/ 659122 h 840032"/>
              <a:gd name="connsiteX64" fmla="*/ 343882 w 365377"/>
              <a:gd name="connsiteY64" fmla="*/ 637631 h 840032"/>
              <a:gd name="connsiteX65" fmla="*/ 263287 w 365377"/>
              <a:gd name="connsiteY65" fmla="*/ 637631 h 840032"/>
              <a:gd name="connsiteX66" fmla="*/ 284778 w 365377"/>
              <a:gd name="connsiteY66" fmla="*/ 659122 h 840032"/>
              <a:gd name="connsiteX67" fmla="*/ 263287 w 365377"/>
              <a:gd name="connsiteY67" fmla="*/ 680622 h 840032"/>
              <a:gd name="connsiteX68" fmla="*/ 241792 w 365377"/>
              <a:gd name="connsiteY68" fmla="*/ 659122 h 840032"/>
              <a:gd name="connsiteX69" fmla="*/ 263287 w 365377"/>
              <a:gd name="connsiteY69" fmla="*/ 637631 h 840032"/>
              <a:gd name="connsiteX70" fmla="*/ 182689 w 365377"/>
              <a:gd name="connsiteY70" fmla="*/ 637631 h 840032"/>
              <a:gd name="connsiteX71" fmla="*/ 204184 w 365377"/>
              <a:gd name="connsiteY71" fmla="*/ 659122 h 840032"/>
              <a:gd name="connsiteX72" fmla="*/ 182689 w 365377"/>
              <a:gd name="connsiteY72" fmla="*/ 680622 h 840032"/>
              <a:gd name="connsiteX73" fmla="*/ 161193 w 365377"/>
              <a:gd name="connsiteY73" fmla="*/ 659122 h 840032"/>
              <a:gd name="connsiteX74" fmla="*/ 182689 w 365377"/>
              <a:gd name="connsiteY74" fmla="*/ 637631 h 840032"/>
              <a:gd name="connsiteX75" fmla="*/ 102090 w 365377"/>
              <a:gd name="connsiteY75" fmla="*/ 637631 h 840032"/>
              <a:gd name="connsiteX76" fmla="*/ 123585 w 365377"/>
              <a:gd name="connsiteY76" fmla="*/ 659122 h 840032"/>
              <a:gd name="connsiteX77" fmla="*/ 102090 w 365377"/>
              <a:gd name="connsiteY77" fmla="*/ 680622 h 840032"/>
              <a:gd name="connsiteX78" fmla="*/ 80599 w 365377"/>
              <a:gd name="connsiteY78" fmla="*/ 659122 h 840032"/>
              <a:gd name="connsiteX79" fmla="*/ 102090 w 365377"/>
              <a:gd name="connsiteY79" fmla="*/ 637631 h 840032"/>
              <a:gd name="connsiteX80" fmla="*/ 21496 w 365377"/>
              <a:gd name="connsiteY80" fmla="*/ 557924 h 840032"/>
              <a:gd name="connsiteX81" fmla="*/ 42987 w 365377"/>
              <a:gd name="connsiteY81" fmla="*/ 579424 h 840032"/>
              <a:gd name="connsiteX82" fmla="*/ 21496 w 365377"/>
              <a:gd name="connsiteY82" fmla="*/ 600920 h 840032"/>
              <a:gd name="connsiteX83" fmla="*/ 0 w 365377"/>
              <a:gd name="connsiteY83" fmla="*/ 579424 h 840032"/>
              <a:gd name="connsiteX84" fmla="*/ 21496 w 365377"/>
              <a:gd name="connsiteY84" fmla="*/ 557924 h 840032"/>
              <a:gd name="connsiteX85" fmla="*/ 343882 w 365377"/>
              <a:gd name="connsiteY85" fmla="*/ 557924 h 840032"/>
              <a:gd name="connsiteX86" fmla="*/ 365377 w 365377"/>
              <a:gd name="connsiteY86" fmla="*/ 579424 h 840032"/>
              <a:gd name="connsiteX87" fmla="*/ 343882 w 365377"/>
              <a:gd name="connsiteY87" fmla="*/ 600920 h 840032"/>
              <a:gd name="connsiteX88" fmla="*/ 322390 w 365377"/>
              <a:gd name="connsiteY88" fmla="*/ 579424 h 840032"/>
              <a:gd name="connsiteX89" fmla="*/ 343882 w 365377"/>
              <a:gd name="connsiteY89" fmla="*/ 557924 h 840032"/>
              <a:gd name="connsiteX90" fmla="*/ 263287 w 365377"/>
              <a:gd name="connsiteY90" fmla="*/ 557924 h 840032"/>
              <a:gd name="connsiteX91" fmla="*/ 284778 w 365377"/>
              <a:gd name="connsiteY91" fmla="*/ 579424 h 840032"/>
              <a:gd name="connsiteX92" fmla="*/ 263287 w 365377"/>
              <a:gd name="connsiteY92" fmla="*/ 600920 h 840032"/>
              <a:gd name="connsiteX93" fmla="*/ 241792 w 365377"/>
              <a:gd name="connsiteY93" fmla="*/ 579424 h 840032"/>
              <a:gd name="connsiteX94" fmla="*/ 263287 w 365377"/>
              <a:gd name="connsiteY94" fmla="*/ 557924 h 840032"/>
              <a:gd name="connsiteX95" fmla="*/ 182689 w 365377"/>
              <a:gd name="connsiteY95" fmla="*/ 557924 h 840032"/>
              <a:gd name="connsiteX96" fmla="*/ 204184 w 365377"/>
              <a:gd name="connsiteY96" fmla="*/ 579424 h 840032"/>
              <a:gd name="connsiteX97" fmla="*/ 182689 w 365377"/>
              <a:gd name="connsiteY97" fmla="*/ 600920 h 840032"/>
              <a:gd name="connsiteX98" fmla="*/ 161193 w 365377"/>
              <a:gd name="connsiteY98" fmla="*/ 579424 h 840032"/>
              <a:gd name="connsiteX99" fmla="*/ 182689 w 365377"/>
              <a:gd name="connsiteY99" fmla="*/ 557924 h 840032"/>
              <a:gd name="connsiteX100" fmla="*/ 102090 w 365377"/>
              <a:gd name="connsiteY100" fmla="*/ 557924 h 840032"/>
              <a:gd name="connsiteX101" fmla="*/ 123585 w 365377"/>
              <a:gd name="connsiteY101" fmla="*/ 579424 h 840032"/>
              <a:gd name="connsiteX102" fmla="*/ 102090 w 365377"/>
              <a:gd name="connsiteY102" fmla="*/ 600920 h 840032"/>
              <a:gd name="connsiteX103" fmla="*/ 80599 w 365377"/>
              <a:gd name="connsiteY103" fmla="*/ 579424 h 840032"/>
              <a:gd name="connsiteX104" fmla="*/ 102090 w 365377"/>
              <a:gd name="connsiteY104" fmla="*/ 557924 h 840032"/>
              <a:gd name="connsiteX105" fmla="*/ 21496 w 365377"/>
              <a:gd name="connsiteY105" fmla="*/ 478217 h 840032"/>
              <a:gd name="connsiteX106" fmla="*/ 42987 w 365377"/>
              <a:gd name="connsiteY106" fmla="*/ 499717 h 840032"/>
              <a:gd name="connsiteX107" fmla="*/ 21496 w 365377"/>
              <a:gd name="connsiteY107" fmla="*/ 521212 h 840032"/>
              <a:gd name="connsiteX108" fmla="*/ 0 w 365377"/>
              <a:gd name="connsiteY108" fmla="*/ 499717 h 840032"/>
              <a:gd name="connsiteX109" fmla="*/ 21496 w 365377"/>
              <a:gd name="connsiteY109" fmla="*/ 478217 h 840032"/>
              <a:gd name="connsiteX110" fmla="*/ 343882 w 365377"/>
              <a:gd name="connsiteY110" fmla="*/ 478217 h 840032"/>
              <a:gd name="connsiteX111" fmla="*/ 365377 w 365377"/>
              <a:gd name="connsiteY111" fmla="*/ 499717 h 840032"/>
              <a:gd name="connsiteX112" fmla="*/ 343882 w 365377"/>
              <a:gd name="connsiteY112" fmla="*/ 521212 h 840032"/>
              <a:gd name="connsiteX113" fmla="*/ 322390 w 365377"/>
              <a:gd name="connsiteY113" fmla="*/ 499717 h 840032"/>
              <a:gd name="connsiteX114" fmla="*/ 343882 w 365377"/>
              <a:gd name="connsiteY114" fmla="*/ 478217 h 840032"/>
              <a:gd name="connsiteX115" fmla="*/ 263287 w 365377"/>
              <a:gd name="connsiteY115" fmla="*/ 478217 h 840032"/>
              <a:gd name="connsiteX116" fmla="*/ 284778 w 365377"/>
              <a:gd name="connsiteY116" fmla="*/ 499717 h 840032"/>
              <a:gd name="connsiteX117" fmla="*/ 263287 w 365377"/>
              <a:gd name="connsiteY117" fmla="*/ 521212 h 840032"/>
              <a:gd name="connsiteX118" fmla="*/ 241792 w 365377"/>
              <a:gd name="connsiteY118" fmla="*/ 499717 h 840032"/>
              <a:gd name="connsiteX119" fmla="*/ 263287 w 365377"/>
              <a:gd name="connsiteY119" fmla="*/ 478217 h 840032"/>
              <a:gd name="connsiteX120" fmla="*/ 182689 w 365377"/>
              <a:gd name="connsiteY120" fmla="*/ 478217 h 840032"/>
              <a:gd name="connsiteX121" fmla="*/ 204184 w 365377"/>
              <a:gd name="connsiteY121" fmla="*/ 499717 h 840032"/>
              <a:gd name="connsiteX122" fmla="*/ 182689 w 365377"/>
              <a:gd name="connsiteY122" fmla="*/ 521212 h 840032"/>
              <a:gd name="connsiteX123" fmla="*/ 161193 w 365377"/>
              <a:gd name="connsiteY123" fmla="*/ 499717 h 840032"/>
              <a:gd name="connsiteX124" fmla="*/ 182689 w 365377"/>
              <a:gd name="connsiteY124" fmla="*/ 478217 h 840032"/>
              <a:gd name="connsiteX125" fmla="*/ 102090 w 365377"/>
              <a:gd name="connsiteY125" fmla="*/ 478217 h 840032"/>
              <a:gd name="connsiteX126" fmla="*/ 123585 w 365377"/>
              <a:gd name="connsiteY126" fmla="*/ 499717 h 840032"/>
              <a:gd name="connsiteX127" fmla="*/ 102090 w 365377"/>
              <a:gd name="connsiteY127" fmla="*/ 521212 h 840032"/>
              <a:gd name="connsiteX128" fmla="*/ 80599 w 365377"/>
              <a:gd name="connsiteY128" fmla="*/ 499717 h 840032"/>
              <a:gd name="connsiteX129" fmla="*/ 102090 w 365377"/>
              <a:gd name="connsiteY129" fmla="*/ 478217 h 840032"/>
              <a:gd name="connsiteX130" fmla="*/ 21496 w 365377"/>
              <a:gd name="connsiteY130" fmla="*/ 398518 h 840032"/>
              <a:gd name="connsiteX131" fmla="*/ 42987 w 365377"/>
              <a:gd name="connsiteY131" fmla="*/ 420018 h 840032"/>
              <a:gd name="connsiteX132" fmla="*/ 21496 w 365377"/>
              <a:gd name="connsiteY132" fmla="*/ 441510 h 840032"/>
              <a:gd name="connsiteX133" fmla="*/ 0 w 365377"/>
              <a:gd name="connsiteY133" fmla="*/ 420018 h 840032"/>
              <a:gd name="connsiteX134" fmla="*/ 21496 w 365377"/>
              <a:gd name="connsiteY134" fmla="*/ 398518 h 840032"/>
              <a:gd name="connsiteX135" fmla="*/ 343882 w 365377"/>
              <a:gd name="connsiteY135" fmla="*/ 398518 h 840032"/>
              <a:gd name="connsiteX136" fmla="*/ 365377 w 365377"/>
              <a:gd name="connsiteY136" fmla="*/ 420018 h 840032"/>
              <a:gd name="connsiteX137" fmla="*/ 343882 w 365377"/>
              <a:gd name="connsiteY137" fmla="*/ 441510 h 840032"/>
              <a:gd name="connsiteX138" fmla="*/ 322390 w 365377"/>
              <a:gd name="connsiteY138" fmla="*/ 420018 h 840032"/>
              <a:gd name="connsiteX139" fmla="*/ 343882 w 365377"/>
              <a:gd name="connsiteY139" fmla="*/ 398518 h 840032"/>
              <a:gd name="connsiteX140" fmla="*/ 263287 w 365377"/>
              <a:gd name="connsiteY140" fmla="*/ 398518 h 840032"/>
              <a:gd name="connsiteX141" fmla="*/ 284778 w 365377"/>
              <a:gd name="connsiteY141" fmla="*/ 420018 h 840032"/>
              <a:gd name="connsiteX142" fmla="*/ 263287 w 365377"/>
              <a:gd name="connsiteY142" fmla="*/ 441510 h 840032"/>
              <a:gd name="connsiteX143" fmla="*/ 241792 w 365377"/>
              <a:gd name="connsiteY143" fmla="*/ 420018 h 840032"/>
              <a:gd name="connsiteX144" fmla="*/ 263287 w 365377"/>
              <a:gd name="connsiteY144" fmla="*/ 398518 h 840032"/>
              <a:gd name="connsiteX145" fmla="*/ 182689 w 365377"/>
              <a:gd name="connsiteY145" fmla="*/ 398518 h 840032"/>
              <a:gd name="connsiteX146" fmla="*/ 204184 w 365377"/>
              <a:gd name="connsiteY146" fmla="*/ 420018 h 840032"/>
              <a:gd name="connsiteX147" fmla="*/ 182689 w 365377"/>
              <a:gd name="connsiteY147" fmla="*/ 441510 h 840032"/>
              <a:gd name="connsiteX148" fmla="*/ 161193 w 365377"/>
              <a:gd name="connsiteY148" fmla="*/ 420018 h 840032"/>
              <a:gd name="connsiteX149" fmla="*/ 182689 w 365377"/>
              <a:gd name="connsiteY149" fmla="*/ 398518 h 840032"/>
              <a:gd name="connsiteX150" fmla="*/ 102090 w 365377"/>
              <a:gd name="connsiteY150" fmla="*/ 398518 h 840032"/>
              <a:gd name="connsiteX151" fmla="*/ 123585 w 365377"/>
              <a:gd name="connsiteY151" fmla="*/ 420018 h 840032"/>
              <a:gd name="connsiteX152" fmla="*/ 102090 w 365377"/>
              <a:gd name="connsiteY152" fmla="*/ 441510 h 840032"/>
              <a:gd name="connsiteX153" fmla="*/ 80599 w 365377"/>
              <a:gd name="connsiteY153" fmla="*/ 420018 h 840032"/>
              <a:gd name="connsiteX154" fmla="*/ 102090 w 365377"/>
              <a:gd name="connsiteY154" fmla="*/ 398518 h 840032"/>
              <a:gd name="connsiteX155" fmla="*/ 21496 w 365377"/>
              <a:gd name="connsiteY155" fmla="*/ 318820 h 840032"/>
              <a:gd name="connsiteX156" fmla="*/ 42987 w 365377"/>
              <a:gd name="connsiteY156" fmla="*/ 340311 h 840032"/>
              <a:gd name="connsiteX157" fmla="*/ 21496 w 365377"/>
              <a:gd name="connsiteY157" fmla="*/ 361802 h 840032"/>
              <a:gd name="connsiteX158" fmla="*/ 0 w 365377"/>
              <a:gd name="connsiteY158" fmla="*/ 340311 h 840032"/>
              <a:gd name="connsiteX159" fmla="*/ 21496 w 365377"/>
              <a:gd name="connsiteY159" fmla="*/ 318820 h 840032"/>
              <a:gd name="connsiteX160" fmla="*/ 343882 w 365377"/>
              <a:gd name="connsiteY160" fmla="*/ 318820 h 840032"/>
              <a:gd name="connsiteX161" fmla="*/ 365377 w 365377"/>
              <a:gd name="connsiteY161" fmla="*/ 340311 h 840032"/>
              <a:gd name="connsiteX162" fmla="*/ 343882 w 365377"/>
              <a:gd name="connsiteY162" fmla="*/ 361802 h 840032"/>
              <a:gd name="connsiteX163" fmla="*/ 322390 w 365377"/>
              <a:gd name="connsiteY163" fmla="*/ 340311 h 840032"/>
              <a:gd name="connsiteX164" fmla="*/ 343882 w 365377"/>
              <a:gd name="connsiteY164" fmla="*/ 318820 h 840032"/>
              <a:gd name="connsiteX165" fmla="*/ 263287 w 365377"/>
              <a:gd name="connsiteY165" fmla="*/ 318820 h 840032"/>
              <a:gd name="connsiteX166" fmla="*/ 284778 w 365377"/>
              <a:gd name="connsiteY166" fmla="*/ 340311 h 840032"/>
              <a:gd name="connsiteX167" fmla="*/ 263287 w 365377"/>
              <a:gd name="connsiteY167" fmla="*/ 361802 h 840032"/>
              <a:gd name="connsiteX168" fmla="*/ 241792 w 365377"/>
              <a:gd name="connsiteY168" fmla="*/ 340311 h 840032"/>
              <a:gd name="connsiteX169" fmla="*/ 263287 w 365377"/>
              <a:gd name="connsiteY169" fmla="*/ 318820 h 840032"/>
              <a:gd name="connsiteX170" fmla="*/ 182689 w 365377"/>
              <a:gd name="connsiteY170" fmla="*/ 318820 h 840032"/>
              <a:gd name="connsiteX171" fmla="*/ 204184 w 365377"/>
              <a:gd name="connsiteY171" fmla="*/ 340311 h 840032"/>
              <a:gd name="connsiteX172" fmla="*/ 182689 w 365377"/>
              <a:gd name="connsiteY172" fmla="*/ 361802 h 840032"/>
              <a:gd name="connsiteX173" fmla="*/ 161193 w 365377"/>
              <a:gd name="connsiteY173" fmla="*/ 340311 h 840032"/>
              <a:gd name="connsiteX174" fmla="*/ 182689 w 365377"/>
              <a:gd name="connsiteY174" fmla="*/ 318820 h 840032"/>
              <a:gd name="connsiteX175" fmla="*/ 102090 w 365377"/>
              <a:gd name="connsiteY175" fmla="*/ 318820 h 840032"/>
              <a:gd name="connsiteX176" fmla="*/ 123585 w 365377"/>
              <a:gd name="connsiteY176" fmla="*/ 340311 h 840032"/>
              <a:gd name="connsiteX177" fmla="*/ 102090 w 365377"/>
              <a:gd name="connsiteY177" fmla="*/ 361802 h 840032"/>
              <a:gd name="connsiteX178" fmla="*/ 80599 w 365377"/>
              <a:gd name="connsiteY178" fmla="*/ 340311 h 840032"/>
              <a:gd name="connsiteX179" fmla="*/ 102090 w 365377"/>
              <a:gd name="connsiteY179" fmla="*/ 318820 h 840032"/>
              <a:gd name="connsiteX180" fmla="*/ 21496 w 365377"/>
              <a:gd name="connsiteY180" fmla="*/ 239113 h 840032"/>
              <a:gd name="connsiteX181" fmla="*/ 42987 w 365377"/>
              <a:gd name="connsiteY181" fmla="*/ 260604 h 840032"/>
              <a:gd name="connsiteX182" fmla="*/ 21496 w 365377"/>
              <a:gd name="connsiteY182" fmla="*/ 282100 h 840032"/>
              <a:gd name="connsiteX183" fmla="*/ 0 w 365377"/>
              <a:gd name="connsiteY183" fmla="*/ 260604 h 840032"/>
              <a:gd name="connsiteX184" fmla="*/ 21496 w 365377"/>
              <a:gd name="connsiteY184" fmla="*/ 239113 h 840032"/>
              <a:gd name="connsiteX185" fmla="*/ 343882 w 365377"/>
              <a:gd name="connsiteY185" fmla="*/ 239113 h 840032"/>
              <a:gd name="connsiteX186" fmla="*/ 365377 w 365377"/>
              <a:gd name="connsiteY186" fmla="*/ 260604 h 840032"/>
              <a:gd name="connsiteX187" fmla="*/ 343882 w 365377"/>
              <a:gd name="connsiteY187" fmla="*/ 282100 h 840032"/>
              <a:gd name="connsiteX188" fmla="*/ 322390 w 365377"/>
              <a:gd name="connsiteY188" fmla="*/ 260604 h 840032"/>
              <a:gd name="connsiteX189" fmla="*/ 343882 w 365377"/>
              <a:gd name="connsiteY189" fmla="*/ 239113 h 840032"/>
              <a:gd name="connsiteX190" fmla="*/ 263287 w 365377"/>
              <a:gd name="connsiteY190" fmla="*/ 239113 h 840032"/>
              <a:gd name="connsiteX191" fmla="*/ 284778 w 365377"/>
              <a:gd name="connsiteY191" fmla="*/ 260604 h 840032"/>
              <a:gd name="connsiteX192" fmla="*/ 263287 w 365377"/>
              <a:gd name="connsiteY192" fmla="*/ 282100 h 840032"/>
              <a:gd name="connsiteX193" fmla="*/ 241792 w 365377"/>
              <a:gd name="connsiteY193" fmla="*/ 260604 h 840032"/>
              <a:gd name="connsiteX194" fmla="*/ 263287 w 365377"/>
              <a:gd name="connsiteY194" fmla="*/ 239113 h 840032"/>
              <a:gd name="connsiteX195" fmla="*/ 182689 w 365377"/>
              <a:gd name="connsiteY195" fmla="*/ 239113 h 840032"/>
              <a:gd name="connsiteX196" fmla="*/ 204184 w 365377"/>
              <a:gd name="connsiteY196" fmla="*/ 260604 h 840032"/>
              <a:gd name="connsiteX197" fmla="*/ 182689 w 365377"/>
              <a:gd name="connsiteY197" fmla="*/ 282100 h 840032"/>
              <a:gd name="connsiteX198" fmla="*/ 161193 w 365377"/>
              <a:gd name="connsiteY198" fmla="*/ 260604 h 840032"/>
              <a:gd name="connsiteX199" fmla="*/ 182689 w 365377"/>
              <a:gd name="connsiteY199" fmla="*/ 239113 h 840032"/>
              <a:gd name="connsiteX200" fmla="*/ 102090 w 365377"/>
              <a:gd name="connsiteY200" fmla="*/ 239113 h 840032"/>
              <a:gd name="connsiteX201" fmla="*/ 123585 w 365377"/>
              <a:gd name="connsiteY201" fmla="*/ 260604 h 840032"/>
              <a:gd name="connsiteX202" fmla="*/ 102090 w 365377"/>
              <a:gd name="connsiteY202" fmla="*/ 282100 h 840032"/>
              <a:gd name="connsiteX203" fmla="*/ 80599 w 365377"/>
              <a:gd name="connsiteY203" fmla="*/ 260604 h 840032"/>
              <a:gd name="connsiteX204" fmla="*/ 102090 w 365377"/>
              <a:gd name="connsiteY204" fmla="*/ 239113 h 840032"/>
              <a:gd name="connsiteX205" fmla="*/ 21496 w 365377"/>
              <a:gd name="connsiteY205" fmla="*/ 159406 h 840032"/>
              <a:gd name="connsiteX206" fmla="*/ 42987 w 365377"/>
              <a:gd name="connsiteY206" fmla="*/ 180897 h 840032"/>
              <a:gd name="connsiteX207" fmla="*/ 21496 w 365377"/>
              <a:gd name="connsiteY207" fmla="*/ 202392 h 840032"/>
              <a:gd name="connsiteX208" fmla="*/ 0 w 365377"/>
              <a:gd name="connsiteY208" fmla="*/ 180897 h 840032"/>
              <a:gd name="connsiteX209" fmla="*/ 21496 w 365377"/>
              <a:gd name="connsiteY209" fmla="*/ 159406 h 840032"/>
              <a:gd name="connsiteX210" fmla="*/ 343882 w 365377"/>
              <a:gd name="connsiteY210" fmla="*/ 159406 h 840032"/>
              <a:gd name="connsiteX211" fmla="*/ 365377 w 365377"/>
              <a:gd name="connsiteY211" fmla="*/ 180897 h 840032"/>
              <a:gd name="connsiteX212" fmla="*/ 343882 w 365377"/>
              <a:gd name="connsiteY212" fmla="*/ 202392 h 840032"/>
              <a:gd name="connsiteX213" fmla="*/ 322390 w 365377"/>
              <a:gd name="connsiteY213" fmla="*/ 180897 h 840032"/>
              <a:gd name="connsiteX214" fmla="*/ 343882 w 365377"/>
              <a:gd name="connsiteY214" fmla="*/ 159406 h 840032"/>
              <a:gd name="connsiteX215" fmla="*/ 263287 w 365377"/>
              <a:gd name="connsiteY215" fmla="*/ 159406 h 840032"/>
              <a:gd name="connsiteX216" fmla="*/ 284778 w 365377"/>
              <a:gd name="connsiteY216" fmla="*/ 180897 h 840032"/>
              <a:gd name="connsiteX217" fmla="*/ 263287 w 365377"/>
              <a:gd name="connsiteY217" fmla="*/ 202392 h 840032"/>
              <a:gd name="connsiteX218" fmla="*/ 241792 w 365377"/>
              <a:gd name="connsiteY218" fmla="*/ 180897 h 840032"/>
              <a:gd name="connsiteX219" fmla="*/ 263287 w 365377"/>
              <a:gd name="connsiteY219" fmla="*/ 159406 h 840032"/>
              <a:gd name="connsiteX220" fmla="*/ 182689 w 365377"/>
              <a:gd name="connsiteY220" fmla="*/ 159406 h 840032"/>
              <a:gd name="connsiteX221" fmla="*/ 204184 w 365377"/>
              <a:gd name="connsiteY221" fmla="*/ 180897 h 840032"/>
              <a:gd name="connsiteX222" fmla="*/ 182689 w 365377"/>
              <a:gd name="connsiteY222" fmla="*/ 202392 h 840032"/>
              <a:gd name="connsiteX223" fmla="*/ 161193 w 365377"/>
              <a:gd name="connsiteY223" fmla="*/ 180897 h 840032"/>
              <a:gd name="connsiteX224" fmla="*/ 182689 w 365377"/>
              <a:gd name="connsiteY224" fmla="*/ 159406 h 840032"/>
              <a:gd name="connsiteX225" fmla="*/ 102090 w 365377"/>
              <a:gd name="connsiteY225" fmla="*/ 159406 h 840032"/>
              <a:gd name="connsiteX226" fmla="*/ 123585 w 365377"/>
              <a:gd name="connsiteY226" fmla="*/ 180897 h 840032"/>
              <a:gd name="connsiteX227" fmla="*/ 102090 w 365377"/>
              <a:gd name="connsiteY227" fmla="*/ 202392 h 840032"/>
              <a:gd name="connsiteX228" fmla="*/ 80599 w 365377"/>
              <a:gd name="connsiteY228" fmla="*/ 180897 h 840032"/>
              <a:gd name="connsiteX229" fmla="*/ 102090 w 365377"/>
              <a:gd name="connsiteY229" fmla="*/ 159406 h 840032"/>
              <a:gd name="connsiteX230" fmla="*/ 21496 w 365377"/>
              <a:gd name="connsiteY230" fmla="*/ 79703 h 840032"/>
              <a:gd name="connsiteX231" fmla="*/ 42987 w 365377"/>
              <a:gd name="connsiteY231" fmla="*/ 101198 h 840032"/>
              <a:gd name="connsiteX232" fmla="*/ 21496 w 365377"/>
              <a:gd name="connsiteY232" fmla="*/ 122690 h 840032"/>
              <a:gd name="connsiteX233" fmla="*/ 0 w 365377"/>
              <a:gd name="connsiteY233" fmla="*/ 101198 h 840032"/>
              <a:gd name="connsiteX234" fmla="*/ 21496 w 365377"/>
              <a:gd name="connsiteY234" fmla="*/ 79703 h 840032"/>
              <a:gd name="connsiteX235" fmla="*/ 343882 w 365377"/>
              <a:gd name="connsiteY235" fmla="*/ 79703 h 840032"/>
              <a:gd name="connsiteX236" fmla="*/ 365377 w 365377"/>
              <a:gd name="connsiteY236" fmla="*/ 101198 h 840032"/>
              <a:gd name="connsiteX237" fmla="*/ 343882 w 365377"/>
              <a:gd name="connsiteY237" fmla="*/ 122690 h 840032"/>
              <a:gd name="connsiteX238" fmla="*/ 322390 w 365377"/>
              <a:gd name="connsiteY238" fmla="*/ 101198 h 840032"/>
              <a:gd name="connsiteX239" fmla="*/ 343882 w 365377"/>
              <a:gd name="connsiteY239" fmla="*/ 79703 h 840032"/>
              <a:gd name="connsiteX240" fmla="*/ 263287 w 365377"/>
              <a:gd name="connsiteY240" fmla="*/ 79703 h 840032"/>
              <a:gd name="connsiteX241" fmla="*/ 284778 w 365377"/>
              <a:gd name="connsiteY241" fmla="*/ 101198 h 840032"/>
              <a:gd name="connsiteX242" fmla="*/ 263287 w 365377"/>
              <a:gd name="connsiteY242" fmla="*/ 122690 h 840032"/>
              <a:gd name="connsiteX243" fmla="*/ 241792 w 365377"/>
              <a:gd name="connsiteY243" fmla="*/ 101198 h 840032"/>
              <a:gd name="connsiteX244" fmla="*/ 263287 w 365377"/>
              <a:gd name="connsiteY244" fmla="*/ 79703 h 840032"/>
              <a:gd name="connsiteX245" fmla="*/ 182689 w 365377"/>
              <a:gd name="connsiteY245" fmla="*/ 79703 h 840032"/>
              <a:gd name="connsiteX246" fmla="*/ 204184 w 365377"/>
              <a:gd name="connsiteY246" fmla="*/ 101198 h 840032"/>
              <a:gd name="connsiteX247" fmla="*/ 182689 w 365377"/>
              <a:gd name="connsiteY247" fmla="*/ 122690 h 840032"/>
              <a:gd name="connsiteX248" fmla="*/ 161193 w 365377"/>
              <a:gd name="connsiteY248" fmla="*/ 101198 h 840032"/>
              <a:gd name="connsiteX249" fmla="*/ 182689 w 365377"/>
              <a:gd name="connsiteY249" fmla="*/ 79703 h 840032"/>
              <a:gd name="connsiteX250" fmla="*/ 102090 w 365377"/>
              <a:gd name="connsiteY250" fmla="*/ 79703 h 840032"/>
              <a:gd name="connsiteX251" fmla="*/ 123585 w 365377"/>
              <a:gd name="connsiteY251" fmla="*/ 101198 h 840032"/>
              <a:gd name="connsiteX252" fmla="*/ 102090 w 365377"/>
              <a:gd name="connsiteY252" fmla="*/ 122690 h 840032"/>
              <a:gd name="connsiteX253" fmla="*/ 80599 w 365377"/>
              <a:gd name="connsiteY253" fmla="*/ 101198 h 840032"/>
              <a:gd name="connsiteX254" fmla="*/ 102090 w 365377"/>
              <a:gd name="connsiteY254" fmla="*/ 79703 h 840032"/>
              <a:gd name="connsiteX255" fmla="*/ 343882 w 365377"/>
              <a:gd name="connsiteY255" fmla="*/ 0 h 840032"/>
              <a:gd name="connsiteX256" fmla="*/ 365377 w 365377"/>
              <a:gd name="connsiteY256" fmla="*/ 21491 h 840032"/>
              <a:gd name="connsiteX257" fmla="*/ 343882 w 365377"/>
              <a:gd name="connsiteY257" fmla="*/ 42983 h 840032"/>
              <a:gd name="connsiteX258" fmla="*/ 322390 w 365377"/>
              <a:gd name="connsiteY258" fmla="*/ 21491 h 840032"/>
              <a:gd name="connsiteX259" fmla="*/ 343882 w 365377"/>
              <a:gd name="connsiteY259" fmla="*/ 0 h 840032"/>
              <a:gd name="connsiteX260" fmla="*/ 263287 w 365377"/>
              <a:gd name="connsiteY260" fmla="*/ 0 h 840032"/>
              <a:gd name="connsiteX261" fmla="*/ 284778 w 365377"/>
              <a:gd name="connsiteY261" fmla="*/ 21491 h 840032"/>
              <a:gd name="connsiteX262" fmla="*/ 263287 w 365377"/>
              <a:gd name="connsiteY262" fmla="*/ 42983 h 840032"/>
              <a:gd name="connsiteX263" fmla="*/ 241792 w 365377"/>
              <a:gd name="connsiteY263" fmla="*/ 21491 h 840032"/>
              <a:gd name="connsiteX264" fmla="*/ 263287 w 365377"/>
              <a:gd name="connsiteY264" fmla="*/ 0 h 840032"/>
              <a:gd name="connsiteX265" fmla="*/ 182689 w 365377"/>
              <a:gd name="connsiteY265" fmla="*/ 0 h 840032"/>
              <a:gd name="connsiteX266" fmla="*/ 204184 w 365377"/>
              <a:gd name="connsiteY266" fmla="*/ 21491 h 840032"/>
              <a:gd name="connsiteX267" fmla="*/ 182689 w 365377"/>
              <a:gd name="connsiteY267" fmla="*/ 42983 h 840032"/>
              <a:gd name="connsiteX268" fmla="*/ 161193 w 365377"/>
              <a:gd name="connsiteY268" fmla="*/ 21491 h 840032"/>
              <a:gd name="connsiteX269" fmla="*/ 182689 w 365377"/>
              <a:gd name="connsiteY269" fmla="*/ 0 h 840032"/>
              <a:gd name="connsiteX270" fmla="*/ 102090 w 365377"/>
              <a:gd name="connsiteY270" fmla="*/ 0 h 840032"/>
              <a:gd name="connsiteX271" fmla="*/ 123585 w 365377"/>
              <a:gd name="connsiteY271" fmla="*/ 21491 h 840032"/>
              <a:gd name="connsiteX272" fmla="*/ 102090 w 365377"/>
              <a:gd name="connsiteY272" fmla="*/ 42983 h 840032"/>
              <a:gd name="connsiteX273" fmla="*/ 80599 w 365377"/>
              <a:gd name="connsiteY273" fmla="*/ 21491 h 840032"/>
              <a:gd name="connsiteX274" fmla="*/ 102090 w 365377"/>
              <a:gd name="connsiteY274" fmla="*/ 0 h 84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</a:cxnLst>
            <a:rect l="l" t="t" r="r" b="b"/>
            <a:pathLst>
              <a:path w="365377" h="840032">
                <a:moveTo>
                  <a:pt x="21496" y="0"/>
                </a:moveTo>
                <a:cubicBezTo>
                  <a:pt x="33360" y="0"/>
                  <a:pt x="42987" y="9618"/>
                  <a:pt x="42987" y="21491"/>
                </a:cubicBezTo>
                <a:cubicBezTo>
                  <a:pt x="42987" y="33364"/>
                  <a:pt x="33360" y="42983"/>
                  <a:pt x="21496" y="42983"/>
                </a:cubicBezTo>
                <a:cubicBezTo>
                  <a:pt x="9623" y="42983"/>
                  <a:pt x="0" y="33364"/>
                  <a:pt x="0" y="21491"/>
                </a:cubicBezTo>
                <a:cubicBezTo>
                  <a:pt x="0" y="9618"/>
                  <a:pt x="9623" y="0"/>
                  <a:pt x="21496" y="0"/>
                </a:cubicBezTo>
                <a:close/>
                <a:moveTo>
                  <a:pt x="21496" y="797037"/>
                </a:moveTo>
                <a:cubicBezTo>
                  <a:pt x="33360" y="797037"/>
                  <a:pt x="42987" y="806664"/>
                  <a:pt x="42987" y="818532"/>
                </a:cubicBezTo>
                <a:cubicBezTo>
                  <a:pt x="42987" y="830405"/>
                  <a:pt x="33360" y="840032"/>
                  <a:pt x="21496" y="840032"/>
                </a:cubicBezTo>
                <a:cubicBezTo>
                  <a:pt x="9623" y="840032"/>
                  <a:pt x="0" y="830405"/>
                  <a:pt x="0" y="818532"/>
                </a:cubicBezTo>
                <a:cubicBezTo>
                  <a:pt x="0" y="806664"/>
                  <a:pt x="9623" y="797037"/>
                  <a:pt x="21496" y="797037"/>
                </a:cubicBezTo>
                <a:close/>
                <a:moveTo>
                  <a:pt x="343882" y="797037"/>
                </a:moveTo>
                <a:cubicBezTo>
                  <a:pt x="355755" y="797037"/>
                  <a:pt x="365377" y="806664"/>
                  <a:pt x="365377" y="818532"/>
                </a:cubicBezTo>
                <a:cubicBezTo>
                  <a:pt x="365377" y="830405"/>
                  <a:pt x="355755" y="840032"/>
                  <a:pt x="343882" y="840032"/>
                </a:cubicBezTo>
                <a:cubicBezTo>
                  <a:pt x="332013" y="840032"/>
                  <a:pt x="322390" y="830405"/>
                  <a:pt x="322390" y="818532"/>
                </a:cubicBezTo>
                <a:cubicBezTo>
                  <a:pt x="322390" y="806664"/>
                  <a:pt x="332013" y="797037"/>
                  <a:pt x="343882" y="797037"/>
                </a:cubicBezTo>
                <a:close/>
                <a:moveTo>
                  <a:pt x="263287" y="797037"/>
                </a:moveTo>
                <a:cubicBezTo>
                  <a:pt x="275160" y="797037"/>
                  <a:pt x="284778" y="806664"/>
                  <a:pt x="284778" y="818532"/>
                </a:cubicBezTo>
                <a:cubicBezTo>
                  <a:pt x="284778" y="830405"/>
                  <a:pt x="275156" y="840032"/>
                  <a:pt x="263287" y="840032"/>
                </a:cubicBezTo>
                <a:cubicBezTo>
                  <a:pt x="251414" y="840032"/>
                  <a:pt x="241792" y="830405"/>
                  <a:pt x="241792" y="818532"/>
                </a:cubicBezTo>
                <a:cubicBezTo>
                  <a:pt x="241792" y="806664"/>
                  <a:pt x="251414" y="797037"/>
                  <a:pt x="263287" y="797037"/>
                </a:cubicBezTo>
                <a:close/>
                <a:moveTo>
                  <a:pt x="182689" y="797037"/>
                </a:moveTo>
                <a:cubicBezTo>
                  <a:pt x="194562" y="797037"/>
                  <a:pt x="204184" y="806664"/>
                  <a:pt x="204184" y="818532"/>
                </a:cubicBezTo>
                <a:cubicBezTo>
                  <a:pt x="204184" y="830405"/>
                  <a:pt x="194557" y="840032"/>
                  <a:pt x="182689" y="840032"/>
                </a:cubicBezTo>
                <a:cubicBezTo>
                  <a:pt x="170820" y="840032"/>
                  <a:pt x="161193" y="830405"/>
                  <a:pt x="161193" y="818532"/>
                </a:cubicBezTo>
                <a:cubicBezTo>
                  <a:pt x="161193" y="806664"/>
                  <a:pt x="170816" y="797037"/>
                  <a:pt x="182689" y="797037"/>
                </a:cubicBezTo>
                <a:close/>
                <a:moveTo>
                  <a:pt x="102090" y="797037"/>
                </a:moveTo>
                <a:cubicBezTo>
                  <a:pt x="113963" y="797037"/>
                  <a:pt x="123585" y="806664"/>
                  <a:pt x="123585" y="818532"/>
                </a:cubicBezTo>
                <a:cubicBezTo>
                  <a:pt x="123585" y="830405"/>
                  <a:pt x="113963" y="840032"/>
                  <a:pt x="102090" y="840032"/>
                </a:cubicBezTo>
                <a:cubicBezTo>
                  <a:pt x="90217" y="840032"/>
                  <a:pt x="80599" y="830405"/>
                  <a:pt x="80599" y="818532"/>
                </a:cubicBezTo>
                <a:cubicBezTo>
                  <a:pt x="80599" y="806664"/>
                  <a:pt x="90217" y="797037"/>
                  <a:pt x="102090" y="797037"/>
                </a:cubicBezTo>
                <a:close/>
                <a:moveTo>
                  <a:pt x="21496" y="717334"/>
                </a:moveTo>
                <a:cubicBezTo>
                  <a:pt x="33360" y="717334"/>
                  <a:pt x="42987" y="726961"/>
                  <a:pt x="42987" y="738825"/>
                </a:cubicBezTo>
                <a:cubicBezTo>
                  <a:pt x="42987" y="750698"/>
                  <a:pt x="33360" y="760325"/>
                  <a:pt x="21496" y="760325"/>
                </a:cubicBezTo>
                <a:cubicBezTo>
                  <a:pt x="9623" y="760325"/>
                  <a:pt x="0" y="750698"/>
                  <a:pt x="0" y="738825"/>
                </a:cubicBezTo>
                <a:cubicBezTo>
                  <a:pt x="0" y="726961"/>
                  <a:pt x="9623" y="717334"/>
                  <a:pt x="21496" y="717334"/>
                </a:cubicBezTo>
                <a:close/>
                <a:moveTo>
                  <a:pt x="343882" y="717334"/>
                </a:moveTo>
                <a:cubicBezTo>
                  <a:pt x="355755" y="717334"/>
                  <a:pt x="365377" y="726961"/>
                  <a:pt x="365377" y="738825"/>
                </a:cubicBezTo>
                <a:cubicBezTo>
                  <a:pt x="365377" y="750698"/>
                  <a:pt x="355755" y="760325"/>
                  <a:pt x="343882" y="760325"/>
                </a:cubicBezTo>
                <a:cubicBezTo>
                  <a:pt x="332013" y="760325"/>
                  <a:pt x="322390" y="750698"/>
                  <a:pt x="322390" y="738825"/>
                </a:cubicBezTo>
                <a:cubicBezTo>
                  <a:pt x="322390" y="726961"/>
                  <a:pt x="332013" y="717334"/>
                  <a:pt x="343882" y="717334"/>
                </a:cubicBezTo>
                <a:close/>
                <a:moveTo>
                  <a:pt x="263287" y="717334"/>
                </a:moveTo>
                <a:cubicBezTo>
                  <a:pt x="275160" y="717334"/>
                  <a:pt x="284778" y="726961"/>
                  <a:pt x="284778" y="738825"/>
                </a:cubicBezTo>
                <a:cubicBezTo>
                  <a:pt x="284778" y="750698"/>
                  <a:pt x="275156" y="760325"/>
                  <a:pt x="263287" y="760325"/>
                </a:cubicBezTo>
                <a:cubicBezTo>
                  <a:pt x="251414" y="760325"/>
                  <a:pt x="241792" y="750698"/>
                  <a:pt x="241792" y="738825"/>
                </a:cubicBezTo>
                <a:cubicBezTo>
                  <a:pt x="241792" y="726961"/>
                  <a:pt x="251414" y="717334"/>
                  <a:pt x="263287" y="717334"/>
                </a:cubicBezTo>
                <a:close/>
                <a:moveTo>
                  <a:pt x="182689" y="717334"/>
                </a:moveTo>
                <a:cubicBezTo>
                  <a:pt x="194562" y="717334"/>
                  <a:pt x="204184" y="726961"/>
                  <a:pt x="204184" y="738825"/>
                </a:cubicBezTo>
                <a:cubicBezTo>
                  <a:pt x="204184" y="750698"/>
                  <a:pt x="194557" y="760325"/>
                  <a:pt x="182689" y="760325"/>
                </a:cubicBezTo>
                <a:cubicBezTo>
                  <a:pt x="170820" y="760325"/>
                  <a:pt x="161193" y="750698"/>
                  <a:pt x="161193" y="738825"/>
                </a:cubicBezTo>
                <a:cubicBezTo>
                  <a:pt x="161193" y="726961"/>
                  <a:pt x="170816" y="717334"/>
                  <a:pt x="182689" y="717334"/>
                </a:cubicBezTo>
                <a:close/>
                <a:moveTo>
                  <a:pt x="102090" y="717334"/>
                </a:moveTo>
                <a:cubicBezTo>
                  <a:pt x="113963" y="717334"/>
                  <a:pt x="123585" y="726961"/>
                  <a:pt x="123585" y="738825"/>
                </a:cubicBezTo>
                <a:cubicBezTo>
                  <a:pt x="123585" y="750698"/>
                  <a:pt x="113963" y="760325"/>
                  <a:pt x="102090" y="760325"/>
                </a:cubicBezTo>
                <a:cubicBezTo>
                  <a:pt x="90217" y="760325"/>
                  <a:pt x="80599" y="750698"/>
                  <a:pt x="80599" y="738825"/>
                </a:cubicBezTo>
                <a:cubicBezTo>
                  <a:pt x="80599" y="726961"/>
                  <a:pt x="90217" y="717334"/>
                  <a:pt x="102090" y="717334"/>
                </a:cubicBezTo>
                <a:close/>
                <a:moveTo>
                  <a:pt x="21496" y="637631"/>
                </a:moveTo>
                <a:cubicBezTo>
                  <a:pt x="33360" y="637631"/>
                  <a:pt x="42987" y="647258"/>
                  <a:pt x="42987" y="659122"/>
                </a:cubicBezTo>
                <a:cubicBezTo>
                  <a:pt x="42987" y="670995"/>
                  <a:pt x="33360" y="680622"/>
                  <a:pt x="21496" y="680622"/>
                </a:cubicBezTo>
                <a:cubicBezTo>
                  <a:pt x="9623" y="680622"/>
                  <a:pt x="0" y="670995"/>
                  <a:pt x="0" y="659122"/>
                </a:cubicBezTo>
                <a:cubicBezTo>
                  <a:pt x="0" y="647258"/>
                  <a:pt x="9623" y="637631"/>
                  <a:pt x="21496" y="637631"/>
                </a:cubicBezTo>
                <a:close/>
                <a:moveTo>
                  <a:pt x="343882" y="637631"/>
                </a:moveTo>
                <a:cubicBezTo>
                  <a:pt x="355755" y="637631"/>
                  <a:pt x="365377" y="647258"/>
                  <a:pt x="365377" y="659122"/>
                </a:cubicBezTo>
                <a:cubicBezTo>
                  <a:pt x="365377" y="670995"/>
                  <a:pt x="355755" y="680622"/>
                  <a:pt x="343882" y="680622"/>
                </a:cubicBezTo>
                <a:cubicBezTo>
                  <a:pt x="332013" y="680622"/>
                  <a:pt x="322390" y="670995"/>
                  <a:pt x="322390" y="659122"/>
                </a:cubicBezTo>
                <a:cubicBezTo>
                  <a:pt x="322390" y="647258"/>
                  <a:pt x="332013" y="637631"/>
                  <a:pt x="343882" y="637631"/>
                </a:cubicBezTo>
                <a:close/>
                <a:moveTo>
                  <a:pt x="263287" y="637631"/>
                </a:moveTo>
                <a:cubicBezTo>
                  <a:pt x="275160" y="637631"/>
                  <a:pt x="284778" y="647258"/>
                  <a:pt x="284778" y="659122"/>
                </a:cubicBezTo>
                <a:cubicBezTo>
                  <a:pt x="284778" y="670995"/>
                  <a:pt x="275156" y="680622"/>
                  <a:pt x="263287" y="680622"/>
                </a:cubicBezTo>
                <a:cubicBezTo>
                  <a:pt x="251414" y="680622"/>
                  <a:pt x="241792" y="670995"/>
                  <a:pt x="241792" y="659122"/>
                </a:cubicBezTo>
                <a:cubicBezTo>
                  <a:pt x="241792" y="647258"/>
                  <a:pt x="251414" y="637631"/>
                  <a:pt x="263287" y="637631"/>
                </a:cubicBezTo>
                <a:close/>
                <a:moveTo>
                  <a:pt x="182689" y="637631"/>
                </a:moveTo>
                <a:cubicBezTo>
                  <a:pt x="194562" y="637631"/>
                  <a:pt x="204184" y="647258"/>
                  <a:pt x="204184" y="659122"/>
                </a:cubicBezTo>
                <a:cubicBezTo>
                  <a:pt x="204184" y="670995"/>
                  <a:pt x="194557" y="680622"/>
                  <a:pt x="182689" y="680622"/>
                </a:cubicBezTo>
                <a:cubicBezTo>
                  <a:pt x="170820" y="680622"/>
                  <a:pt x="161193" y="670995"/>
                  <a:pt x="161193" y="659122"/>
                </a:cubicBezTo>
                <a:cubicBezTo>
                  <a:pt x="161193" y="647258"/>
                  <a:pt x="170816" y="637631"/>
                  <a:pt x="182689" y="637631"/>
                </a:cubicBezTo>
                <a:close/>
                <a:moveTo>
                  <a:pt x="102090" y="637631"/>
                </a:moveTo>
                <a:cubicBezTo>
                  <a:pt x="113963" y="637631"/>
                  <a:pt x="123585" y="647258"/>
                  <a:pt x="123585" y="659122"/>
                </a:cubicBezTo>
                <a:cubicBezTo>
                  <a:pt x="123585" y="670995"/>
                  <a:pt x="113963" y="680622"/>
                  <a:pt x="102090" y="680622"/>
                </a:cubicBezTo>
                <a:cubicBezTo>
                  <a:pt x="90217" y="680622"/>
                  <a:pt x="80599" y="670995"/>
                  <a:pt x="80599" y="659122"/>
                </a:cubicBezTo>
                <a:cubicBezTo>
                  <a:pt x="80599" y="647258"/>
                  <a:pt x="90217" y="637631"/>
                  <a:pt x="102090" y="637631"/>
                </a:cubicBezTo>
                <a:close/>
                <a:moveTo>
                  <a:pt x="21496" y="557924"/>
                </a:moveTo>
                <a:cubicBezTo>
                  <a:pt x="33360" y="557924"/>
                  <a:pt x="42987" y="567551"/>
                  <a:pt x="42987" y="579424"/>
                </a:cubicBezTo>
                <a:cubicBezTo>
                  <a:pt x="42987" y="591288"/>
                  <a:pt x="33360" y="600920"/>
                  <a:pt x="21496" y="600920"/>
                </a:cubicBezTo>
                <a:cubicBezTo>
                  <a:pt x="9623" y="600920"/>
                  <a:pt x="0" y="591293"/>
                  <a:pt x="0" y="579424"/>
                </a:cubicBezTo>
                <a:cubicBezTo>
                  <a:pt x="0" y="567551"/>
                  <a:pt x="9623" y="557924"/>
                  <a:pt x="21496" y="557924"/>
                </a:cubicBezTo>
                <a:close/>
                <a:moveTo>
                  <a:pt x="343882" y="557924"/>
                </a:moveTo>
                <a:cubicBezTo>
                  <a:pt x="355755" y="557924"/>
                  <a:pt x="365377" y="567551"/>
                  <a:pt x="365377" y="579424"/>
                </a:cubicBezTo>
                <a:cubicBezTo>
                  <a:pt x="365377" y="591288"/>
                  <a:pt x="355755" y="600920"/>
                  <a:pt x="343882" y="600920"/>
                </a:cubicBezTo>
                <a:cubicBezTo>
                  <a:pt x="332013" y="600920"/>
                  <a:pt x="322390" y="591293"/>
                  <a:pt x="322390" y="579424"/>
                </a:cubicBezTo>
                <a:cubicBezTo>
                  <a:pt x="322390" y="567551"/>
                  <a:pt x="332013" y="557924"/>
                  <a:pt x="343882" y="557924"/>
                </a:cubicBezTo>
                <a:close/>
                <a:moveTo>
                  <a:pt x="263287" y="557924"/>
                </a:moveTo>
                <a:cubicBezTo>
                  <a:pt x="275160" y="557924"/>
                  <a:pt x="284778" y="567551"/>
                  <a:pt x="284778" y="579424"/>
                </a:cubicBezTo>
                <a:cubicBezTo>
                  <a:pt x="284778" y="591288"/>
                  <a:pt x="275156" y="600920"/>
                  <a:pt x="263287" y="600920"/>
                </a:cubicBezTo>
                <a:cubicBezTo>
                  <a:pt x="251414" y="600920"/>
                  <a:pt x="241792" y="591293"/>
                  <a:pt x="241792" y="579424"/>
                </a:cubicBezTo>
                <a:cubicBezTo>
                  <a:pt x="241792" y="567551"/>
                  <a:pt x="251414" y="557924"/>
                  <a:pt x="263287" y="557924"/>
                </a:cubicBezTo>
                <a:close/>
                <a:moveTo>
                  <a:pt x="182689" y="557924"/>
                </a:moveTo>
                <a:cubicBezTo>
                  <a:pt x="194562" y="557924"/>
                  <a:pt x="204184" y="567551"/>
                  <a:pt x="204184" y="579424"/>
                </a:cubicBezTo>
                <a:cubicBezTo>
                  <a:pt x="204184" y="591288"/>
                  <a:pt x="194557" y="600920"/>
                  <a:pt x="182689" y="600920"/>
                </a:cubicBezTo>
                <a:cubicBezTo>
                  <a:pt x="170820" y="600920"/>
                  <a:pt x="161193" y="591293"/>
                  <a:pt x="161193" y="579424"/>
                </a:cubicBezTo>
                <a:cubicBezTo>
                  <a:pt x="161193" y="567551"/>
                  <a:pt x="170816" y="557924"/>
                  <a:pt x="182689" y="557924"/>
                </a:cubicBezTo>
                <a:close/>
                <a:moveTo>
                  <a:pt x="102090" y="557924"/>
                </a:moveTo>
                <a:cubicBezTo>
                  <a:pt x="113963" y="557924"/>
                  <a:pt x="123585" y="567551"/>
                  <a:pt x="123585" y="579424"/>
                </a:cubicBezTo>
                <a:cubicBezTo>
                  <a:pt x="123585" y="591288"/>
                  <a:pt x="113963" y="600920"/>
                  <a:pt x="102090" y="600920"/>
                </a:cubicBezTo>
                <a:cubicBezTo>
                  <a:pt x="90217" y="600920"/>
                  <a:pt x="80599" y="591293"/>
                  <a:pt x="80599" y="579424"/>
                </a:cubicBezTo>
                <a:cubicBezTo>
                  <a:pt x="80599" y="567551"/>
                  <a:pt x="90217" y="557924"/>
                  <a:pt x="102090" y="557924"/>
                </a:cubicBezTo>
                <a:close/>
                <a:moveTo>
                  <a:pt x="21496" y="478217"/>
                </a:moveTo>
                <a:cubicBezTo>
                  <a:pt x="33360" y="478217"/>
                  <a:pt x="42987" y="487844"/>
                  <a:pt x="42987" y="499717"/>
                </a:cubicBezTo>
                <a:cubicBezTo>
                  <a:pt x="42987" y="511590"/>
                  <a:pt x="33360" y="521212"/>
                  <a:pt x="21496" y="521212"/>
                </a:cubicBezTo>
                <a:cubicBezTo>
                  <a:pt x="9623" y="521212"/>
                  <a:pt x="0" y="511594"/>
                  <a:pt x="0" y="499717"/>
                </a:cubicBezTo>
                <a:cubicBezTo>
                  <a:pt x="0" y="487844"/>
                  <a:pt x="9623" y="478217"/>
                  <a:pt x="21496" y="478217"/>
                </a:cubicBezTo>
                <a:close/>
                <a:moveTo>
                  <a:pt x="343882" y="478217"/>
                </a:moveTo>
                <a:cubicBezTo>
                  <a:pt x="355755" y="478217"/>
                  <a:pt x="365377" y="487844"/>
                  <a:pt x="365377" y="499717"/>
                </a:cubicBezTo>
                <a:cubicBezTo>
                  <a:pt x="365377" y="511590"/>
                  <a:pt x="355755" y="521212"/>
                  <a:pt x="343882" y="521212"/>
                </a:cubicBezTo>
                <a:cubicBezTo>
                  <a:pt x="332013" y="521212"/>
                  <a:pt x="322390" y="511594"/>
                  <a:pt x="322390" y="499717"/>
                </a:cubicBezTo>
                <a:cubicBezTo>
                  <a:pt x="322390" y="487844"/>
                  <a:pt x="332013" y="478217"/>
                  <a:pt x="343882" y="478217"/>
                </a:cubicBezTo>
                <a:close/>
                <a:moveTo>
                  <a:pt x="263287" y="478217"/>
                </a:moveTo>
                <a:cubicBezTo>
                  <a:pt x="275160" y="478217"/>
                  <a:pt x="284778" y="487844"/>
                  <a:pt x="284778" y="499717"/>
                </a:cubicBezTo>
                <a:cubicBezTo>
                  <a:pt x="284778" y="511590"/>
                  <a:pt x="275156" y="521212"/>
                  <a:pt x="263287" y="521212"/>
                </a:cubicBezTo>
                <a:cubicBezTo>
                  <a:pt x="251414" y="521212"/>
                  <a:pt x="241792" y="511594"/>
                  <a:pt x="241792" y="499717"/>
                </a:cubicBezTo>
                <a:cubicBezTo>
                  <a:pt x="241792" y="487844"/>
                  <a:pt x="251414" y="478217"/>
                  <a:pt x="263287" y="478217"/>
                </a:cubicBezTo>
                <a:close/>
                <a:moveTo>
                  <a:pt x="182689" y="478217"/>
                </a:moveTo>
                <a:cubicBezTo>
                  <a:pt x="194562" y="478217"/>
                  <a:pt x="204184" y="487844"/>
                  <a:pt x="204184" y="499717"/>
                </a:cubicBezTo>
                <a:cubicBezTo>
                  <a:pt x="204184" y="511590"/>
                  <a:pt x="194557" y="521212"/>
                  <a:pt x="182689" y="521212"/>
                </a:cubicBezTo>
                <a:cubicBezTo>
                  <a:pt x="170820" y="521212"/>
                  <a:pt x="161193" y="511594"/>
                  <a:pt x="161193" y="499717"/>
                </a:cubicBezTo>
                <a:cubicBezTo>
                  <a:pt x="161193" y="487844"/>
                  <a:pt x="170816" y="478217"/>
                  <a:pt x="182689" y="478217"/>
                </a:cubicBezTo>
                <a:close/>
                <a:moveTo>
                  <a:pt x="102090" y="478217"/>
                </a:moveTo>
                <a:cubicBezTo>
                  <a:pt x="113963" y="478217"/>
                  <a:pt x="123585" y="487844"/>
                  <a:pt x="123585" y="499717"/>
                </a:cubicBezTo>
                <a:cubicBezTo>
                  <a:pt x="123585" y="511590"/>
                  <a:pt x="113963" y="521212"/>
                  <a:pt x="102090" y="521212"/>
                </a:cubicBezTo>
                <a:cubicBezTo>
                  <a:pt x="90217" y="521212"/>
                  <a:pt x="80599" y="511594"/>
                  <a:pt x="80599" y="499717"/>
                </a:cubicBezTo>
                <a:cubicBezTo>
                  <a:pt x="80599" y="487844"/>
                  <a:pt x="90217" y="478217"/>
                  <a:pt x="102090" y="478217"/>
                </a:cubicBezTo>
                <a:close/>
                <a:moveTo>
                  <a:pt x="21496" y="398518"/>
                </a:moveTo>
                <a:cubicBezTo>
                  <a:pt x="33360" y="398518"/>
                  <a:pt x="42987" y="408145"/>
                  <a:pt x="42987" y="420018"/>
                </a:cubicBezTo>
                <a:cubicBezTo>
                  <a:pt x="42987" y="431883"/>
                  <a:pt x="33360" y="441510"/>
                  <a:pt x="21496" y="441510"/>
                </a:cubicBezTo>
                <a:cubicBezTo>
                  <a:pt x="9623" y="441510"/>
                  <a:pt x="0" y="431883"/>
                  <a:pt x="0" y="420018"/>
                </a:cubicBezTo>
                <a:cubicBezTo>
                  <a:pt x="0" y="408145"/>
                  <a:pt x="9623" y="398518"/>
                  <a:pt x="21496" y="398518"/>
                </a:cubicBezTo>
                <a:close/>
                <a:moveTo>
                  <a:pt x="343882" y="398518"/>
                </a:moveTo>
                <a:cubicBezTo>
                  <a:pt x="355755" y="398518"/>
                  <a:pt x="365377" y="408145"/>
                  <a:pt x="365377" y="420018"/>
                </a:cubicBezTo>
                <a:cubicBezTo>
                  <a:pt x="365377" y="431883"/>
                  <a:pt x="355755" y="441510"/>
                  <a:pt x="343882" y="441510"/>
                </a:cubicBezTo>
                <a:cubicBezTo>
                  <a:pt x="332013" y="441510"/>
                  <a:pt x="322390" y="431883"/>
                  <a:pt x="322390" y="420018"/>
                </a:cubicBezTo>
                <a:cubicBezTo>
                  <a:pt x="322390" y="408145"/>
                  <a:pt x="332013" y="398518"/>
                  <a:pt x="343882" y="398518"/>
                </a:cubicBezTo>
                <a:close/>
                <a:moveTo>
                  <a:pt x="263287" y="398518"/>
                </a:moveTo>
                <a:cubicBezTo>
                  <a:pt x="275160" y="398518"/>
                  <a:pt x="284778" y="408145"/>
                  <a:pt x="284778" y="420018"/>
                </a:cubicBezTo>
                <a:cubicBezTo>
                  <a:pt x="284778" y="431883"/>
                  <a:pt x="275156" y="441510"/>
                  <a:pt x="263287" y="441510"/>
                </a:cubicBezTo>
                <a:cubicBezTo>
                  <a:pt x="251414" y="441510"/>
                  <a:pt x="241792" y="431883"/>
                  <a:pt x="241792" y="420018"/>
                </a:cubicBezTo>
                <a:cubicBezTo>
                  <a:pt x="241792" y="408145"/>
                  <a:pt x="251414" y="398518"/>
                  <a:pt x="263287" y="398518"/>
                </a:cubicBezTo>
                <a:close/>
                <a:moveTo>
                  <a:pt x="182689" y="398518"/>
                </a:moveTo>
                <a:cubicBezTo>
                  <a:pt x="194562" y="398518"/>
                  <a:pt x="204184" y="408145"/>
                  <a:pt x="204184" y="420018"/>
                </a:cubicBezTo>
                <a:cubicBezTo>
                  <a:pt x="204184" y="431883"/>
                  <a:pt x="194557" y="441510"/>
                  <a:pt x="182689" y="441510"/>
                </a:cubicBezTo>
                <a:cubicBezTo>
                  <a:pt x="170820" y="441510"/>
                  <a:pt x="161193" y="431883"/>
                  <a:pt x="161193" y="420018"/>
                </a:cubicBezTo>
                <a:cubicBezTo>
                  <a:pt x="161193" y="408145"/>
                  <a:pt x="170816" y="398518"/>
                  <a:pt x="182689" y="398518"/>
                </a:cubicBezTo>
                <a:close/>
                <a:moveTo>
                  <a:pt x="102090" y="398518"/>
                </a:moveTo>
                <a:cubicBezTo>
                  <a:pt x="113963" y="398518"/>
                  <a:pt x="123585" y="408145"/>
                  <a:pt x="123585" y="420018"/>
                </a:cubicBezTo>
                <a:cubicBezTo>
                  <a:pt x="123585" y="431883"/>
                  <a:pt x="113963" y="441510"/>
                  <a:pt x="102090" y="441510"/>
                </a:cubicBezTo>
                <a:cubicBezTo>
                  <a:pt x="90217" y="441510"/>
                  <a:pt x="80599" y="431883"/>
                  <a:pt x="80599" y="420018"/>
                </a:cubicBezTo>
                <a:cubicBezTo>
                  <a:pt x="80599" y="408145"/>
                  <a:pt x="90217" y="398518"/>
                  <a:pt x="102090" y="398518"/>
                </a:cubicBezTo>
                <a:close/>
                <a:moveTo>
                  <a:pt x="21496" y="318820"/>
                </a:moveTo>
                <a:cubicBezTo>
                  <a:pt x="33360" y="318820"/>
                  <a:pt x="42987" y="328438"/>
                  <a:pt x="42987" y="340311"/>
                </a:cubicBezTo>
                <a:cubicBezTo>
                  <a:pt x="42987" y="352184"/>
                  <a:pt x="33360" y="361802"/>
                  <a:pt x="21496" y="361802"/>
                </a:cubicBezTo>
                <a:cubicBezTo>
                  <a:pt x="9623" y="361802"/>
                  <a:pt x="0" y="352184"/>
                  <a:pt x="0" y="340311"/>
                </a:cubicBezTo>
                <a:cubicBezTo>
                  <a:pt x="0" y="328438"/>
                  <a:pt x="9623" y="318820"/>
                  <a:pt x="21496" y="318820"/>
                </a:cubicBezTo>
                <a:close/>
                <a:moveTo>
                  <a:pt x="343882" y="318820"/>
                </a:moveTo>
                <a:cubicBezTo>
                  <a:pt x="355755" y="318820"/>
                  <a:pt x="365377" y="328438"/>
                  <a:pt x="365377" y="340311"/>
                </a:cubicBezTo>
                <a:cubicBezTo>
                  <a:pt x="365377" y="352184"/>
                  <a:pt x="355755" y="361802"/>
                  <a:pt x="343882" y="361802"/>
                </a:cubicBezTo>
                <a:cubicBezTo>
                  <a:pt x="332013" y="361802"/>
                  <a:pt x="322390" y="352184"/>
                  <a:pt x="322390" y="340311"/>
                </a:cubicBezTo>
                <a:cubicBezTo>
                  <a:pt x="322390" y="328438"/>
                  <a:pt x="332013" y="318820"/>
                  <a:pt x="343882" y="318820"/>
                </a:cubicBezTo>
                <a:close/>
                <a:moveTo>
                  <a:pt x="263287" y="318820"/>
                </a:moveTo>
                <a:cubicBezTo>
                  <a:pt x="275160" y="318820"/>
                  <a:pt x="284778" y="328438"/>
                  <a:pt x="284778" y="340311"/>
                </a:cubicBezTo>
                <a:cubicBezTo>
                  <a:pt x="284778" y="352184"/>
                  <a:pt x="275156" y="361802"/>
                  <a:pt x="263287" y="361802"/>
                </a:cubicBezTo>
                <a:cubicBezTo>
                  <a:pt x="251414" y="361802"/>
                  <a:pt x="241792" y="352184"/>
                  <a:pt x="241792" y="340311"/>
                </a:cubicBezTo>
                <a:cubicBezTo>
                  <a:pt x="241792" y="328438"/>
                  <a:pt x="251414" y="318820"/>
                  <a:pt x="263287" y="318820"/>
                </a:cubicBezTo>
                <a:close/>
                <a:moveTo>
                  <a:pt x="182689" y="318820"/>
                </a:moveTo>
                <a:cubicBezTo>
                  <a:pt x="194562" y="318820"/>
                  <a:pt x="204184" y="328438"/>
                  <a:pt x="204184" y="340311"/>
                </a:cubicBezTo>
                <a:cubicBezTo>
                  <a:pt x="204184" y="352184"/>
                  <a:pt x="194557" y="361802"/>
                  <a:pt x="182689" y="361802"/>
                </a:cubicBezTo>
                <a:cubicBezTo>
                  <a:pt x="170820" y="361802"/>
                  <a:pt x="161193" y="352184"/>
                  <a:pt x="161193" y="340311"/>
                </a:cubicBezTo>
                <a:cubicBezTo>
                  <a:pt x="161193" y="328438"/>
                  <a:pt x="170816" y="318820"/>
                  <a:pt x="182689" y="318820"/>
                </a:cubicBezTo>
                <a:close/>
                <a:moveTo>
                  <a:pt x="102090" y="318820"/>
                </a:moveTo>
                <a:cubicBezTo>
                  <a:pt x="113963" y="318820"/>
                  <a:pt x="123585" y="328438"/>
                  <a:pt x="123585" y="340311"/>
                </a:cubicBezTo>
                <a:cubicBezTo>
                  <a:pt x="123585" y="352184"/>
                  <a:pt x="113963" y="361802"/>
                  <a:pt x="102090" y="361802"/>
                </a:cubicBezTo>
                <a:cubicBezTo>
                  <a:pt x="90217" y="361802"/>
                  <a:pt x="80599" y="352184"/>
                  <a:pt x="80599" y="340311"/>
                </a:cubicBezTo>
                <a:cubicBezTo>
                  <a:pt x="80599" y="328438"/>
                  <a:pt x="90217" y="318820"/>
                  <a:pt x="102090" y="318820"/>
                </a:cubicBezTo>
                <a:close/>
                <a:moveTo>
                  <a:pt x="21496" y="239113"/>
                </a:moveTo>
                <a:cubicBezTo>
                  <a:pt x="33360" y="239113"/>
                  <a:pt x="42987" y="248731"/>
                  <a:pt x="42987" y="260604"/>
                </a:cubicBezTo>
                <a:cubicBezTo>
                  <a:pt x="42987" y="272477"/>
                  <a:pt x="33360" y="282100"/>
                  <a:pt x="21496" y="282100"/>
                </a:cubicBezTo>
                <a:cubicBezTo>
                  <a:pt x="9623" y="282100"/>
                  <a:pt x="0" y="272477"/>
                  <a:pt x="0" y="260604"/>
                </a:cubicBezTo>
                <a:cubicBezTo>
                  <a:pt x="0" y="248731"/>
                  <a:pt x="9623" y="239113"/>
                  <a:pt x="21496" y="239113"/>
                </a:cubicBezTo>
                <a:close/>
                <a:moveTo>
                  <a:pt x="343882" y="239113"/>
                </a:moveTo>
                <a:cubicBezTo>
                  <a:pt x="355755" y="239113"/>
                  <a:pt x="365377" y="248731"/>
                  <a:pt x="365377" y="260604"/>
                </a:cubicBezTo>
                <a:cubicBezTo>
                  <a:pt x="365377" y="272477"/>
                  <a:pt x="355755" y="282100"/>
                  <a:pt x="343882" y="282100"/>
                </a:cubicBezTo>
                <a:cubicBezTo>
                  <a:pt x="332013" y="282100"/>
                  <a:pt x="322390" y="272477"/>
                  <a:pt x="322390" y="260604"/>
                </a:cubicBezTo>
                <a:cubicBezTo>
                  <a:pt x="322390" y="248731"/>
                  <a:pt x="332013" y="239113"/>
                  <a:pt x="343882" y="239113"/>
                </a:cubicBezTo>
                <a:close/>
                <a:moveTo>
                  <a:pt x="263287" y="239113"/>
                </a:moveTo>
                <a:cubicBezTo>
                  <a:pt x="275160" y="239113"/>
                  <a:pt x="284778" y="248731"/>
                  <a:pt x="284778" y="260604"/>
                </a:cubicBezTo>
                <a:cubicBezTo>
                  <a:pt x="284778" y="272477"/>
                  <a:pt x="275156" y="282100"/>
                  <a:pt x="263287" y="282100"/>
                </a:cubicBezTo>
                <a:cubicBezTo>
                  <a:pt x="251414" y="282100"/>
                  <a:pt x="241792" y="272477"/>
                  <a:pt x="241792" y="260604"/>
                </a:cubicBezTo>
                <a:cubicBezTo>
                  <a:pt x="241792" y="248731"/>
                  <a:pt x="251414" y="239113"/>
                  <a:pt x="263287" y="239113"/>
                </a:cubicBezTo>
                <a:close/>
                <a:moveTo>
                  <a:pt x="182689" y="239113"/>
                </a:moveTo>
                <a:cubicBezTo>
                  <a:pt x="194562" y="239113"/>
                  <a:pt x="204184" y="248731"/>
                  <a:pt x="204184" y="260604"/>
                </a:cubicBezTo>
                <a:cubicBezTo>
                  <a:pt x="204184" y="272477"/>
                  <a:pt x="194557" y="282100"/>
                  <a:pt x="182689" y="282100"/>
                </a:cubicBezTo>
                <a:cubicBezTo>
                  <a:pt x="170820" y="282100"/>
                  <a:pt x="161193" y="272477"/>
                  <a:pt x="161193" y="260604"/>
                </a:cubicBezTo>
                <a:cubicBezTo>
                  <a:pt x="161193" y="248731"/>
                  <a:pt x="170816" y="239113"/>
                  <a:pt x="182689" y="239113"/>
                </a:cubicBezTo>
                <a:close/>
                <a:moveTo>
                  <a:pt x="102090" y="239113"/>
                </a:moveTo>
                <a:cubicBezTo>
                  <a:pt x="113963" y="239113"/>
                  <a:pt x="123585" y="248731"/>
                  <a:pt x="123585" y="260604"/>
                </a:cubicBezTo>
                <a:cubicBezTo>
                  <a:pt x="123585" y="272477"/>
                  <a:pt x="113963" y="282100"/>
                  <a:pt x="102090" y="282100"/>
                </a:cubicBezTo>
                <a:cubicBezTo>
                  <a:pt x="90217" y="282100"/>
                  <a:pt x="80599" y="272477"/>
                  <a:pt x="80599" y="260604"/>
                </a:cubicBezTo>
                <a:cubicBezTo>
                  <a:pt x="80599" y="248731"/>
                  <a:pt x="90217" y="239113"/>
                  <a:pt x="102090" y="239113"/>
                </a:cubicBezTo>
                <a:close/>
                <a:moveTo>
                  <a:pt x="21496" y="159406"/>
                </a:moveTo>
                <a:cubicBezTo>
                  <a:pt x="33360" y="159406"/>
                  <a:pt x="42987" y="169024"/>
                  <a:pt x="42987" y="180897"/>
                </a:cubicBezTo>
                <a:cubicBezTo>
                  <a:pt x="42987" y="192774"/>
                  <a:pt x="33360" y="202392"/>
                  <a:pt x="21496" y="202392"/>
                </a:cubicBezTo>
                <a:cubicBezTo>
                  <a:pt x="9623" y="202392"/>
                  <a:pt x="0" y="192774"/>
                  <a:pt x="0" y="180897"/>
                </a:cubicBezTo>
                <a:cubicBezTo>
                  <a:pt x="0" y="169028"/>
                  <a:pt x="9623" y="159406"/>
                  <a:pt x="21496" y="159406"/>
                </a:cubicBezTo>
                <a:close/>
                <a:moveTo>
                  <a:pt x="343882" y="159406"/>
                </a:moveTo>
                <a:cubicBezTo>
                  <a:pt x="355755" y="159406"/>
                  <a:pt x="365377" y="169024"/>
                  <a:pt x="365377" y="180897"/>
                </a:cubicBezTo>
                <a:cubicBezTo>
                  <a:pt x="365377" y="192774"/>
                  <a:pt x="355755" y="202392"/>
                  <a:pt x="343882" y="202392"/>
                </a:cubicBezTo>
                <a:cubicBezTo>
                  <a:pt x="332013" y="202392"/>
                  <a:pt x="322390" y="192774"/>
                  <a:pt x="322390" y="180897"/>
                </a:cubicBezTo>
                <a:cubicBezTo>
                  <a:pt x="322390" y="169028"/>
                  <a:pt x="332013" y="159406"/>
                  <a:pt x="343882" y="159406"/>
                </a:cubicBezTo>
                <a:close/>
                <a:moveTo>
                  <a:pt x="263287" y="159406"/>
                </a:moveTo>
                <a:cubicBezTo>
                  <a:pt x="275160" y="159406"/>
                  <a:pt x="284778" y="169024"/>
                  <a:pt x="284778" y="180897"/>
                </a:cubicBezTo>
                <a:cubicBezTo>
                  <a:pt x="284778" y="192774"/>
                  <a:pt x="275156" y="202392"/>
                  <a:pt x="263287" y="202392"/>
                </a:cubicBezTo>
                <a:cubicBezTo>
                  <a:pt x="251414" y="202392"/>
                  <a:pt x="241792" y="192774"/>
                  <a:pt x="241792" y="180897"/>
                </a:cubicBezTo>
                <a:cubicBezTo>
                  <a:pt x="241792" y="169028"/>
                  <a:pt x="251414" y="159406"/>
                  <a:pt x="263287" y="159406"/>
                </a:cubicBezTo>
                <a:close/>
                <a:moveTo>
                  <a:pt x="182689" y="159406"/>
                </a:moveTo>
                <a:cubicBezTo>
                  <a:pt x="194562" y="159406"/>
                  <a:pt x="204184" y="169024"/>
                  <a:pt x="204184" y="180897"/>
                </a:cubicBezTo>
                <a:cubicBezTo>
                  <a:pt x="204184" y="192774"/>
                  <a:pt x="194557" y="202392"/>
                  <a:pt x="182689" y="202392"/>
                </a:cubicBezTo>
                <a:cubicBezTo>
                  <a:pt x="170820" y="202392"/>
                  <a:pt x="161193" y="192774"/>
                  <a:pt x="161193" y="180897"/>
                </a:cubicBezTo>
                <a:cubicBezTo>
                  <a:pt x="161193" y="169028"/>
                  <a:pt x="170816" y="159406"/>
                  <a:pt x="182689" y="159406"/>
                </a:cubicBezTo>
                <a:close/>
                <a:moveTo>
                  <a:pt x="102090" y="159406"/>
                </a:moveTo>
                <a:cubicBezTo>
                  <a:pt x="113963" y="159406"/>
                  <a:pt x="123585" y="169024"/>
                  <a:pt x="123585" y="180897"/>
                </a:cubicBezTo>
                <a:cubicBezTo>
                  <a:pt x="123585" y="192774"/>
                  <a:pt x="113963" y="202392"/>
                  <a:pt x="102090" y="202392"/>
                </a:cubicBezTo>
                <a:cubicBezTo>
                  <a:pt x="90217" y="202392"/>
                  <a:pt x="80599" y="192774"/>
                  <a:pt x="80599" y="180897"/>
                </a:cubicBezTo>
                <a:cubicBezTo>
                  <a:pt x="80599" y="169028"/>
                  <a:pt x="90217" y="159406"/>
                  <a:pt x="102090" y="159406"/>
                </a:cubicBezTo>
                <a:close/>
                <a:moveTo>
                  <a:pt x="21496" y="79703"/>
                </a:moveTo>
                <a:cubicBezTo>
                  <a:pt x="33360" y="79703"/>
                  <a:pt x="42987" y="89325"/>
                  <a:pt x="42987" y="101198"/>
                </a:cubicBezTo>
                <a:cubicBezTo>
                  <a:pt x="42987" y="113071"/>
                  <a:pt x="33360" y="122690"/>
                  <a:pt x="21496" y="122690"/>
                </a:cubicBezTo>
                <a:cubicBezTo>
                  <a:pt x="9623" y="122690"/>
                  <a:pt x="0" y="113071"/>
                  <a:pt x="0" y="101198"/>
                </a:cubicBezTo>
                <a:cubicBezTo>
                  <a:pt x="0" y="89325"/>
                  <a:pt x="9623" y="79703"/>
                  <a:pt x="21496" y="79703"/>
                </a:cubicBezTo>
                <a:close/>
                <a:moveTo>
                  <a:pt x="343882" y="79703"/>
                </a:moveTo>
                <a:cubicBezTo>
                  <a:pt x="355755" y="79703"/>
                  <a:pt x="365377" y="89325"/>
                  <a:pt x="365377" y="101198"/>
                </a:cubicBezTo>
                <a:cubicBezTo>
                  <a:pt x="365377" y="113071"/>
                  <a:pt x="355755" y="122690"/>
                  <a:pt x="343882" y="122690"/>
                </a:cubicBezTo>
                <a:cubicBezTo>
                  <a:pt x="332013" y="122690"/>
                  <a:pt x="322390" y="113071"/>
                  <a:pt x="322390" y="101198"/>
                </a:cubicBezTo>
                <a:cubicBezTo>
                  <a:pt x="322390" y="89325"/>
                  <a:pt x="332013" y="79703"/>
                  <a:pt x="343882" y="79703"/>
                </a:cubicBezTo>
                <a:close/>
                <a:moveTo>
                  <a:pt x="263287" y="79703"/>
                </a:moveTo>
                <a:cubicBezTo>
                  <a:pt x="275160" y="79703"/>
                  <a:pt x="284778" y="89325"/>
                  <a:pt x="284778" y="101198"/>
                </a:cubicBezTo>
                <a:cubicBezTo>
                  <a:pt x="284778" y="113071"/>
                  <a:pt x="275156" y="122690"/>
                  <a:pt x="263287" y="122690"/>
                </a:cubicBezTo>
                <a:cubicBezTo>
                  <a:pt x="251414" y="122690"/>
                  <a:pt x="241792" y="113071"/>
                  <a:pt x="241792" y="101198"/>
                </a:cubicBezTo>
                <a:cubicBezTo>
                  <a:pt x="241792" y="89325"/>
                  <a:pt x="251414" y="79703"/>
                  <a:pt x="263287" y="79703"/>
                </a:cubicBezTo>
                <a:close/>
                <a:moveTo>
                  <a:pt x="182689" y="79703"/>
                </a:moveTo>
                <a:cubicBezTo>
                  <a:pt x="194562" y="79703"/>
                  <a:pt x="204184" y="89325"/>
                  <a:pt x="204184" y="101198"/>
                </a:cubicBezTo>
                <a:cubicBezTo>
                  <a:pt x="204184" y="113071"/>
                  <a:pt x="194557" y="122690"/>
                  <a:pt x="182689" y="122690"/>
                </a:cubicBezTo>
                <a:cubicBezTo>
                  <a:pt x="170820" y="122690"/>
                  <a:pt x="161193" y="113071"/>
                  <a:pt x="161193" y="101198"/>
                </a:cubicBezTo>
                <a:cubicBezTo>
                  <a:pt x="161193" y="89325"/>
                  <a:pt x="170816" y="79703"/>
                  <a:pt x="182689" y="79703"/>
                </a:cubicBezTo>
                <a:close/>
                <a:moveTo>
                  <a:pt x="102090" y="79703"/>
                </a:moveTo>
                <a:cubicBezTo>
                  <a:pt x="113963" y="79703"/>
                  <a:pt x="123585" y="89325"/>
                  <a:pt x="123585" y="101198"/>
                </a:cubicBezTo>
                <a:cubicBezTo>
                  <a:pt x="123585" y="113071"/>
                  <a:pt x="113963" y="122690"/>
                  <a:pt x="102090" y="122690"/>
                </a:cubicBezTo>
                <a:cubicBezTo>
                  <a:pt x="90217" y="122690"/>
                  <a:pt x="80599" y="113071"/>
                  <a:pt x="80599" y="101198"/>
                </a:cubicBezTo>
                <a:cubicBezTo>
                  <a:pt x="80599" y="89325"/>
                  <a:pt x="90217" y="79703"/>
                  <a:pt x="102090" y="79703"/>
                </a:cubicBezTo>
                <a:close/>
                <a:moveTo>
                  <a:pt x="343882" y="0"/>
                </a:moveTo>
                <a:cubicBezTo>
                  <a:pt x="355755" y="0"/>
                  <a:pt x="365377" y="9618"/>
                  <a:pt x="365377" y="21491"/>
                </a:cubicBezTo>
                <a:cubicBezTo>
                  <a:pt x="365377" y="33364"/>
                  <a:pt x="355755" y="42983"/>
                  <a:pt x="343882" y="42983"/>
                </a:cubicBezTo>
                <a:cubicBezTo>
                  <a:pt x="332013" y="42983"/>
                  <a:pt x="322390" y="33364"/>
                  <a:pt x="322390" y="21491"/>
                </a:cubicBezTo>
                <a:cubicBezTo>
                  <a:pt x="322390" y="9618"/>
                  <a:pt x="332013" y="0"/>
                  <a:pt x="343882" y="0"/>
                </a:cubicBezTo>
                <a:close/>
                <a:moveTo>
                  <a:pt x="263287" y="0"/>
                </a:moveTo>
                <a:cubicBezTo>
                  <a:pt x="275160" y="0"/>
                  <a:pt x="284778" y="9618"/>
                  <a:pt x="284778" y="21491"/>
                </a:cubicBezTo>
                <a:cubicBezTo>
                  <a:pt x="284778" y="33364"/>
                  <a:pt x="275156" y="42983"/>
                  <a:pt x="263287" y="42983"/>
                </a:cubicBezTo>
                <a:cubicBezTo>
                  <a:pt x="251414" y="42983"/>
                  <a:pt x="241792" y="33364"/>
                  <a:pt x="241792" y="21491"/>
                </a:cubicBezTo>
                <a:cubicBezTo>
                  <a:pt x="241792" y="9618"/>
                  <a:pt x="251414" y="0"/>
                  <a:pt x="263287" y="0"/>
                </a:cubicBezTo>
                <a:close/>
                <a:moveTo>
                  <a:pt x="182689" y="0"/>
                </a:moveTo>
                <a:cubicBezTo>
                  <a:pt x="194562" y="0"/>
                  <a:pt x="204184" y="9618"/>
                  <a:pt x="204184" y="21491"/>
                </a:cubicBezTo>
                <a:cubicBezTo>
                  <a:pt x="204184" y="33364"/>
                  <a:pt x="194557" y="42983"/>
                  <a:pt x="182689" y="42983"/>
                </a:cubicBezTo>
                <a:cubicBezTo>
                  <a:pt x="170820" y="42983"/>
                  <a:pt x="161193" y="33364"/>
                  <a:pt x="161193" y="21491"/>
                </a:cubicBezTo>
                <a:cubicBezTo>
                  <a:pt x="161193" y="9618"/>
                  <a:pt x="170816" y="0"/>
                  <a:pt x="182689" y="0"/>
                </a:cubicBezTo>
                <a:close/>
                <a:moveTo>
                  <a:pt x="102090" y="0"/>
                </a:moveTo>
                <a:cubicBezTo>
                  <a:pt x="113963" y="0"/>
                  <a:pt x="123585" y="9618"/>
                  <a:pt x="123585" y="21491"/>
                </a:cubicBezTo>
                <a:cubicBezTo>
                  <a:pt x="123585" y="33364"/>
                  <a:pt x="113963" y="42983"/>
                  <a:pt x="102090" y="42983"/>
                </a:cubicBezTo>
                <a:cubicBezTo>
                  <a:pt x="90217" y="42983"/>
                  <a:pt x="80599" y="33364"/>
                  <a:pt x="80599" y="21491"/>
                </a:cubicBezTo>
                <a:cubicBezTo>
                  <a:pt x="80599" y="9618"/>
                  <a:pt x="90217" y="0"/>
                  <a:pt x="102090" y="0"/>
                </a:cubicBezTo>
                <a:close/>
              </a:path>
            </a:pathLst>
          </a:custGeom>
          <a:solidFill>
            <a:schemeClr val="bg1"/>
          </a:solidFill>
          <a:ln w="428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22" name="图形"/>
          <p:cNvSpPr/>
          <p:nvPr/>
        </p:nvSpPr>
        <p:spPr>
          <a:xfrm flipH="1">
            <a:off x="8686801" y="-116"/>
            <a:ext cx="6224180" cy="184903"/>
          </a:xfrm>
          <a:custGeom>
            <a:avLst/>
            <a:gdLst>
              <a:gd name="connsiteX0" fmla="*/ 0 w 6224180"/>
              <a:gd name="connsiteY0" fmla="*/ 0 h 184903"/>
              <a:gd name="connsiteX1" fmla="*/ 6224180 w 6224180"/>
              <a:gd name="connsiteY1" fmla="*/ 0 h 184903"/>
              <a:gd name="connsiteX2" fmla="*/ 6117735 w 6224180"/>
              <a:gd name="connsiteY2" fmla="*/ 184903 h 184903"/>
              <a:gd name="connsiteX3" fmla="*/ 0 w 6224180"/>
              <a:gd name="connsiteY3" fmla="*/ 184903 h 184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4180" h="184903">
                <a:moveTo>
                  <a:pt x="0" y="0"/>
                </a:moveTo>
                <a:lnTo>
                  <a:pt x="6224180" y="0"/>
                </a:lnTo>
                <a:lnTo>
                  <a:pt x="6117735" y="184903"/>
                </a:lnTo>
                <a:lnTo>
                  <a:pt x="0" y="18490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428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10" name="图形"/>
          <p:cNvSpPr txBox="1"/>
          <p:nvPr/>
        </p:nvSpPr>
        <p:spPr>
          <a:xfrm>
            <a:off x="8905953" y="184947"/>
            <a:ext cx="1996949" cy="3737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zh-CN" altLang="zh-CN" sz="23900">
                <a:solidFill>
                  <a:srgbClr val="000000"/>
                </a:solidFill>
                <a:latin typeface="宋体" panose="02010600030101010101" pitchFamily="2" charset="-122"/>
                <a:ea typeface="包图粗黑体" panose="02000800000000000000" charset="-122"/>
                <a:sym typeface="宋体" panose="02010600030101010101" pitchFamily="2" charset="-122"/>
              </a:rPr>
              <a:t>5</a:t>
            </a:r>
          </a:p>
        </p:txBody>
      </p:sp>
      <p:grpSp>
        <p:nvGrpSpPr>
          <p:cNvPr id="12" name="图形"/>
          <p:cNvGrpSpPr/>
          <p:nvPr/>
        </p:nvGrpSpPr>
        <p:grpSpPr>
          <a:xfrm>
            <a:off x="5534660" y="2013585"/>
            <a:ext cx="2697480" cy="651510"/>
            <a:chOff x="1719" y="3692"/>
            <a:chExt cx="2266" cy="771"/>
          </a:xfrm>
        </p:grpSpPr>
        <p:sp>
          <p:nvSpPr>
            <p:cNvPr id="72" name="图形"/>
            <p:cNvSpPr/>
            <p:nvPr>
              <p:custDataLst>
                <p:tags r:id="rId2"/>
              </p:custDataLst>
            </p:nvPr>
          </p:nvSpPr>
          <p:spPr>
            <a:xfrm>
              <a:off x="1719" y="3692"/>
              <a:ext cx="2266" cy="771"/>
            </a:xfrm>
            <a:prstGeom prst="homePlat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" tIns="36576" rIns="73152" bIns="36576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75" name="图形"/>
            <p:cNvSpPr txBox="1"/>
            <p:nvPr>
              <p:custDataLst>
                <p:tags r:id="rId3"/>
              </p:custDataLst>
            </p:nvPr>
          </p:nvSpPr>
          <p:spPr>
            <a:xfrm>
              <a:off x="1719" y="3702"/>
              <a:ext cx="2268" cy="6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zh-CN" altLang="zh-CN" sz="3200" b="1">
                  <a:solidFill>
                    <a:schemeClr val="bg1"/>
                  </a:solidFill>
                  <a:uFillTx/>
                  <a:latin typeface="宋体" panose="02010600030101010101" pitchFamily="2" charset="-122"/>
                  <a:ea typeface="阿里巴巴普惠体"/>
                  <a:cs typeface="阿里巴巴普惠体" panose="00020600040101010101" charset="-122"/>
                  <a:sym typeface="宋体" panose="02010600030101010101" pitchFamily="2" charset="-122"/>
                </a:rPr>
                <a:t>PART 5</a:t>
              </a:r>
            </a:p>
          </p:txBody>
        </p:sp>
      </p:grpSp>
      <p:sp>
        <p:nvSpPr>
          <p:cNvPr id="28" name="图形"/>
          <p:cNvSpPr/>
          <p:nvPr userDrawn="1"/>
        </p:nvSpPr>
        <p:spPr>
          <a:xfrm rot="780000">
            <a:off x="4725671" y="-282575"/>
            <a:ext cx="1916067" cy="2917502"/>
          </a:xfrm>
          <a:custGeom>
            <a:avLst/>
            <a:gdLst>
              <a:gd name="connsiteX0" fmla="*/ 376361 w 376361"/>
              <a:gd name="connsiteY0" fmla="*/ 0 h 573066"/>
              <a:gd name="connsiteX1" fmla="*/ 33524 w 376361"/>
              <a:gd name="connsiteY1" fmla="*/ 573067 h 573066"/>
              <a:gd name="connsiteX2" fmla="*/ 0 w 376361"/>
              <a:gd name="connsiteY2" fmla="*/ 573067 h 573066"/>
              <a:gd name="connsiteX3" fmla="*/ 342837 w 376361"/>
              <a:gd name="connsiteY3" fmla="*/ 0 h 573066"/>
              <a:gd name="connsiteX4" fmla="*/ 376361 w 376361"/>
              <a:gd name="connsiteY4" fmla="*/ 0 h 573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361" h="573066">
                <a:moveTo>
                  <a:pt x="376361" y="0"/>
                </a:moveTo>
                <a:lnTo>
                  <a:pt x="33524" y="573067"/>
                </a:lnTo>
                <a:lnTo>
                  <a:pt x="0" y="573067"/>
                </a:lnTo>
                <a:lnTo>
                  <a:pt x="342837" y="0"/>
                </a:lnTo>
                <a:lnTo>
                  <a:pt x="376361" y="0"/>
                </a:lnTo>
                <a:close/>
              </a:path>
            </a:pathLst>
          </a:custGeom>
          <a:gradFill>
            <a:gsLst>
              <a:gs pos="2000">
                <a:schemeClr val="bg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 w="1432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/>
          </a:p>
        </p:txBody>
      </p:sp>
      <p:sp>
        <p:nvSpPr>
          <p:cNvPr id="27" name="文本框 26"/>
          <p:cNvSpPr txBox="1"/>
          <p:nvPr/>
        </p:nvSpPr>
        <p:spPr>
          <a:xfrm>
            <a:off x="4312862" y="2890360"/>
            <a:ext cx="5823826" cy="169966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50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展望未来与结论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1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 descr="D:\51PPT模板网\51pptmoban.com\图片.jpg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8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9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10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6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7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 descr="D:\51PPT模板网\51pptmoban.com\图片.jpg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12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3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4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16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17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展望未来与结论</a:t>
            </a:r>
          </a:p>
        </p:txBody>
      </p:sp>
      <p:sp>
        <p:nvSpPr>
          <p:cNvPr id="18" name="New shape"/>
          <p:cNvSpPr/>
          <p:nvPr/>
        </p:nvSpPr>
        <p:spPr>
          <a:xfrm>
            <a:off x="1117600" y="1752600"/>
            <a:ext cx="635000" cy="63500"/>
          </a:xfrm>
          <a:prstGeom prst="rect">
            <a:avLst/>
          </a:prstGeom>
          <a:solidFill>
            <a:srgbClr val="3421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New 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3657600" y="2108200"/>
            <a:ext cx="7404100" cy="38354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sp>
        <p:nvSpPr>
          <p:cNvPr id="20" name="New shape"/>
          <p:cNvSpPr/>
          <p:nvPr/>
        </p:nvSpPr>
        <p:spPr>
          <a:xfrm>
            <a:off x="1117600" y="1397000"/>
            <a:ext cx="99568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0000" lnSpcReduction="20000"/>
          </a:bodyPr>
          <a:lstStyle/>
          <a:p>
            <a:pPr indent="0"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宋体" panose="02010600030101010101" pitchFamily="2" charset="-122"/>
              </a:rPr>
              <a:t>1. 技术革新与智能化发展</a:t>
            </a:r>
          </a:p>
        </p:txBody>
      </p:sp>
      <p:sp>
        <p:nvSpPr>
          <p:cNvPr id="21" name="New shape"/>
          <p:cNvSpPr/>
          <p:nvPr/>
        </p:nvSpPr>
        <p:spPr>
          <a:xfrm>
            <a:off x="839416" y="1841500"/>
            <a:ext cx="2614984" cy="37719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/>
          </a:bodyPr>
          <a:lstStyle/>
          <a:p>
            <a:pPr indent="0" algn="l">
              <a:lnSpc>
                <a:spcPct val="125000"/>
              </a:lnSpc>
            </a:pPr>
            <a:r>
              <a:rPr lang="en-US" sz="2100" b="0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</a:p>
          <a:p>
            <a:pPr indent="0" algn="l">
              <a:lnSpc>
                <a:spcPct val="125000"/>
              </a:lnSpc>
            </a:pPr>
            <a:endParaRPr lang="en-US" sz="21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100" b="0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sz="2100" b="0" dirty="0">
                <a:solidFill>
                  <a:srgbClr val="000000"/>
                </a:solidFill>
                <a:latin typeface="宋体" panose="02010600030101010101" pitchFamily="2" charset="-122"/>
              </a:rPr>
              <a:t>随着科技的进步，未来将有更多高效、环保的垃圾处理与资源化利用技术涌现，如智能分拣机器人、高级生物处理技术等，将极大提升处理效率和效果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00"/>
                            </p:stCondLst>
                            <p:childTnLst>
                              <p:par>
                                <p:cTn id="28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1" animBg="1"/>
      <p:bldP spid="19" grpId="2" animBg="1"/>
      <p:bldP spid="20" grpId="3" animBg="1"/>
      <p:bldP spid="21" grpId="4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 descr="D:\51PPT模板网\51pptmoban.com\图片.jpg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8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9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10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6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7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 descr="D:\51PPT模板网\51pptmoban.com\图片.jpg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12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3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4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16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17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展望未来与结论</a:t>
            </a:r>
          </a:p>
        </p:txBody>
      </p:sp>
      <p:sp>
        <p:nvSpPr>
          <p:cNvPr id="18" name="New shape"/>
          <p:cNvSpPr/>
          <p:nvPr/>
        </p:nvSpPr>
        <p:spPr>
          <a:xfrm>
            <a:off x="7467600" y="2501900"/>
            <a:ext cx="635000" cy="63500"/>
          </a:xfrm>
          <a:prstGeom prst="rect">
            <a:avLst/>
          </a:prstGeom>
          <a:solidFill>
            <a:srgbClr val="3421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New 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1549400" y="1397000"/>
            <a:ext cx="5270500" cy="47498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</p:pic>
      <p:sp>
        <p:nvSpPr>
          <p:cNvPr id="20" name="New shape"/>
          <p:cNvSpPr/>
          <p:nvPr/>
        </p:nvSpPr>
        <p:spPr>
          <a:xfrm>
            <a:off x="7467600" y="1816100"/>
            <a:ext cx="3606800" cy="6604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0000" lnSpcReduction="20000"/>
          </a:bodyPr>
          <a:lstStyle/>
          <a:p>
            <a:pPr indent="0"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宋体" panose="02010600030101010101" pitchFamily="2" charset="-122"/>
              </a:rPr>
              <a:t>2. "无废城市"愿景的实现路径</a:t>
            </a:r>
          </a:p>
        </p:txBody>
      </p:sp>
      <p:sp>
        <p:nvSpPr>
          <p:cNvPr id="21" name="New shape"/>
          <p:cNvSpPr/>
          <p:nvPr/>
        </p:nvSpPr>
        <p:spPr>
          <a:xfrm>
            <a:off x="7467600" y="2641600"/>
            <a:ext cx="3606800" cy="30861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/>
          </a:bodyPr>
          <a:lstStyle/>
          <a:p>
            <a:pPr indent="0" algn="l">
              <a:lnSpc>
                <a:spcPct val="125000"/>
              </a:lnSpc>
            </a:pPr>
            <a:r>
              <a:rPr lang="en-US" sz="2100" b="0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sz="2100" b="0" dirty="0">
                <a:solidFill>
                  <a:srgbClr val="000000"/>
                </a:solidFill>
                <a:latin typeface="宋体" panose="02010600030101010101" pitchFamily="2" charset="-122"/>
              </a:rPr>
              <a:t>"无废城市"建设是一个系统工程，需要政府、企业、社会三方面共同努力，通过持续的技术创新、政策优化和公众参与，逐步实现生活垃圾的"零排放"或"低排放"。这不仅是环境保护的需要，也是推动可持续发展的必然选择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00"/>
                            </p:stCondLst>
                            <p:childTnLst>
                              <p:par>
                                <p:cTn id="28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1" animBg="1"/>
      <p:bldP spid="19" grpId="2" animBg="1"/>
      <p:bldP spid="20" grpId="3" animBg="1"/>
      <p:bldP spid="21" grpId="4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11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12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13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14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15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22" name="图形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16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7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8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23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19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20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21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展望未来与结论 </a:t>
            </a:r>
          </a:p>
        </p:txBody>
      </p:sp>
      <p:sp>
        <p:nvSpPr>
          <p:cNvPr id="2" name="Rectangle 22"/>
          <p:cNvSpPr/>
          <p:nvPr/>
        </p:nvSpPr>
        <p:spPr>
          <a:xfrm>
            <a:off x="5698254" y="3729517"/>
            <a:ext cx="4565629" cy="1602769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思源黑体 CN"/>
                <a:ea typeface="思源黑体 CN"/>
                <a:cs typeface="+mn-cs"/>
              </a:defRPr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思源黑体 CN"/>
                <a:ea typeface="思源黑体 CN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思源黑体 CN"/>
                <a:ea typeface="思源黑体 CN"/>
                <a:cs typeface="+mn-cs"/>
              </a:defRPr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思源黑体 CN"/>
                <a:ea typeface="思源黑体 CN"/>
                <a:cs typeface="+mn-cs"/>
              </a:defRPr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思源黑体 CN"/>
                <a:ea typeface="思源黑体 CN"/>
                <a:cs typeface="+mn-cs"/>
              </a:defRPr>
            </a:lvl5pPr>
            <a:lvl6pPr marL="22860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思源黑体 CN"/>
                <a:ea typeface="思源黑体 CN"/>
                <a:cs typeface="+mn-cs"/>
              </a:defRPr>
            </a:lvl6pPr>
            <a:lvl7pPr marL="27432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思源黑体 CN"/>
                <a:ea typeface="思源黑体 CN"/>
                <a:cs typeface="+mn-cs"/>
              </a:defRPr>
            </a:lvl7pPr>
            <a:lvl8pPr marL="32004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思源黑体 CN"/>
                <a:ea typeface="思源黑体 CN"/>
                <a:cs typeface="+mn-cs"/>
              </a:defRPr>
            </a:lvl8pPr>
            <a:lvl9pPr marL="365760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思源黑体 CN"/>
                <a:ea typeface="思源黑体 CN"/>
                <a:cs typeface="+mn-cs"/>
              </a:defRPr>
            </a:lvl9pPr>
          </a:lstStyle>
          <a:p>
            <a:endParaRPr/>
          </a:p>
        </p:txBody>
      </p:sp>
      <p:sp>
        <p:nvSpPr>
          <p:cNvPr id="24" name="文本框 3"/>
          <p:cNvSpPr txBox="1"/>
          <p:nvPr/>
        </p:nvSpPr>
        <p:spPr>
          <a:xfrm>
            <a:off x="5622139" y="1915758"/>
            <a:ext cx="469382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l" defTabSz="914400" rtl="0" fontAlgn="auto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00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宋体" panose="02010600030101010101" pitchFamily="2" charset="-122"/>
                <a:cs typeface="+mn-ea"/>
                <a:sym typeface="宋体" panose="02010600030101010101" pitchFamily="2" charset="-122"/>
              </a:rPr>
              <a:t>区域协同：推动跨区域、跨部门的合作机制，共享经验、技术和资源，形成区域性"无废城市"网络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691355" y="3830918"/>
            <a:ext cx="469382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l" defTabSz="914400" rtl="0" fontAlgn="auto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00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宋体" panose="02010600030101010101" pitchFamily="2" charset="-122"/>
                <a:cs typeface="+mn-ea"/>
                <a:sym typeface="宋体" panose="02010600030101010101" pitchFamily="2" charset="-122"/>
              </a:rPr>
              <a:t>国际合作：加强与国际先进国家或组织的交流与合作，引进先进理念和技术，参与全球"无废城市"联盟，共同应对全球环境挑战</a:t>
            </a:r>
          </a:p>
        </p:txBody>
      </p:sp>
      <p:pic>
        <p:nvPicPr>
          <p:cNvPr id="2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52" y="1767710"/>
            <a:ext cx="4077807" cy="4056881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223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224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225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226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227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228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29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230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231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232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233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en-US" altLang="zh-CN" sz="6600" b="1">
                <a:solidFill>
                  <a:srgbClr val="F39659"/>
                </a:solidFill>
                <a:latin typeface="MiSans" panose="00000500000000000000" pitchFamily="50" charset="-122"/>
                <a:ea typeface="MiSans" panose="00000500000000000000" pitchFamily="50" charset="-122"/>
                <a:cs typeface="MiSans" panose="00000500000000000000" pitchFamily="50" charset="-122"/>
              </a:rPr>
              <a:t>展望未来与结论</a:t>
            </a:r>
          </a:p>
        </p:txBody>
      </p:sp>
      <p:grpSp>
        <p:nvGrpSpPr>
          <p:cNvPr id="179" name="Graphic 175"/>
          <p:cNvGrpSpPr/>
          <p:nvPr>
            <p:custDataLst>
              <p:tags r:id="rId1"/>
            </p:custDataLst>
          </p:nvPr>
        </p:nvGrpSpPr>
        <p:grpSpPr>
          <a:xfrm>
            <a:off x="4220436" y="4535273"/>
            <a:ext cx="9830346" cy="9830346"/>
            <a:chOff x="5635816" y="2968499"/>
            <a:chExt cx="789026" cy="789026"/>
          </a:xfrm>
        </p:grpSpPr>
        <p:sp>
          <p:nvSpPr>
            <p:cNvPr id="180" name="Freeform: Shape 179"/>
            <p:cNvSpPr/>
            <p:nvPr/>
          </p:nvSpPr>
          <p:spPr>
            <a:xfrm rot="-2400131">
              <a:off x="5750302" y="3082984"/>
              <a:ext cx="560055" cy="560055"/>
            </a:xfrm>
            <a:custGeom>
              <a:avLst/>
              <a:gdLst>
                <a:gd name="connsiteX0" fmla="*/ 560055 w 560055"/>
                <a:gd name="connsiteY0" fmla="*/ 280028 h 560055"/>
                <a:gd name="connsiteX1" fmla="*/ 280028 w 560055"/>
                <a:gd name="connsiteY1" fmla="*/ 560055 h 560055"/>
                <a:gd name="connsiteX2" fmla="*/ 0 w 560055"/>
                <a:gd name="connsiteY2" fmla="*/ 280028 h 560055"/>
                <a:gd name="connsiteX3" fmla="*/ 280028 w 560055"/>
                <a:gd name="connsiteY3" fmla="*/ 0 h 560055"/>
                <a:gd name="connsiteX4" fmla="*/ 560055 w 560055"/>
                <a:gd name="connsiteY4" fmla="*/ 280028 h 560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055" h="560055">
                  <a:moveTo>
                    <a:pt x="560055" y="280028"/>
                  </a:moveTo>
                  <a:cubicBezTo>
                    <a:pt x="560055" y="434683"/>
                    <a:pt x="434683" y="560055"/>
                    <a:pt x="280028" y="560055"/>
                  </a:cubicBezTo>
                  <a:cubicBezTo>
                    <a:pt x="125373" y="560055"/>
                    <a:pt x="0" y="434683"/>
                    <a:pt x="0" y="280028"/>
                  </a:cubicBezTo>
                  <a:cubicBezTo>
                    <a:pt x="0" y="125373"/>
                    <a:pt x="125373" y="0"/>
                    <a:pt x="280028" y="0"/>
                  </a:cubicBezTo>
                  <a:cubicBezTo>
                    <a:pt x="434683" y="0"/>
                    <a:pt x="560055" y="125373"/>
                    <a:pt x="560055" y="28002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grpSp>
          <p:nvGrpSpPr>
            <p:cNvPr id="181" name="Graphic 175"/>
            <p:cNvGrpSpPr/>
            <p:nvPr/>
          </p:nvGrpSpPr>
          <p:grpSpPr>
            <a:xfrm>
              <a:off x="5827394" y="3148964"/>
              <a:ext cx="420052" cy="405764"/>
              <a:chOff x="5827394" y="3148964"/>
              <a:chExt cx="420052" cy="405764"/>
            </a:xfrm>
            <a:solidFill>
              <a:srgbClr val="EBA25D"/>
            </a:solidFill>
          </p:grpSpPr>
          <p:sp>
            <p:nvSpPr>
              <p:cNvPr id="182" name="Freeform: Shape 181"/>
              <p:cNvSpPr/>
              <p:nvPr>
                <p:custDataLst>
                  <p:tags r:id="rId112"/>
                </p:custDataLst>
              </p:nvPr>
            </p:nvSpPr>
            <p:spPr>
              <a:xfrm>
                <a:off x="5827394" y="3228974"/>
                <a:ext cx="118110" cy="118110"/>
              </a:xfrm>
              <a:custGeom>
                <a:avLst/>
                <a:gdLst>
                  <a:gd name="connsiteX0" fmla="*/ 118110 w 118110"/>
                  <a:gd name="connsiteY0" fmla="*/ 59055 h 118110"/>
                  <a:gd name="connsiteX1" fmla="*/ 59055 w 118110"/>
                  <a:gd name="connsiteY1" fmla="*/ 118110 h 118110"/>
                  <a:gd name="connsiteX2" fmla="*/ 0 w 118110"/>
                  <a:gd name="connsiteY2" fmla="*/ 59055 h 118110"/>
                  <a:gd name="connsiteX3" fmla="*/ 59055 w 118110"/>
                  <a:gd name="connsiteY3" fmla="*/ 0 h 118110"/>
                  <a:gd name="connsiteX4" fmla="*/ 118110 w 118110"/>
                  <a:gd name="connsiteY4" fmla="*/ 59055 h 118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110" h="118110">
                    <a:moveTo>
                      <a:pt x="118110" y="59055"/>
                    </a:moveTo>
                    <a:cubicBezTo>
                      <a:pt x="118110" y="91440"/>
                      <a:pt x="91440" y="118110"/>
                      <a:pt x="59055" y="118110"/>
                    </a:cubicBezTo>
                    <a:cubicBezTo>
                      <a:pt x="26670" y="118110"/>
                      <a:pt x="0" y="91440"/>
                      <a:pt x="0" y="59055"/>
                    </a:cubicBezTo>
                    <a:cubicBezTo>
                      <a:pt x="0" y="26670"/>
                      <a:pt x="26670" y="0"/>
                      <a:pt x="59055" y="0"/>
                    </a:cubicBezTo>
                    <a:cubicBezTo>
                      <a:pt x="91440" y="0"/>
                      <a:pt x="118110" y="26670"/>
                      <a:pt x="118110" y="59055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83" name="Freeform: Shape 182"/>
              <p:cNvSpPr/>
              <p:nvPr/>
            </p:nvSpPr>
            <p:spPr>
              <a:xfrm>
                <a:off x="5827394" y="3378517"/>
                <a:ext cx="38100" cy="38099"/>
              </a:xfrm>
              <a:custGeom>
                <a:avLst/>
                <a:gdLst>
                  <a:gd name="connsiteX0" fmla="*/ 38100 w 38100"/>
                  <a:gd name="connsiteY0" fmla="*/ 19050 h 38099"/>
                  <a:gd name="connsiteX1" fmla="*/ 19050 w 38100"/>
                  <a:gd name="connsiteY1" fmla="*/ 38100 h 38099"/>
                  <a:gd name="connsiteX2" fmla="*/ 0 w 38100"/>
                  <a:gd name="connsiteY2" fmla="*/ 19050 h 38099"/>
                  <a:gd name="connsiteX3" fmla="*/ 19050 w 38100"/>
                  <a:gd name="connsiteY3" fmla="*/ 0 h 38099"/>
                  <a:gd name="connsiteX4" fmla="*/ 38100 w 38100"/>
                  <a:gd name="connsiteY4" fmla="*/ 19050 h 38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099">
                    <a:moveTo>
                      <a:pt x="38100" y="19050"/>
                    </a:moveTo>
                    <a:cubicBezTo>
                      <a:pt x="38100" y="29527"/>
                      <a:pt x="29528" y="38100"/>
                      <a:pt x="19050" y="38100"/>
                    </a:cubicBezTo>
                    <a:cubicBezTo>
                      <a:pt x="8573" y="38100"/>
                      <a:pt x="0" y="29527"/>
                      <a:pt x="0" y="19050"/>
                    </a:cubicBezTo>
                    <a:cubicBezTo>
                      <a:pt x="0" y="8572"/>
                      <a:pt x="8573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84" name="Freeform: Shape 183"/>
              <p:cNvSpPr/>
              <p:nvPr/>
            </p:nvSpPr>
            <p:spPr>
              <a:xfrm>
                <a:off x="5900737" y="3438524"/>
                <a:ext cx="53339" cy="53339"/>
              </a:xfrm>
              <a:custGeom>
                <a:avLst/>
                <a:gdLst>
                  <a:gd name="connsiteX0" fmla="*/ 53340 w 53339"/>
                  <a:gd name="connsiteY0" fmla="*/ 26670 h 53339"/>
                  <a:gd name="connsiteX1" fmla="*/ 26670 w 53339"/>
                  <a:gd name="connsiteY1" fmla="*/ 53340 h 53339"/>
                  <a:gd name="connsiteX2" fmla="*/ 0 w 53339"/>
                  <a:gd name="connsiteY2" fmla="*/ 26670 h 53339"/>
                  <a:gd name="connsiteX3" fmla="*/ 26670 w 53339"/>
                  <a:gd name="connsiteY3" fmla="*/ 0 h 53339"/>
                  <a:gd name="connsiteX4" fmla="*/ 53340 w 53339"/>
                  <a:gd name="connsiteY4" fmla="*/ 2667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339" h="53339">
                    <a:moveTo>
                      <a:pt x="53340" y="26670"/>
                    </a:moveTo>
                    <a:cubicBezTo>
                      <a:pt x="53340" y="41399"/>
                      <a:pt x="41399" y="53340"/>
                      <a:pt x="26670" y="53340"/>
                    </a:cubicBezTo>
                    <a:cubicBezTo>
                      <a:pt x="11941" y="53340"/>
                      <a:pt x="0" y="41400"/>
                      <a:pt x="0" y="26670"/>
                    </a:cubicBezTo>
                    <a:cubicBezTo>
                      <a:pt x="0" y="11941"/>
                      <a:pt x="11941" y="0"/>
                      <a:pt x="26670" y="0"/>
                    </a:cubicBezTo>
                    <a:cubicBezTo>
                      <a:pt x="41399" y="0"/>
                      <a:pt x="53340" y="11941"/>
                      <a:pt x="53340" y="2667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85" name="Freeform: Shape 184"/>
              <p:cNvSpPr/>
              <p:nvPr>
                <p:custDataLst>
                  <p:tags r:id="rId113"/>
                </p:custDataLst>
              </p:nvPr>
            </p:nvSpPr>
            <p:spPr>
              <a:xfrm>
                <a:off x="5973127" y="3347084"/>
                <a:ext cx="24764" cy="24764"/>
              </a:xfrm>
              <a:custGeom>
                <a:avLst/>
                <a:gdLst>
                  <a:gd name="connsiteX0" fmla="*/ 24765 w 24764"/>
                  <a:gd name="connsiteY0" fmla="*/ 12383 h 24764"/>
                  <a:gd name="connsiteX1" fmla="*/ 12383 w 24764"/>
                  <a:gd name="connsiteY1" fmla="*/ 24765 h 24764"/>
                  <a:gd name="connsiteX2" fmla="*/ 0 w 24764"/>
                  <a:gd name="connsiteY2" fmla="*/ 12383 h 24764"/>
                  <a:gd name="connsiteX3" fmla="*/ 12383 w 24764"/>
                  <a:gd name="connsiteY3" fmla="*/ 0 h 24764"/>
                  <a:gd name="connsiteX4" fmla="*/ 24765 w 24764"/>
                  <a:gd name="connsiteY4" fmla="*/ 12383 h 2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764" h="24764">
                    <a:moveTo>
                      <a:pt x="24765" y="12383"/>
                    </a:moveTo>
                    <a:cubicBezTo>
                      <a:pt x="24765" y="19221"/>
                      <a:pt x="19221" y="24765"/>
                      <a:pt x="12383" y="24765"/>
                    </a:cubicBezTo>
                    <a:cubicBezTo>
                      <a:pt x="5544" y="24765"/>
                      <a:pt x="0" y="19221"/>
                      <a:pt x="0" y="12383"/>
                    </a:cubicBezTo>
                    <a:cubicBezTo>
                      <a:pt x="0" y="5544"/>
                      <a:pt x="5544" y="0"/>
                      <a:pt x="12383" y="0"/>
                    </a:cubicBezTo>
                    <a:cubicBezTo>
                      <a:pt x="19221" y="0"/>
                      <a:pt x="24765" y="5544"/>
                      <a:pt x="24765" y="12383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86" name="Freeform: Shape 185"/>
              <p:cNvSpPr/>
              <p:nvPr>
                <p:custDataLst>
                  <p:tags r:id="rId114"/>
                </p:custDataLst>
              </p:nvPr>
            </p:nvSpPr>
            <p:spPr>
              <a:xfrm>
                <a:off x="6082664" y="3148964"/>
                <a:ext cx="47625" cy="47625"/>
              </a:xfrm>
              <a:custGeom>
                <a:avLst/>
                <a:gdLst>
                  <a:gd name="connsiteX0" fmla="*/ 47625 w 47625"/>
                  <a:gd name="connsiteY0" fmla="*/ 23813 h 47625"/>
                  <a:gd name="connsiteX1" fmla="*/ 23813 w 47625"/>
                  <a:gd name="connsiteY1" fmla="*/ 47625 h 47625"/>
                  <a:gd name="connsiteX2" fmla="*/ 0 w 47625"/>
                  <a:gd name="connsiteY2" fmla="*/ 23813 h 47625"/>
                  <a:gd name="connsiteX3" fmla="*/ 23813 w 47625"/>
                  <a:gd name="connsiteY3" fmla="*/ 0 h 47625"/>
                  <a:gd name="connsiteX4" fmla="*/ 47625 w 47625"/>
                  <a:gd name="connsiteY4" fmla="*/ 23813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625" y="23813"/>
                    </a:moveTo>
                    <a:cubicBezTo>
                      <a:pt x="47625" y="37148"/>
                      <a:pt x="37148" y="47625"/>
                      <a:pt x="23813" y="47625"/>
                    </a:cubicBezTo>
                    <a:cubicBezTo>
                      <a:pt x="10477" y="47625"/>
                      <a:pt x="0" y="37148"/>
                      <a:pt x="0" y="23813"/>
                    </a:cubicBezTo>
                    <a:cubicBezTo>
                      <a:pt x="0" y="10478"/>
                      <a:pt x="10477" y="0"/>
                      <a:pt x="23813" y="0"/>
                    </a:cubicBezTo>
                    <a:cubicBezTo>
                      <a:pt x="37148" y="0"/>
                      <a:pt x="47625" y="10478"/>
                      <a:pt x="47625" y="23813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87" name="Freeform: Shape 186"/>
              <p:cNvSpPr/>
              <p:nvPr/>
            </p:nvSpPr>
            <p:spPr>
              <a:xfrm>
                <a:off x="6158864" y="3240404"/>
                <a:ext cx="74295" cy="74294"/>
              </a:xfrm>
              <a:custGeom>
                <a:avLst/>
                <a:gdLst>
                  <a:gd name="connsiteX0" fmla="*/ 74295 w 74295"/>
                  <a:gd name="connsiteY0" fmla="*/ 37147 h 74294"/>
                  <a:gd name="connsiteX1" fmla="*/ 37148 w 74295"/>
                  <a:gd name="connsiteY1" fmla="*/ 74295 h 74294"/>
                  <a:gd name="connsiteX2" fmla="*/ 0 w 74295"/>
                  <a:gd name="connsiteY2" fmla="*/ 37147 h 74294"/>
                  <a:gd name="connsiteX3" fmla="*/ 37148 w 74295"/>
                  <a:gd name="connsiteY3" fmla="*/ 0 h 74294"/>
                  <a:gd name="connsiteX4" fmla="*/ 74295 w 74295"/>
                  <a:gd name="connsiteY4" fmla="*/ 37147 h 74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295" h="74294">
                    <a:moveTo>
                      <a:pt x="74295" y="37147"/>
                    </a:moveTo>
                    <a:cubicBezTo>
                      <a:pt x="74295" y="57150"/>
                      <a:pt x="58102" y="74295"/>
                      <a:pt x="37148" y="74295"/>
                    </a:cubicBezTo>
                    <a:cubicBezTo>
                      <a:pt x="17145" y="74295"/>
                      <a:pt x="0" y="58102"/>
                      <a:pt x="0" y="37147"/>
                    </a:cubicBezTo>
                    <a:cubicBezTo>
                      <a:pt x="0" y="17145"/>
                      <a:pt x="16193" y="0"/>
                      <a:pt x="37148" y="0"/>
                    </a:cubicBezTo>
                    <a:cubicBezTo>
                      <a:pt x="58102" y="0"/>
                      <a:pt x="74295" y="16193"/>
                      <a:pt x="74295" y="371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88" name="Freeform: Shape 187"/>
              <p:cNvSpPr/>
              <p:nvPr/>
            </p:nvSpPr>
            <p:spPr>
              <a:xfrm>
                <a:off x="6165532" y="3426142"/>
                <a:ext cx="81914" cy="81914"/>
              </a:xfrm>
              <a:custGeom>
                <a:avLst/>
                <a:gdLst>
                  <a:gd name="connsiteX0" fmla="*/ 81915 w 81914"/>
                  <a:gd name="connsiteY0" fmla="*/ 40958 h 81914"/>
                  <a:gd name="connsiteX1" fmla="*/ 40957 w 81914"/>
                  <a:gd name="connsiteY1" fmla="*/ 81915 h 81914"/>
                  <a:gd name="connsiteX2" fmla="*/ 0 w 81914"/>
                  <a:gd name="connsiteY2" fmla="*/ 40958 h 81914"/>
                  <a:gd name="connsiteX3" fmla="*/ 40957 w 81914"/>
                  <a:gd name="connsiteY3" fmla="*/ 0 h 81914"/>
                  <a:gd name="connsiteX4" fmla="*/ 81915 w 81914"/>
                  <a:gd name="connsiteY4" fmla="*/ 40958 h 81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914" h="81914">
                    <a:moveTo>
                      <a:pt x="81915" y="40958"/>
                    </a:moveTo>
                    <a:cubicBezTo>
                      <a:pt x="81915" y="63578"/>
                      <a:pt x="63578" y="81915"/>
                      <a:pt x="40957" y="81915"/>
                    </a:cubicBezTo>
                    <a:cubicBezTo>
                      <a:pt x="18337" y="81915"/>
                      <a:pt x="0" y="63578"/>
                      <a:pt x="0" y="40958"/>
                    </a:cubicBezTo>
                    <a:cubicBezTo>
                      <a:pt x="0" y="18337"/>
                      <a:pt x="18337" y="0"/>
                      <a:pt x="40957" y="0"/>
                    </a:cubicBezTo>
                    <a:cubicBezTo>
                      <a:pt x="63578" y="0"/>
                      <a:pt x="81915" y="18337"/>
                      <a:pt x="81915" y="40958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89" name="Freeform: Shape 188"/>
              <p:cNvSpPr/>
              <p:nvPr/>
            </p:nvSpPr>
            <p:spPr>
              <a:xfrm>
                <a:off x="6097904" y="3508949"/>
                <a:ext cx="45720" cy="45780"/>
              </a:xfrm>
              <a:custGeom>
                <a:avLst/>
                <a:gdLst>
                  <a:gd name="connsiteX0" fmla="*/ 45720 w 45720"/>
                  <a:gd name="connsiteY0" fmla="*/ 22920 h 45780"/>
                  <a:gd name="connsiteX1" fmla="*/ 22860 w 45720"/>
                  <a:gd name="connsiteY1" fmla="*/ 45780 h 45780"/>
                  <a:gd name="connsiteX2" fmla="*/ 0 w 45720"/>
                  <a:gd name="connsiteY2" fmla="*/ 22920 h 45780"/>
                  <a:gd name="connsiteX3" fmla="*/ 22860 w 45720"/>
                  <a:gd name="connsiteY3" fmla="*/ 60 h 45780"/>
                  <a:gd name="connsiteX4" fmla="*/ 45720 w 45720"/>
                  <a:gd name="connsiteY4" fmla="*/ 22920 h 45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720" h="45780">
                    <a:moveTo>
                      <a:pt x="45720" y="22920"/>
                    </a:moveTo>
                    <a:cubicBezTo>
                      <a:pt x="45720" y="35303"/>
                      <a:pt x="35243" y="45780"/>
                      <a:pt x="22860" y="45780"/>
                    </a:cubicBezTo>
                    <a:cubicBezTo>
                      <a:pt x="10478" y="45780"/>
                      <a:pt x="0" y="35303"/>
                      <a:pt x="0" y="22920"/>
                    </a:cubicBezTo>
                    <a:cubicBezTo>
                      <a:pt x="0" y="10538"/>
                      <a:pt x="10478" y="60"/>
                      <a:pt x="22860" y="60"/>
                    </a:cubicBezTo>
                    <a:cubicBezTo>
                      <a:pt x="35243" y="-892"/>
                      <a:pt x="45720" y="9585"/>
                      <a:pt x="45720" y="2292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  <p:sp>
          <p:nvSpPr>
            <p:cNvPr id="190" name="Freeform: Shape 189"/>
            <p:cNvSpPr/>
            <p:nvPr/>
          </p:nvSpPr>
          <p:spPr>
            <a:xfrm>
              <a:off x="5838824" y="3169919"/>
              <a:ext cx="470519" cy="472593"/>
            </a:xfrm>
            <a:custGeom>
              <a:avLst/>
              <a:gdLst>
                <a:gd name="connsiteX0" fmla="*/ 401955 w 470519"/>
                <a:gd name="connsiteY0" fmla="*/ 30480 h 472593"/>
                <a:gd name="connsiteX1" fmla="*/ 393383 w 470519"/>
                <a:gd name="connsiteY1" fmla="*/ 0 h 472593"/>
                <a:gd name="connsiteX2" fmla="*/ 463867 w 470519"/>
                <a:gd name="connsiteY2" fmla="*/ 132398 h 472593"/>
                <a:gd name="connsiteX3" fmla="*/ 251460 w 470519"/>
                <a:gd name="connsiteY3" fmla="*/ 465772 h 472593"/>
                <a:gd name="connsiteX4" fmla="*/ 0 w 470519"/>
                <a:gd name="connsiteY4" fmla="*/ 397193 h 472593"/>
                <a:gd name="connsiteX5" fmla="*/ 162877 w 470519"/>
                <a:gd name="connsiteY5" fmla="*/ 404813 h 472593"/>
                <a:gd name="connsiteX6" fmla="*/ 401955 w 470519"/>
                <a:gd name="connsiteY6" fmla="*/ 30480 h 472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519" h="472592">
                  <a:moveTo>
                    <a:pt x="401955" y="30480"/>
                  </a:moveTo>
                  <a:cubicBezTo>
                    <a:pt x="400050" y="20003"/>
                    <a:pt x="397192" y="10478"/>
                    <a:pt x="393383" y="0"/>
                  </a:cubicBezTo>
                  <a:cubicBezTo>
                    <a:pt x="427673" y="35243"/>
                    <a:pt x="452438" y="80963"/>
                    <a:pt x="463867" y="132398"/>
                  </a:cubicBezTo>
                  <a:cubicBezTo>
                    <a:pt x="497205" y="282893"/>
                    <a:pt x="401955" y="432435"/>
                    <a:pt x="251460" y="465772"/>
                  </a:cubicBezTo>
                  <a:cubicBezTo>
                    <a:pt x="158115" y="486728"/>
                    <a:pt x="64770" y="458153"/>
                    <a:pt x="0" y="397193"/>
                  </a:cubicBezTo>
                  <a:cubicBezTo>
                    <a:pt x="51435" y="413385"/>
                    <a:pt x="106680" y="417195"/>
                    <a:pt x="162877" y="404813"/>
                  </a:cubicBezTo>
                  <a:cubicBezTo>
                    <a:pt x="332423" y="367665"/>
                    <a:pt x="439103" y="200025"/>
                    <a:pt x="401955" y="3048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</p:grpSp>
      <p:grpSp>
        <p:nvGrpSpPr>
          <p:cNvPr id="48" name="Group 47"/>
          <p:cNvGrpSpPr/>
          <p:nvPr/>
        </p:nvGrpSpPr>
        <p:grpSpPr>
          <a:xfrm rot="20431690">
            <a:off x="4508900" y="1119053"/>
            <a:ext cx="815814" cy="893029"/>
            <a:chOff x="5491713" y="2773467"/>
            <a:chExt cx="1074821" cy="1176549"/>
          </a:xfrm>
        </p:grpSpPr>
        <p:sp>
          <p:nvSpPr>
            <p:cNvPr id="49" name="Freeform: Shape 48"/>
            <p:cNvSpPr/>
            <p:nvPr/>
          </p:nvSpPr>
          <p:spPr>
            <a:xfrm>
              <a:off x="5797496" y="3309937"/>
              <a:ext cx="228018" cy="450532"/>
            </a:xfrm>
            <a:custGeom>
              <a:avLst/>
              <a:gdLst>
                <a:gd name="connsiteX0" fmla="*/ 4181 w 228018"/>
                <a:gd name="connsiteY0" fmla="*/ 0 h 450532"/>
                <a:gd name="connsiteX1" fmla="*/ 371 w 228018"/>
                <a:gd name="connsiteY1" fmla="*/ 79058 h 450532"/>
                <a:gd name="connsiteX2" fmla="*/ 69903 w 228018"/>
                <a:gd name="connsiteY2" fmla="*/ 275272 h 450532"/>
                <a:gd name="connsiteX3" fmla="*/ 228018 w 228018"/>
                <a:gd name="connsiteY3" fmla="*/ 450533 h 450532"/>
                <a:gd name="connsiteX4" fmla="*/ 133721 w 228018"/>
                <a:gd name="connsiteY4" fmla="*/ 142875 h 450532"/>
                <a:gd name="connsiteX5" fmla="*/ 4181 w 228018"/>
                <a:gd name="connsiteY5" fmla="*/ 0 h 450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8017" h="450532">
                  <a:moveTo>
                    <a:pt x="4181" y="0"/>
                  </a:moveTo>
                  <a:lnTo>
                    <a:pt x="371" y="79058"/>
                  </a:lnTo>
                  <a:cubicBezTo>
                    <a:pt x="-3439" y="151448"/>
                    <a:pt x="22278" y="221933"/>
                    <a:pt x="69903" y="275272"/>
                  </a:cubicBezTo>
                  <a:lnTo>
                    <a:pt x="228018" y="450533"/>
                  </a:lnTo>
                  <a:lnTo>
                    <a:pt x="133721" y="14287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50" name="Freeform: Shape 49"/>
            <p:cNvSpPr/>
            <p:nvPr/>
          </p:nvSpPr>
          <p:spPr>
            <a:xfrm>
              <a:off x="6005512" y="3126104"/>
              <a:ext cx="424815" cy="268605"/>
            </a:xfrm>
            <a:custGeom>
              <a:avLst/>
              <a:gdLst>
                <a:gd name="connsiteX0" fmla="*/ 0 w 424815"/>
                <a:gd name="connsiteY0" fmla="*/ 0 h 268605"/>
                <a:gd name="connsiteX1" fmla="*/ 79058 w 424815"/>
                <a:gd name="connsiteY1" fmla="*/ 3810 h 268605"/>
                <a:gd name="connsiteX2" fmla="*/ 266700 w 424815"/>
                <a:gd name="connsiteY2" fmla="*/ 93345 h 268605"/>
                <a:gd name="connsiteX3" fmla="*/ 424815 w 424815"/>
                <a:gd name="connsiteY3" fmla="*/ 268605 h 268605"/>
                <a:gd name="connsiteX4" fmla="*/ 128588 w 424815"/>
                <a:gd name="connsiteY4" fmla="*/ 142875 h 268605"/>
                <a:gd name="connsiteX5" fmla="*/ 0 w 424815"/>
                <a:gd name="connsiteY5" fmla="*/ 0 h 268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4815" h="268605">
                  <a:moveTo>
                    <a:pt x="0" y="0"/>
                  </a:moveTo>
                  <a:lnTo>
                    <a:pt x="79058" y="3810"/>
                  </a:lnTo>
                  <a:cubicBezTo>
                    <a:pt x="151448" y="7620"/>
                    <a:pt x="219075" y="40005"/>
                    <a:pt x="266700" y="93345"/>
                  </a:cubicBezTo>
                  <a:lnTo>
                    <a:pt x="424815" y="268605"/>
                  </a:lnTo>
                  <a:lnTo>
                    <a:pt x="128588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51" name="Freeform: Shape 50"/>
            <p:cNvSpPr/>
            <p:nvPr/>
          </p:nvSpPr>
          <p:spPr>
            <a:xfrm>
              <a:off x="6116716" y="3470441"/>
              <a:ext cx="449818" cy="479575"/>
            </a:xfrm>
            <a:custGeom>
              <a:avLst/>
              <a:gdLst>
                <a:gd name="connsiteX0" fmla="*/ 136446 w 449818"/>
                <a:gd name="connsiteY0" fmla="*/ 3326 h 479575"/>
                <a:gd name="connsiteX1" fmla="*/ 71676 w 449818"/>
                <a:gd name="connsiteY1" fmla="*/ 61428 h 479575"/>
                <a:gd name="connsiteX2" fmla="*/ 6906 w 449818"/>
                <a:gd name="connsiteY2" fmla="*/ 119531 h 479575"/>
                <a:gd name="connsiteX3" fmla="*/ 34528 w 449818"/>
                <a:gd name="connsiteY3" fmla="*/ 231926 h 479575"/>
                <a:gd name="connsiteX4" fmla="*/ 449818 w 449818"/>
                <a:gd name="connsiteY4" fmla="*/ 479576 h 479575"/>
                <a:gd name="connsiteX5" fmla="*/ 245031 w 449818"/>
                <a:gd name="connsiteY5" fmla="*/ 41426 h 479575"/>
                <a:gd name="connsiteX6" fmla="*/ 136446 w 449818"/>
                <a:gd name="connsiteY6" fmla="*/ 3326 h 47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9818" h="479574">
                  <a:moveTo>
                    <a:pt x="136446" y="3326"/>
                  </a:moveTo>
                  <a:lnTo>
                    <a:pt x="71676" y="61428"/>
                  </a:lnTo>
                  <a:lnTo>
                    <a:pt x="6906" y="119531"/>
                  </a:lnTo>
                  <a:cubicBezTo>
                    <a:pt x="6906" y="119531"/>
                    <a:pt x="-20717" y="184301"/>
                    <a:pt x="34528" y="231926"/>
                  </a:cubicBezTo>
                  <a:cubicBezTo>
                    <a:pt x="89773" y="279551"/>
                    <a:pt x="263128" y="440523"/>
                    <a:pt x="449818" y="479576"/>
                  </a:cubicBezTo>
                  <a:cubicBezTo>
                    <a:pt x="429816" y="290028"/>
                    <a:pt x="286941" y="101433"/>
                    <a:pt x="245031" y="41426"/>
                  </a:cubicBezTo>
                  <a:cubicBezTo>
                    <a:pt x="203121" y="-16677"/>
                    <a:pt x="136446" y="3326"/>
                    <a:pt x="136446" y="3326"/>
                  </a:cubicBezTo>
                  <a:close/>
                </a:path>
              </a:pathLst>
            </a:custGeom>
            <a:solidFill>
              <a:srgbClr val="FFFF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52" name="Freeform: Shape 51"/>
            <p:cNvSpPr/>
            <p:nvPr/>
          </p:nvSpPr>
          <p:spPr>
            <a:xfrm>
              <a:off x="6071234" y="3415664"/>
              <a:ext cx="188594" cy="180975"/>
            </a:xfrm>
            <a:custGeom>
              <a:avLst/>
              <a:gdLst>
                <a:gd name="connsiteX0" fmla="*/ 0 w 188594"/>
                <a:gd name="connsiteY0" fmla="*/ 120015 h 180975"/>
                <a:gd name="connsiteX1" fmla="*/ 35242 w 188594"/>
                <a:gd name="connsiteY1" fmla="*/ 180975 h 180975"/>
                <a:gd name="connsiteX2" fmla="*/ 35242 w 188594"/>
                <a:gd name="connsiteY2" fmla="*/ 180975 h 180975"/>
                <a:gd name="connsiteX3" fmla="*/ 188595 w 188594"/>
                <a:gd name="connsiteY3" fmla="*/ 41910 h 180975"/>
                <a:gd name="connsiteX4" fmla="*/ 188595 w 188594"/>
                <a:gd name="connsiteY4" fmla="*/ 41910 h 180975"/>
                <a:gd name="connsiteX5" fmla="*/ 131445 w 188594"/>
                <a:gd name="connsiteY5" fmla="*/ 0 h 180975"/>
                <a:gd name="connsiteX6" fmla="*/ 0 w 188594"/>
                <a:gd name="connsiteY6" fmla="*/ 120015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594" h="180975">
                  <a:moveTo>
                    <a:pt x="0" y="120015"/>
                  </a:moveTo>
                  <a:cubicBezTo>
                    <a:pt x="0" y="120015"/>
                    <a:pt x="18098" y="166688"/>
                    <a:pt x="35242" y="180975"/>
                  </a:cubicBezTo>
                  <a:lnTo>
                    <a:pt x="35242" y="180975"/>
                  </a:lnTo>
                  <a:cubicBezTo>
                    <a:pt x="104775" y="160020"/>
                    <a:pt x="160973" y="109538"/>
                    <a:pt x="188595" y="41910"/>
                  </a:cubicBezTo>
                  <a:lnTo>
                    <a:pt x="188595" y="41910"/>
                  </a:lnTo>
                  <a:cubicBezTo>
                    <a:pt x="175260" y="22860"/>
                    <a:pt x="131445" y="0"/>
                    <a:pt x="131445" y="0"/>
                  </a:cubicBezTo>
                  <a:lnTo>
                    <a:pt x="0" y="120015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53" name="Freeform: Shape 52"/>
            <p:cNvSpPr/>
            <p:nvPr/>
          </p:nvSpPr>
          <p:spPr>
            <a:xfrm>
              <a:off x="5491713" y="2773467"/>
              <a:ext cx="719538" cy="770785"/>
            </a:xfrm>
            <a:custGeom>
              <a:avLst/>
              <a:gdLst>
                <a:gd name="connsiteX0" fmla="*/ 19451 w 719538"/>
                <a:gd name="connsiteY0" fmla="*/ 9738 h 770785"/>
                <a:gd name="connsiteX1" fmla="*/ 176614 w 719538"/>
                <a:gd name="connsiteY1" fmla="*/ 473605 h 770785"/>
                <a:gd name="connsiteX2" fmla="*/ 574759 w 719538"/>
                <a:gd name="connsiteY2" fmla="*/ 770785 h 770785"/>
                <a:gd name="connsiteX3" fmla="*/ 574759 w 719538"/>
                <a:gd name="connsiteY3" fmla="*/ 770785 h 770785"/>
                <a:gd name="connsiteX4" fmla="*/ 719539 w 719538"/>
                <a:gd name="connsiteY4" fmla="*/ 639340 h 770785"/>
                <a:gd name="connsiteX5" fmla="*/ 464269 w 719538"/>
                <a:gd name="connsiteY5" fmla="*/ 212620 h 770785"/>
                <a:gd name="connsiteX6" fmla="*/ 19451 w 719538"/>
                <a:gd name="connsiteY6" fmla="*/ 9738 h 770785"/>
                <a:gd name="connsiteX7" fmla="*/ 525229 w 719538"/>
                <a:gd name="connsiteY7" fmla="*/ 569808 h 770785"/>
                <a:gd name="connsiteX8" fmla="*/ 400451 w 719538"/>
                <a:gd name="connsiteY8" fmla="*/ 563140 h 770785"/>
                <a:gd name="connsiteX9" fmla="*/ 407119 w 719538"/>
                <a:gd name="connsiteY9" fmla="*/ 438363 h 770785"/>
                <a:gd name="connsiteX10" fmla="*/ 531896 w 719538"/>
                <a:gd name="connsiteY10" fmla="*/ 445030 h 770785"/>
                <a:gd name="connsiteX11" fmla="*/ 525229 w 719538"/>
                <a:gd name="connsiteY11" fmla="*/ 569808 h 770785"/>
                <a:gd name="connsiteX12" fmla="*/ 381401 w 719538"/>
                <a:gd name="connsiteY12" fmla="*/ 410740 h 770785"/>
                <a:gd name="connsiteX13" fmla="*/ 224239 w 719538"/>
                <a:gd name="connsiteY13" fmla="*/ 403120 h 770785"/>
                <a:gd name="connsiteX14" fmla="*/ 231859 w 719538"/>
                <a:gd name="connsiteY14" fmla="*/ 245958 h 770785"/>
                <a:gd name="connsiteX15" fmla="*/ 389021 w 719538"/>
                <a:gd name="connsiteY15" fmla="*/ 253578 h 770785"/>
                <a:gd name="connsiteX16" fmla="*/ 381401 w 719538"/>
                <a:gd name="connsiteY16" fmla="*/ 410740 h 770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9538" h="770785">
                  <a:moveTo>
                    <a:pt x="19451" y="9738"/>
                  </a:moveTo>
                  <a:cubicBezTo>
                    <a:pt x="19451" y="9738"/>
                    <a:pt x="-81514" y="245958"/>
                    <a:pt x="176614" y="473605"/>
                  </a:cubicBezTo>
                  <a:cubicBezTo>
                    <a:pt x="434741" y="701253"/>
                    <a:pt x="574759" y="770785"/>
                    <a:pt x="574759" y="770785"/>
                  </a:cubicBezTo>
                  <a:lnTo>
                    <a:pt x="574759" y="770785"/>
                  </a:lnTo>
                  <a:cubicBezTo>
                    <a:pt x="644291" y="759355"/>
                    <a:pt x="701441" y="707920"/>
                    <a:pt x="719539" y="639340"/>
                  </a:cubicBezTo>
                  <a:cubicBezTo>
                    <a:pt x="719539" y="639340"/>
                    <a:pt x="664294" y="492655"/>
                    <a:pt x="464269" y="212620"/>
                  </a:cubicBezTo>
                  <a:cubicBezTo>
                    <a:pt x="264244" y="-67415"/>
                    <a:pt x="19451" y="9738"/>
                    <a:pt x="19451" y="9738"/>
                  </a:cubicBezTo>
                  <a:close/>
                  <a:moveTo>
                    <a:pt x="525229" y="569808"/>
                  </a:moveTo>
                  <a:cubicBezTo>
                    <a:pt x="489034" y="602193"/>
                    <a:pt x="432836" y="599335"/>
                    <a:pt x="400451" y="563140"/>
                  </a:cubicBezTo>
                  <a:cubicBezTo>
                    <a:pt x="368066" y="526945"/>
                    <a:pt x="370924" y="470748"/>
                    <a:pt x="407119" y="438363"/>
                  </a:cubicBezTo>
                  <a:cubicBezTo>
                    <a:pt x="443314" y="405978"/>
                    <a:pt x="499511" y="408835"/>
                    <a:pt x="531896" y="445030"/>
                  </a:cubicBezTo>
                  <a:cubicBezTo>
                    <a:pt x="564281" y="481225"/>
                    <a:pt x="561424" y="537423"/>
                    <a:pt x="525229" y="569808"/>
                  </a:cubicBezTo>
                  <a:close/>
                  <a:moveTo>
                    <a:pt x="381401" y="410740"/>
                  </a:moveTo>
                  <a:cubicBezTo>
                    <a:pt x="335681" y="451698"/>
                    <a:pt x="265196" y="447888"/>
                    <a:pt x="224239" y="403120"/>
                  </a:cubicBezTo>
                  <a:cubicBezTo>
                    <a:pt x="183281" y="357400"/>
                    <a:pt x="187091" y="286915"/>
                    <a:pt x="231859" y="245958"/>
                  </a:cubicBezTo>
                  <a:cubicBezTo>
                    <a:pt x="277579" y="205000"/>
                    <a:pt x="348064" y="208810"/>
                    <a:pt x="389021" y="253578"/>
                  </a:cubicBezTo>
                  <a:cubicBezTo>
                    <a:pt x="430931" y="299298"/>
                    <a:pt x="427121" y="369783"/>
                    <a:pt x="381401" y="410740"/>
                  </a:cubicBez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60000">
                  <a:schemeClr val="accent2"/>
                </a:gs>
                <a:gs pos="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54" name="Freeform: Shape 53"/>
            <p:cNvSpPr/>
            <p:nvPr/>
          </p:nvSpPr>
          <p:spPr>
            <a:xfrm>
              <a:off x="5491843" y="2773660"/>
              <a:ext cx="273638" cy="265766"/>
            </a:xfrm>
            <a:custGeom>
              <a:avLst/>
              <a:gdLst>
                <a:gd name="connsiteX0" fmla="*/ 19321 w 273638"/>
                <a:gd name="connsiteY0" fmla="*/ 9544 h 265766"/>
                <a:gd name="connsiteX1" fmla="*/ 25989 w 273638"/>
                <a:gd name="connsiteY1" fmla="*/ 265767 h 265766"/>
                <a:gd name="connsiteX2" fmla="*/ 162196 w 273638"/>
                <a:gd name="connsiteY2" fmla="*/ 167660 h 265766"/>
                <a:gd name="connsiteX3" fmla="*/ 273639 w 273638"/>
                <a:gd name="connsiteY3" fmla="*/ 41929 h 265766"/>
                <a:gd name="connsiteX4" fmla="*/ 19321 w 273638"/>
                <a:gd name="connsiteY4" fmla="*/ 9544 h 265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638" h="265766">
                  <a:moveTo>
                    <a:pt x="19321" y="9544"/>
                  </a:moveTo>
                  <a:cubicBezTo>
                    <a:pt x="19321" y="9544"/>
                    <a:pt x="-28304" y="121939"/>
                    <a:pt x="25989" y="265767"/>
                  </a:cubicBezTo>
                  <a:cubicBezTo>
                    <a:pt x="71709" y="240049"/>
                    <a:pt x="118381" y="207664"/>
                    <a:pt x="162196" y="167660"/>
                  </a:cubicBezTo>
                  <a:cubicBezTo>
                    <a:pt x="206011" y="127654"/>
                    <a:pt x="244111" y="84792"/>
                    <a:pt x="273639" y="41929"/>
                  </a:cubicBezTo>
                  <a:cubicBezTo>
                    <a:pt x="135526" y="-26651"/>
                    <a:pt x="19321" y="9544"/>
                    <a:pt x="19321" y="9544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 rot="13938389">
            <a:off x="-757615" y="2627825"/>
            <a:ext cx="1910243" cy="1809695"/>
            <a:chOff x="5595937" y="2986087"/>
            <a:chExt cx="1014412" cy="961017"/>
          </a:xfrm>
        </p:grpSpPr>
        <p:grpSp>
          <p:nvGrpSpPr>
            <p:cNvPr id="25" name="Graphic 2"/>
            <p:cNvGrpSpPr/>
            <p:nvPr/>
          </p:nvGrpSpPr>
          <p:grpSpPr>
            <a:xfrm>
              <a:off x="5632132" y="2986087"/>
              <a:ext cx="506729" cy="437197"/>
              <a:chOff x="5632132" y="2986087"/>
              <a:chExt cx="506729" cy="437197"/>
            </a:xfrm>
          </p:grpSpPr>
          <p:sp>
            <p:nvSpPr>
              <p:cNvPr id="26" name="Freeform: Shape 25"/>
              <p:cNvSpPr/>
              <p:nvPr/>
            </p:nvSpPr>
            <p:spPr>
              <a:xfrm>
                <a:off x="5632132" y="3142296"/>
                <a:ext cx="506729" cy="280987"/>
              </a:xfrm>
              <a:custGeom>
                <a:avLst/>
                <a:gdLst>
                  <a:gd name="connsiteX0" fmla="*/ 506730 w 506729"/>
                  <a:gd name="connsiteY0" fmla="*/ 80010 h 280987"/>
                  <a:gd name="connsiteX1" fmla="*/ 499110 w 506729"/>
                  <a:gd name="connsiteY1" fmla="*/ 110490 h 280987"/>
                  <a:gd name="connsiteX2" fmla="*/ 325755 w 506729"/>
                  <a:gd name="connsiteY2" fmla="*/ 280988 h 280987"/>
                  <a:gd name="connsiteX3" fmla="*/ 1905 w 506729"/>
                  <a:gd name="connsiteY3" fmla="*/ 28575 h 280987"/>
                  <a:gd name="connsiteX4" fmla="*/ 0 w 506729"/>
                  <a:gd name="connsiteY4" fmla="*/ 0 h 280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6729" h="280987">
                    <a:moveTo>
                      <a:pt x="506730" y="80010"/>
                    </a:moveTo>
                    <a:lnTo>
                      <a:pt x="499110" y="110490"/>
                    </a:lnTo>
                    <a:lnTo>
                      <a:pt x="325755" y="280988"/>
                    </a:lnTo>
                    <a:lnTo>
                      <a:pt x="1905" y="285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7597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28" name="Freeform: Shape 27"/>
              <p:cNvSpPr/>
              <p:nvPr/>
            </p:nvSpPr>
            <p:spPr>
              <a:xfrm>
                <a:off x="5632132" y="2986087"/>
                <a:ext cx="506729" cy="409575"/>
              </a:xfrm>
              <a:custGeom>
                <a:avLst/>
                <a:gdLst>
                  <a:gd name="connsiteX0" fmla="*/ 173355 w 506729"/>
                  <a:gd name="connsiteY0" fmla="*/ 0 h 409575"/>
                  <a:gd name="connsiteX1" fmla="*/ 506730 w 506729"/>
                  <a:gd name="connsiteY1" fmla="*/ 236220 h 409575"/>
                  <a:gd name="connsiteX2" fmla="*/ 320993 w 506729"/>
                  <a:gd name="connsiteY2" fmla="*/ 409575 h 409575"/>
                  <a:gd name="connsiteX3" fmla="*/ 0 w 506729"/>
                  <a:gd name="connsiteY3" fmla="*/ 156210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6729" h="409575">
                    <a:moveTo>
                      <a:pt x="173355" y="0"/>
                    </a:moveTo>
                    <a:lnTo>
                      <a:pt x="506730" y="236220"/>
                    </a:lnTo>
                    <a:lnTo>
                      <a:pt x="320993" y="409575"/>
                    </a:lnTo>
                    <a:lnTo>
                      <a:pt x="0" y="156210"/>
                    </a:lnTo>
                    <a:close/>
                  </a:path>
                </a:pathLst>
              </a:custGeom>
              <a:solidFill>
                <a:srgbClr val="AFCDE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  <p:sp>
          <p:nvSpPr>
            <p:cNvPr id="29" name="Freeform: Shape 28"/>
            <p:cNvSpPr/>
            <p:nvPr/>
          </p:nvSpPr>
          <p:spPr>
            <a:xfrm>
              <a:off x="5734050" y="3162299"/>
              <a:ext cx="402907" cy="225742"/>
            </a:xfrm>
            <a:custGeom>
              <a:avLst/>
              <a:gdLst>
                <a:gd name="connsiteX0" fmla="*/ 235268 w 402907"/>
                <a:gd name="connsiteY0" fmla="*/ 218123 h 225742"/>
                <a:gd name="connsiteX1" fmla="*/ 392430 w 402907"/>
                <a:gd name="connsiteY1" fmla="*/ 71438 h 225742"/>
                <a:gd name="connsiteX2" fmla="*/ 402908 w 402907"/>
                <a:gd name="connsiteY2" fmla="*/ 58103 h 225742"/>
                <a:gd name="connsiteX3" fmla="*/ 320993 w 402907"/>
                <a:gd name="connsiteY3" fmla="*/ 0 h 225742"/>
                <a:gd name="connsiteX4" fmla="*/ 139065 w 402907"/>
                <a:gd name="connsiteY4" fmla="*/ 104775 h 225742"/>
                <a:gd name="connsiteX5" fmla="*/ 0 w 402907"/>
                <a:gd name="connsiteY5" fmla="*/ 60007 h 225742"/>
                <a:gd name="connsiteX6" fmla="*/ 0 w 402907"/>
                <a:gd name="connsiteY6" fmla="*/ 60007 h 225742"/>
                <a:gd name="connsiteX7" fmla="*/ 209550 w 402907"/>
                <a:gd name="connsiteY7" fmla="*/ 225743 h 225742"/>
                <a:gd name="connsiteX8" fmla="*/ 235268 w 402907"/>
                <a:gd name="connsiteY8" fmla="*/ 218123 h 22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2907" h="225742">
                  <a:moveTo>
                    <a:pt x="235268" y="218123"/>
                  </a:moveTo>
                  <a:lnTo>
                    <a:pt x="392430" y="71438"/>
                  </a:lnTo>
                  <a:lnTo>
                    <a:pt x="402908" y="58103"/>
                  </a:lnTo>
                  <a:lnTo>
                    <a:pt x="320993" y="0"/>
                  </a:lnTo>
                  <a:cubicBezTo>
                    <a:pt x="271463" y="37147"/>
                    <a:pt x="179070" y="100965"/>
                    <a:pt x="139065" y="104775"/>
                  </a:cubicBezTo>
                  <a:cubicBezTo>
                    <a:pt x="81915" y="110490"/>
                    <a:pt x="5715" y="64770"/>
                    <a:pt x="0" y="60007"/>
                  </a:cubicBezTo>
                  <a:lnTo>
                    <a:pt x="0" y="60007"/>
                  </a:lnTo>
                  <a:lnTo>
                    <a:pt x="209550" y="225743"/>
                  </a:lnTo>
                  <a:lnTo>
                    <a:pt x="235268" y="218123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grpSp>
          <p:nvGrpSpPr>
            <p:cNvPr id="30" name="Graphic 2"/>
            <p:cNvGrpSpPr/>
            <p:nvPr/>
          </p:nvGrpSpPr>
          <p:grpSpPr>
            <a:xfrm>
              <a:off x="5837824" y="3133884"/>
              <a:ext cx="507774" cy="500963"/>
              <a:chOff x="5837824" y="3133884"/>
              <a:chExt cx="507774" cy="500963"/>
            </a:xfrm>
          </p:grpSpPr>
          <p:sp>
            <p:nvSpPr>
              <p:cNvPr id="31" name="Freeform: Shape 30"/>
              <p:cNvSpPr/>
              <p:nvPr/>
            </p:nvSpPr>
            <p:spPr>
              <a:xfrm>
                <a:off x="5844727" y="3140579"/>
                <a:ext cx="493971" cy="487304"/>
              </a:xfrm>
              <a:custGeom>
                <a:avLst/>
                <a:gdLst>
                  <a:gd name="connsiteX0" fmla="*/ 450345 w 493971"/>
                  <a:gd name="connsiteY0" fmla="*/ 284610 h 487304"/>
                  <a:gd name="connsiteX1" fmla="*/ 276037 w 493971"/>
                  <a:gd name="connsiteY1" fmla="*/ 449392 h 487304"/>
                  <a:gd name="connsiteX2" fmla="*/ 78870 w 493971"/>
                  <a:gd name="connsiteY2" fmla="*/ 443677 h 487304"/>
                  <a:gd name="connsiteX3" fmla="*/ 37912 w 493971"/>
                  <a:gd name="connsiteY3" fmla="*/ 399862 h 487304"/>
                  <a:gd name="connsiteX4" fmla="*/ 43627 w 493971"/>
                  <a:gd name="connsiteY4" fmla="*/ 202695 h 487304"/>
                  <a:gd name="connsiteX5" fmla="*/ 217935 w 493971"/>
                  <a:gd name="connsiteY5" fmla="*/ 37912 h 487304"/>
                  <a:gd name="connsiteX6" fmla="*/ 415102 w 493971"/>
                  <a:gd name="connsiteY6" fmla="*/ 43627 h 487304"/>
                  <a:gd name="connsiteX7" fmla="*/ 456060 w 493971"/>
                  <a:gd name="connsiteY7" fmla="*/ 87442 h 487304"/>
                  <a:gd name="connsiteX8" fmla="*/ 450345 w 493971"/>
                  <a:gd name="connsiteY8" fmla="*/ 284610 h 487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3971" h="487304">
                    <a:moveTo>
                      <a:pt x="450345" y="284610"/>
                    </a:moveTo>
                    <a:lnTo>
                      <a:pt x="276037" y="449392"/>
                    </a:lnTo>
                    <a:cubicBezTo>
                      <a:pt x="219840" y="501780"/>
                      <a:pt x="132210" y="499874"/>
                      <a:pt x="78870" y="443677"/>
                    </a:cubicBezTo>
                    <a:lnTo>
                      <a:pt x="37912" y="399862"/>
                    </a:lnTo>
                    <a:cubicBezTo>
                      <a:pt x="-14475" y="343665"/>
                      <a:pt x="-12571" y="256035"/>
                      <a:pt x="43627" y="202695"/>
                    </a:cubicBezTo>
                    <a:lnTo>
                      <a:pt x="217935" y="37912"/>
                    </a:lnTo>
                    <a:cubicBezTo>
                      <a:pt x="274132" y="-14475"/>
                      <a:pt x="361762" y="-12570"/>
                      <a:pt x="415102" y="43627"/>
                    </a:cubicBezTo>
                    <a:lnTo>
                      <a:pt x="456060" y="87442"/>
                    </a:lnTo>
                    <a:cubicBezTo>
                      <a:pt x="508447" y="143640"/>
                      <a:pt x="506542" y="231270"/>
                      <a:pt x="450345" y="284610"/>
                    </a:cubicBezTo>
                    <a:close/>
                  </a:path>
                </a:pathLst>
              </a:custGeom>
              <a:solidFill>
                <a:srgbClr val="54829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32" name="Freeform: Shape 31"/>
              <p:cNvSpPr/>
              <p:nvPr/>
            </p:nvSpPr>
            <p:spPr>
              <a:xfrm>
                <a:off x="5844755" y="3318509"/>
                <a:ext cx="493179" cy="309374"/>
              </a:xfrm>
              <a:custGeom>
                <a:avLst/>
                <a:gdLst>
                  <a:gd name="connsiteX0" fmla="*/ 493179 w 493179"/>
                  <a:gd name="connsiteY0" fmla="*/ 15240 h 309374"/>
                  <a:gd name="connsiteX1" fmla="*/ 435077 w 493179"/>
                  <a:gd name="connsiteY1" fmla="*/ 0 h 309374"/>
                  <a:gd name="connsiteX2" fmla="*/ 254102 w 493179"/>
                  <a:gd name="connsiteY2" fmla="*/ 163830 h 309374"/>
                  <a:gd name="connsiteX3" fmla="*/ 235052 w 493179"/>
                  <a:gd name="connsiteY3" fmla="*/ 201930 h 309374"/>
                  <a:gd name="connsiteX4" fmla="*/ 215049 w 493179"/>
                  <a:gd name="connsiteY4" fmla="*/ 204788 h 309374"/>
                  <a:gd name="connsiteX5" fmla="*/ 145517 w 493179"/>
                  <a:gd name="connsiteY5" fmla="*/ 106680 h 309374"/>
                  <a:gd name="connsiteX6" fmla="*/ 23597 w 493179"/>
                  <a:gd name="connsiteY6" fmla="*/ 48577 h 309374"/>
                  <a:gd name="connsiteX7" fmla="*/ 37884 w 493179"/>
                  <a:gd name="connsiteY7" fmla="*/ 221933 h 309374"/>
                  <a:gd name="connsiteX8" fmla="*/ 78842 w 493179"/>
                  <a:gd name="connsiteY8" fmla="*/ 265747 h 309374"/>
                  <a:gd name="connsiteX9" fmla="*/ 276009 w 493179"/>
                  <a:gd name="connsiteY9" fmla="*/ 271463 h 309374"/>
                  <a:gd name="connsiteX10" fmla="*/ 450317 w 493179"/>
                  <a:gd name="connsiteY10" fmla="*/ 106680 h 309374"/>
                  <a:gd name="connsiteX11" fmla="*/ 493179 w 493179"/>
                  <a:gd name="connsiteY11" fmla="*/ 15240 h 3093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93179" h="309374">
                    <a:moveTo>
                      <a:pt x="493179" y="15240"/>
                    </a:moveTo>
                    <a:cubicBezTo>
                      <a:pt x="470319" y="7620"/>
                      <a:pt x="443649" y="0"/>
                      <a:pt x="435077" y="0"/>
                    </a:cubicBezTo>
                    <a:cubicBezTo>
                      <a:pt x="419837" y="952"/>
                      <a:pt x="277914" y="143827"/>
                      <a:pt x="254102" y="163830"/>
                    </a:cubicBezTo>
                    <a:cubicBezTo>
                      <a:pt x="243624" y="172402"/>
                      <a:pt x="237909" y="187642"/>
                      <a:pt x="235052" y="201930"/>
                    </a:cubicBezTo>
                    <a:cubicBezTo>
                      <a:pt x="233147" y="212408"/>
                      <a:pt x="218859" y="213360"/>
                      <a:pt x="215049" y="204788"/>
                    </a:cubicBezTo>
                    <a:cubicBezTo>
                      <a:pt x="199809" y="173355"/>
                      <a:pt x="175044" y="130492"/>
                      <a:pt x="145517" y="106680"/>
                    </a:cubicBezTo>
                    <a:cubicBezTo>
                      <a:pt x="109322" y="78105"/>
                      <a:pt x="52172" y="57150"/>
                      <a:pt x="23597" y="48577"/>
                    </a:cubicBezTo>
                    <a:cubicBezTo>
                      <a:pt x="-11646" y="100965"/>
                      <a:pt x="-7836" y="173355"/>
                      <a:pt x="37884" y="221933"/>
                    </a:cubicBezTo>
                    <a:lnTo>
                      <a:pt x="78842" y="265747"/>
                    </a:lnTo>
                    <a:cubicBezTo>
                      <a:pt x="131229" y="321945"/>
                      <a:pt x="219812" y="323850"/>
                      <a:pt x="276009" y="271463"/>
                    </a:cubicBezTo>
                    <a:lnTo>
                      <a:pt x="450317" y="106680"/>
                    </a:lnTo>
                    <a:cubicBezTo>
                      <a:pt x="476987" y="81915"/>
                      <a:pt x="491274" y="48577"/>
                      <a:pt x="493179" y="15240"/>
                    </a:cubicBezTo>
                    <a:close/>
                  </a:path>
                </a:pathLst>
              </a:custGeom>
              <a:solidFill>
                <a:srgbClr val="2C4C60">
                  <a:alpha val="49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33" name="Freeform: Shape 32"/>
              <p:cNvSpPr/>
              <p:nvPr/>
            </p:nvSpPr>
            <p:spPr>
              <a:xfrm>
                <a:off x="5888355" y="3141532"/>
                <a:ext cx="401002" cy="207456"/>
              </a:xfrm>
              <a:custGeom>
                <a:avLst/>
                <a:gdLst>
                  <a:gd name="connsiteX0" fmla="*/ 401003 w 401002"/>
                  <a:gd name="connsiteY0" fmla="*/ 75060 h 207456"/>
                  <a:gd name="connsiteX1" fmla="*/ 371475 w 401002"/>
                  <a:gd name="connsiteY1" fmla="*/ 43627 h 207456"/>
                  <a:gd name="connsiteX2" fmla="*/ 174308 w 401002"/>
                  <a:gd name="connsiteY2" fmla="*/ 37912 h 207456"/>
                  <a:gd name="connsiteX3" fmla="*/ 2857 w 401002"/>
                  <a:gd name="connsiteY3" fmla="*/ 199837 h 207456"/>
                  <a:gd name="connsiteX4" fmla="*/ 0 w 401002"/>
                  <a:gd name="connsiteY4" fmla="*/ 207457 h 207456"/>
                  <a:gd name="connsiteX5" fmla="*/ 298133 w 401002"/>
                  <a:gd name="connsiteY5" fmla="*/ 47437 h 207456"/>
                  <a:gd name="connsiteX6" fmla="*/ 401003 w 401002"/>
                  <a:gd name="connsiteY6" fmla="*/ 75060 h 207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1002" h="207456">
                    <a:moveTo>
                      <a:pt x="401003" y="75060"/>
                    </a:moveTo>
                    <a:lnTo>
                      <a:pt x="371475" y="43627"/>
                    </a:lnTo>
                    <a:cubicBezTo>
                      <a:pt x="319087" y="-12570"/>
                      <a:pt x="230505" y="-14475"/>
                      <a:pt x="174308" y="37912"/>
                    </a:cubicBezTo>
                    <a:lnTo>
                      <a:pt x="2857" y="199837"/>
                    </a:lnTo>
                    <a:lnTo>
                      <a:pt x="0" y="207457"/>
                    </a:lnTo>
                    <a:cubicBezTo>
                      <a:pt x="0" y="207457"/>
                      <a:pt x="229552" y="38865"/>
                      <a:pt x="298133" y="47437"/>
                    </a:cubicBezTo>
                    <a:cubicBezTo>
                      <a:pt x="342900" y="54105"/>
                      <a:pt x="381000" y="66487"/>
                      <a:pt x="401003" y="7506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50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34" name="Freeform: Shape 33"/>
              <p:cNvSpPr/>
              <p:nvPr/>
            </p:nvSpPr>
            <p:spPr>
              <a:xfrm>
                <a:off x="5837824" y="3133884"/>
                <a:ext cx="507774" cy="500963"/>
              </a:xfrm>
              <a:custGeom>
                <a:avLst/>
                <a:gdLst>
                  <a:gd name="connsiteX0" fmla="*/ 507730 w 507774"/>
                  <a:gd name="connsiteY0" fmla="*/ 194150 h 500963"/>
                  <a:gd name="connsiteX1" fmla="*/ 467725 w 507774"/>
                  <a:gd name="connsiteY1" fmla="*/ 89375 h 500963"/>
                  <a:gd name="connsiteX2" fmla="*/ 426768 w 507774"/>
                  <a:gd name="connsiteY2" fmla="*/ 45560 h 500963"/>
                  <a:gd name="connsiteX3" fmla="*/ 342948 w 507774"/>
                  <a:gd name="connsiteY3" fmla="*/ 1745 h 500963"/>
                  <a:gd name="connsiteX4" fmla="*/ 219123 w 507774"/>
                  <a:gd name="connsiteY4" fmla="*/ 39845 h 500963"/>
                  <a:gd name="connsiteX5" fmla="*/ 45768 w 507774"/>
                  <a:gd name="connsiteY5" fmla="*/ 204628 h 500963"/>
                  <a:gd name="connsiteX6" fmla="*/ 40053 w 507774"/>
                  <a:gd name="connsiteY6" fmla="*/ 411320 h 500963"/>
                  <a:gd name="connsiteX7" fmla="*/ 81010 w 507774"/>
                  <a:gd name="connsiteY7" fmla="*/ 455135 h 500963"/>
                  <a:gd name="connsiteX8" fmla="*/ 164830 w 507774"/>
                  <a:gd name="connsiteY8" fmla="*/ 498950 h 500963"/>
                  <a:gd name="connsiteX9" fmla="*/ 288655 w 507774"/>
                  <a:gd name="connsiteY9" fmla="*/ 460850 h 500963"/>
                  <a:gd name="connsiteX10" fmla="*/ 461058 w 507774"/>
                  <a:gd name="connsiteY10" fmla="*/ 297973 h 500963"/>
                  <a:gd name="connsiteX11" fmla="*/ 456295 w 507774"/>
                  <a:gd name="connsiteY11" fmla="*/ 293210 h 500963"/>
                  <a:gd name="connsiteX12" fmla="*/ 460105 w 507774"/>
                  <a:gd name="connsiteY12" fmla="*/ 290353 h 500963"/>
                  <a:gd name="connsiteX13" fmla="*/ 464868 w 507774"/>
                  <a:gd name="connsiteY13" fmla="*/ 295115 h 500963"/>
                  <a:gd name="connsiteX14" fmla="*/ 507730 w 507774"/>
                  <a:gd name="connsiteY14" fmla="*/ 194150 h 500963"/>
                  <a:gd name="connsiteX15" fmla="*/ 452485 w 507774"/>
                  <a:gd name="connsiteY15" fmla="*/ 285590 h 500963"/>
                  <a:gd name="connsiteX16" fmla="*/ 278178 w 507774"/>
                  <a:gd name="connsiteY16" fmla="*/ 450373 h 500963"/>
                  <a:gd name="connsiteX17" fmla="*/ 183880 w 507774"/>
                  <a:gd name="connsiteY17" fmla="*/ 486568 h 500963"/>
                  <a:gd name="connsiteX18" fmla="*/ 166735 w 507774"/>
                  <a:gd name="connsiteY18" fmla="*/ 484663 h 500963"/>
                  <a:gd name="connsiteX19" fmla="*/ 91488 w 507774"/>
                  <a:gd name="connsiteY19" fmla="*/ 444658 h 500963"/>
                  <a:gd name="connsiteX20" fmla="*/ 50530 w 507774"/>
                  <a:gd name="connsiteY20" fmla="*/ 400843 h 500963"/>
                  <a:gd name="connsiteX21" fmla="*/ 56245 w 507774"/>
                  <a:gd name="connsiteY21" fmla="*/ 214153 h 500963"/>
                  <a:gd name="connsiteX22" fmla="*/ 229600 w 507774"/>
                  <a:gd name="connsiteY22" fmla="*/ 50323 h 500963"/>
                  <a:gd name="connsiteX23" fmla="*/ 341043 w 507774"/>
                  <a:gd name="connsiteY23" fmla="*/ 16033 h 500963"/>
                  <a:gd name="connsiteX24" fmla="*/ 416290 w 507774"/>
                  <a:gd name="connsiteY24" fmla="*/ 56038 h 500963"/>
                  <a:gd name="connsiteX25" fmla="*/ 457248 w 507774"/>
                  <a:gd name="connsiteY25" fmla="*/ 99853 h 500963"/>
                  <a:gd name="connsiteX26" fmla="*/ 493443 w 507774"/>
                  <a:gd name="connsiteY26" fmla="*/ 194150 h 500963"/>
                  <a:gd name="connsiteX27" fmla="*/ 452485 w 507774"/>
                  <a:gd name="connsiteY27" fmla="*/ 285590 h 500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07774" h="500963">
                    <a:moveTo>
                      <a:pt x="507730" y="194150"/>
                    </a:moveTo>
                    <a:cubicBezTo>
                      <a:pt x="508683" y="155098"/>
                      <a:pt x="494395" y="117950"/>
                      <a:pt x="467725" y="89375"/>
                    </a:cubicBezTo>
                    <a:lnTo>
                      <a:pt x="426768" y="45560"/>
                    </a:lnTo>
                    <a:cubicBezTo>
                      <a:pt x="403908" y="20795"/>
                      <a:pt x="374380" y="6508"/>
                      <a:pt x="342948" y="1745"/>
                    </a:cubicBezTo>
                    <a:cubicBezTo>
                      <a:pt x="299133" y="-4922"/>
                      <a:pt x="253413" y="7460"/>
                      <a:pt x="219123" y="39845"/>
                    </a:cubicBezTo>
                    <a:lnTo>
                      <a:pt x="45768" y="204628"/>
                    </a:lnTo>
                    <a:cubicBezTo>
                      <a:pt x="-13287" y="259873"/>
                      <a:pt x="-15192" y="353218"/>
                      <a:pt x="40053" y="411320"/>
                    </a:cubicBezTo>
                    <a:lnTo>
                      <a:pt x="81010" y="455135"/>
                    </a:lnTo>
                    <a:cubicBezTo>
                      <a:pt x="103870" y="478948"/>
                      <a:pt x="132445" y="494188"/>
                      <a:pt x="164830" y="498950"/>
                    </a:cubicBezTo>
                    <a:cubicBezTo>
                      <a:pt x="210550" y="506570"/>
                      <a:pt x="255318" y="492283"/>
                      <a:pt x="288655" y="460850"/>
                    </a:cubicBezTo>
                    <a:lnTo>
                      <a:pt x="461058" y="297973"/>
                    </a:lnTo>
                    <a:lnTo>
                      <a:pt x="456295" y="293210"/>
                    </a:lnTo>
                    <a:lnTo>
                      <a:pt x="460105" y="290353"/>
                    </a:lnTo>
                    <a:lnTo>
                      <a:pt x="464868" y="295115"/>
                    </a:lnTo>
                    <a:cubicBezTo>
                      <a:pt x="491538" y="268445"/>
                      <a:pt x="506778" y="232250"/>
                      <a:pt x="507730" y="194150"/>
                    </a:cubicBezTo>
                    <a:close/>
                    <a:moveTo>
                      <a:pt x="452485" y="285590"/>
                    </a:moveTo>
                    <a:lnTo>
                      <a:pt x="278178" y="450373"/>
                    </a:lnTo>
                    <a:cubicBezTo>
                      <a:pt x="252460" y="474185"/>
                      <a:pt x="219123" y="487520"/>
                      <a:pt x="183880" y="486568"/>
                    </a:cubicBezTo>
                    <a:cubicBezTo>
                      <a:pt x="178165" y="486568"/>
                      <a:pt x="172450" y="485615"/>
                      <a:pt x="166735" y="484663"/>
                    </a:cubicBezTo>
                    <a:cubicBezTo>
                      <a:pt x="138160" y="479900"/>
                      <a:pt x="111490" y="466565"/>
                      <a:pt x="91488" y="444658"/>
                    </a:cubicBezTo>
                    <a:lnTo>
                      <a:pt x="50530" y="400843"/>
                    </a:lnTo>
                    <a:cubicBezTo>
                      <a:pt x="48" y="347503"/>
                      <a:pt x="2905" y="263683"/>
                      <a:pt x="56245" y="214153"/>
                    </a:cubicBezTo>
                    <a:lnTo>
                      <a:pt x="229600" y="50323"/>
                    </a:lnTo>
                    <a:cubicBezTo>
                      <a:pt x="260080" y="21748"/>
                      <a:pt x="300085" y="9365"/>
                      <a:pt x="341043" y="16033"/>
                    </a:cubicBezTo>
                    <a:cubicBezTo>
                      <a:pt x="370570" y="20795"/>
                      <a:pt x="396288" y="34130"/>
                      <a:pt x="416290" y="56038"/>
                    </a:cubicBezTo>
                    <a:lnTo>
                      <a:pt x="457248" y="99853"/>
                    </a:lnTo>
                    <a:cubicBezTo>
                      <a:pt x="481060" y="125570"/>
                      <a:pt x="494395" y="158908"/>
                      <a:pt x="493443" y="194150"/>
                    </a:cubicBezTo>
                    <a:cubicBezTo>
                      <a:pt x="492490" y="229393"/>
                      <a:pt x="478203" y="261778"/>
                      <a:pt x="452485" y="285590"/>
                    </a:cubicBezTo>
                    <a:close/>
                  </a:path>
                </a:pathLst>
              </a:custGeom>
              <a:solidFill>
                <a:srgbClr val="1B3A4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  <p:sp>
          <p:nvSpPr>
            <p:cNvPr id="35" name="Freeform: Shape 34"/>
            <p:cNvSpPr/>
            <p:nvPr/>
          </p:nvSpPr>
          <p:spPr>
            <a:xfrm>
              <a:off x="5595937" y="3375176"/>
              <a:ext cx="474294" cy="488162"/>
            </a:xfrm>
            <a:custGeom>
              <a:avLst/>
              <a:gdLst>
                <a:gd name="connsiteX0" fmla="*/ 421005 w 474294"/>
                <a:gd name="connsiteY0" fmla="*/ 488163 h 488162"/>
                <a:gd name="connsiteX1" fmla="*/ 374333 w 474294"/>
                <a:gd name="connsiteY1" fmla="*/ 110973 h 488162"/>
                <a:gd name="connsiteX2" fmla="*/ 0 w 474294"/>
                <a:gd name="connsiteY2" fmla="*/ 42393 h 488162"/>
                <a:gd name="connsiteX3" fmla="*/ 421005 w 474294"/>
                <a:gd name="connsiteY3" fmla="*/ 488163 h 488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4294" h="488162">
                  <a:moveTo>
                    <a:pt x="421005" y="488163"/>
                  </a:moveTo>
                  <a:cubicBezTo>
                    <a:pt x="421005" y="488163"/>
                    <a:pt x="567690" y="315760"/>
                    <a:pt x="374333" y="110973"/>
                  </a:cubicBezTo>
                  <a:cubicBezTo>
                    <a:pt x="185738" y="-89052"/>
                    <a:pt x="0" y="42393"/>
                    <a:pt x="0" y="42393"/>
                  </a:cubicBezTo>
                  <a:lnTo>
                    <a:pt x="421005" y="488163"/>
                  </a:lnTo>
                  <a:close/>
                </a:path>
              </a:pathLst>
            </a:custGeom>
            <a:solidFill>
              <a:srgbClr val="B7CE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36" name="Freeform: Shape 35"/>
            <p:cNvSpPr/>
            <p:nvPr/>
          </p:nvSpPr>
          <p:spPr>
            <a:xfrm rot="18997972">
              <a:off x="5698651" y="3333668"/>
              <a:ext cx="215274" cy="613436"/>
            </a:xfrm>
            <a:custGeom>
              <a:avLst/>
              <a:gdLst>
                <a:gd name="connsiteX0" fmla="*/ 215274 w 215274"/>
                <a:gd name="connsiteY0" fmla="*/ 306718 h 613436"/>
                <a:gd name="connsiteX1" fmla="*/ 107637 w 215274"/>
                <a:gd name="connsiteY1" fmla="*/ 613436 h 613436"/>
                <a:gd name="connsiteX2" fmla="*/ 0 w 215274"/>
                <a:gd name="connsiteY2" fmla="*/ 306718 h 613436"/>
                <a:gd name="connsiteX3" fmla="*/ 107637 w 215274"/>
                <a:gd name="connsiteY3" fmla="*/ 0 h 613436"/>
                <a:gd name="connsiteX4" fmla="*/ 215274 w 215274"/>
                <a:gd name="connsiteY4" fmla="*/ 306718 h 613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274" h="613436">
                  <a:moveTo>
                    <a:pt x="215274" y="306718"/>
                  </a:moveTo>
                  <a:cubicBezTo>
                    <a:pt x="215274" y="476114"/>
                    <a:pt x="167083" y="613436"/>
                    <a:pt x="107637" y="613436"/>
                  </a:cubicBezTo>
                  <a:cubicBezTo>
                    <a:pt x="48191" y="613436"/>
                    <a:pt x="0" y="476114"/>
                    <a:pt x="0" y="306718"/>
                  </a:cubicBezTo>
                  <a:cubicBezTo>
                    <a:pt x="0" y="137322"/>
                    <a:pt x="48191" y="0"/>
                    <a:pt x="107637" y="0"/>
                  </a:cubicBezTo>
                  <a:cubicBezTo>
                    <a:pt x="167083" y="0"/>
                    <a:pt x="215274" y="137322"/>
                    <a:pt x="215274" y="306718"/>
                  </a:cubicBezTo>
                  <a:close/>
                </a:path>
              </a:pathLst>
            </a:custGeom>
            <a:solidFill>
              <a:srgbClr val="4A709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37" name="Freeform: Shape 36"/>
            <p:cNvSpPr/>
            <p:nvPr/>
          </p:nvSpPr>
          <p:spPr>
            <a:xfrm>
              <a:off x="5625464" y="3405975"/>
              <a:ext cx="404812" cy="413548"/>
            </a:xfrm>
            <a:custGeom>
              <a:avLst/>
              <a:gdLst>
                <a:gd name="connsiteX0" fmla="*/ 404813 w 404812"/>
                <a:gd name="connsiteY0" fmla="*/ 413549 h 413548"/>
                <a:gd name="connsiteX1" fmla="*/ 259080 w 404812"/>
                <a:gd name="connsiteY1" fmla="*/ 161136 h 413548"/>
                <a:gd name="connsiteX2" fmla="*/ 0 w 404812"/>
                <a:gd name="connsiteY2" fmla="*/ 164 h 413548"/>
                <a:gd name="connsiteX3" fmla="*/ 0 w 404812"/>
                <a:gd name="connsiteY3" fmla="*/ 164 h 413548"/>
                <a:gd name="connsiteX4" fmla="*/ 126683 w 404812"/>
                <a:gd name="connsiteY4" fmla="*/ 86841 h 413548"/>
                <a:gd name="connsiteX5" fmla="*/ 253365 w 404812"/>
                <a:gd name="connsiteY5" fmla="*/ 281151 h 413548"/>
                <a:gd name="connsiteX6" fmla="*/ 404813 w 404812"/>
                <a:gd name="connsiteY6" fmla="*/ 413549 h 413548"/>
                <a:gd name="connsiteX7" fmla="*/ 404813 w 404812"/>
                <a:gd name="connsiteY7" fmla="*/ 413549 h 413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812" h="413548">
                  <a:moveTo>
                    <a:pt x="404813" y="413549"/>
                  </a:moveTo>
                  <a:cubicBezTo>
                    <a:pt x="401955" y="353541"/>
                    <a:pt x="346710" y="254481"/>
                    <a:pt x="259080" y="161136"/>
                  </a:cubicBezTo>
                  <a:cubicBezTo>
                    <a:pt x="162878" y="59219"/>
                    <a:pt x="58103" y="-3646"/>
                    <a:pt x="0" y="16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64"/>
                    <a:pt x="85725" y="12546"/>
                    <a:pt x="126683" y="86841"/>
                  </a:cubicBezTo>
                  <a:cubicBezTo>
                    <a:pt x="168593" y="161136"/>
                    <a:pt x="160020" y="225906"/>
                    <a:pt x="253365" y="281151"/>
                  </a:cubicBezTo>
                  <a:cubicBezTo>
                    <a:pt x="298133" y="306869"/>
                    <a:pt x="371475" y="371639"/>
                    <a:pt x="404813" y="413549"/>
                  </a:cubicBezTo>
                  <a:lnTo>
                    <a:pt x="404813" y="413549"/>
                  </a:lnTo>
                  <a:close/>
                </a:path>
              </a:pathLst>
            </a:custGeom>
            <a:solidFill>
              <a:srgbClr val="365D7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grpSp>
          <p:nvGrpSpPr>
            <p:cNvPr id="38" name="Graphic 2"/>
            <p:cNvGrpSpPr/>
            <p:nvPr/>
          </p:nvGrpSpPr>
          <p:grpSpPr>
            <a:xfrm>
              <a:off x="6103619" y="3367129"/>
              <a:ext cx="506730" cy="423820"/>
              <a:chOff x="6103619" y="3367129"/>
              <a:chExt cx="506730" cy="423820"/>
            </a:xfrm>
          </p:grpSpPr>
          <p:sp>
            <p:nvSpPr>
              <p:cNvPr id="39" name="Freeform: Shape 38"/>
              <p:cNvSpPr/>
              <p:nvPr/>
            </p:nvSpPr>
            <p:spPr>
              <a:xfrm>
                <a:off x="6103619" y="3509962"/>
                <a:ext cx="506730" cy="280987"/>
              </a:xfrm>
              <a:custGeom>
                <a:avLst/>
                <a:gdLst>
                  <a:gd name="connsiteX0" fmla="*/ 506730 w 506730"/>
                  <a:gd name="connsiteY0" fmla="*/ 79057 h 280987"/>
                  <a:gd name="connsiteX1" fmla="*/ 499110 w 506730"/>
                  <a:gd name="connsiteY1" fmla="*/ 110490 h 280987"/>
                  <a:gd name="connsiteX2" fmla="*/ 325755 w 506730"/>
                  <a:gd name="connsiteY2" fmla="*/ 280988 h 280987"/>
                  <a:gd name="connsiteX3" fmla="*/ 1905 w 506730"/>
                  <a:gd name="connsiteY3" fmla="*/ 28575 h 280987"/>
                  <a:gd name="connsiteX4" fmla="*/ 0 w 506730"/>
                  <a:gd name="connsiteY4" fmla="*/ 0 h 280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6730" h="280987">
                    <a:moveTo>
                      <a:pt x="506730" y="79057"/>
                    </a:moveTo>
                    <a:lnTo>
                      <a:pt x="499110" y="110490"/>
                    </a:lnTo>
                    <a:lnTo>
                      <a:pt x="325755" y="280988"/>
                    </a:lnTo>
                    <a:lnTo>
                      <a:pt x="1905" y="285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A70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40" name="Freeform: Shape 39"/>
              <p:cNvSpPr/>
              <p:nvPr/>
            </p:nvSpPr>
            <p:spPr>
              <a:xfrm>
                <a:off x="6103619" y="3367129"/>
                <a:ext cx="506730" cy="396197"/>
              </a:xfrm>
              <a:custGeom>
                <a:avLst/>
                <a:gdLst>
                  <a:gd name="connsiteX0" fmla="*/ 204788 w 506730"/>
                  <a:gd name="connsiteY0" fmla="*/ 8531 h 396197"/>
                  <a:gd name="connsiteX1" fmla="*/ 506730 w 506730"/>
                  <a:gd name="connsiteY1" fmla="*/ 221890 h 396197"/>
                  <a:gd name="connsiteX2" fmla="*/ 320993 w 506730"/>
                  <a:gd name="connsiteY2" fmla="*/ 396198 h 396197"/>
                  <a:gd name="connsiteX3" fmla="*/ 0 w 506730"/>
                  <a:gd name="connsiteY3" fmla="*/ 142833 h 396197"/>
                  <a:gd name="connsiteX4" fmla="*/ 144780 w 506730"/>
                  <a:gd name="connsiteY4" fmla="*/ 12340 h 396197"/>
                  <a:gd name="connsiteX5" fmla="*/ 204788 w 506730"/>
                  <a:gd name="connsiteY5" fmla="*/ 8531 h 39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06730" h="396197">
                    <a:moveTo>
                      <a:pt x="204788" y="8531"/>
                    </a:moveTo>
                    <a:lnTo>
                      <a:pt x="506730" y="221890"/>
                    </a:lnTo>
                    <a:lnTo>
                      <a:pt x="320993" y="396198"/>
                    </a:lnTo>
                    <a:lnTo>
                      <a:pt x="0" y="142833"/>
                    </a:lnTo>
                    <a:lnTo>
                      <a:pt x="144780" y="12340"/>
                    </a:lnTo>
                    <a:cubicBezTo>
                      <a:pt x="161925" y="-2899"/>
                      <a:pt x="186690" y="-3852"/>
                      <a:pt x="204788" y="8531"/>
                    </a:cubicBezTo>
                    <a:close/>
                  </a:path>
                </a:pathLst>
              </a:custGeom>
              <a:solidFill>
                <a:srgbClr val="91A8C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  <p:sp>
          <p:nvSpPr>
            <p:cNvPr id="41" name="Freeform: Shape 40"/>
            <p:cNvSpPr/>
            <p:nvPr/>
          </p:nvSpPr>
          <p:spPr>
            <a:xfrm>
              <a:off x="6103619" y="3509962"/>
              <a:ext cx="506730" cy="253364"/>
            </a:xfrm>
            <a:custGeom>
              <a:avLst/>
              <a:gdLst>
                <a:gd name="connsiteX0" fmla="*/ 506730 w 506730"/>
                <a:gd name="connsiteY0" fmla="*/ 79057 h 253364"/>
                <a:gd name="connsiteX1" fmla="*/ 428625 w 506730"/>
                <a:gd name="connsiteY1" fmla="*/ 23813 h 253364"/>
                <a:gd name="connsiteX2" fmla="*/ 445770 w 506730"/>
                <a:gd name="connsiteY2" fmla="*/ 69532 h 253364"/>
                <a:gd name="connsiteX3" fmla="*/ 279083 w 506730"/>
                <a:gd name="connsiteY3" fmla="*/ 100965 h 253364"/>
                <a:gd name="connsiteX4" fmla="*/ 0 w 506730"/>
                <a:gd name="connsiteY4" fmla="*/ 0 h 253364"/>
                <a:gd name="connsiteX5" fmla="*/ 320993 w 506730"/>
                <a:gd name="connsiteY5" fmla="*/ 253365 h 253364"/>
                <a:gd name="connsiteX6" fmla="*/ 506730 w 506730"/>
                <a:gd name="connsiteY6" fmla="*/ 79057 h 253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6730" h="253364">
                  <a:moveTo>
                    <a:pt x="506730" y="79057"/>
                  </a:moveTo>
                  <a:lnTo>
                    <a:pt x="428625" y="23813"/>
                  </a:lnTo>
                  <a:lnTo>
                    <a:pt x="445770" y="69532"/>
                  </a:lnTo>
                  <a:cubicBezTo>
                    <a:pt x="445770" y="69532"/>
                    <a:pt x="343853" y="111442"/>
                    <a:pt x="279083" y="100965"/>
                  </a:cubicBezTo>
                  <a:cubicBezTo>
                    <a:pt x="216218" y="91440"/>
                    <a:pt x="0" y="0"/>
                    <a:pt x="0" y="0"/>
                  </a:cubicBezTo>
                  <a:lnTo>
                    <a:pt x="320993" y="253365"/>
                  </a:lnTo>
                  <a:lnTo>
                    <a:pt x="506730" y="79057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42" name="Freeform: Shape 41"/>
            <p:cNvSpPr/>
            <p:nvPr/>
          </p:nvSpPr>
          <p:spPr>
            <a:xfrm>
              <a:off x="5678419" y="3549967"/>
              <a:ext cx="216603" cy="211840"/>
            </a:xfrm>
            <a:custGeom>
              <a:avLst/>
              <a:gdLst>
                <a:gd name="connsiteX0" fmla="*/ 216603 w 216603"/>
                <a:gd name="connsiteY0" fmla="*/ 23813 h 211840"/>
                <a:gd name="connsiteX1" fmla="*/ 192791 w 216603"/>
                <a:gd name="connsiteY1" fmla="*/ 0 h 211840"/>
                <a:gd name="connsiteX2" fmla="*/ 47058 w 216603"/>
                <a:gd name="connsiteY2" fmla="*/ 142875 h 211840"/>
                <a:gd name="connsiteX3" fmla="*/ 41343 w 216603"/>
                <a:gd name="connsiteY3" fmla="*/ 140970 h 211840"/>
                <a:gd name="connsiteX4" fmla="*/ 386 w 216603"/>
                <a:gd name="connsiteY4" fmla="*/ 170497 h 211840"/>
                <a:gd name="connsiteX5" fmla="*/ 29913 w 216603"/>
                <a:gd name="connsiteY5" fmla="*/ 211455 h 211840"/>
                <a:gd name="connsiteX6" fmla="*/ 70871 w 216603"/>
                <a:gd name="connsiteY6" fmla="*/ 181928 h 211840"/>
                <a:gd name="connsiteX7" fmla="*/ 69918 w 216603"/>
                <a:gd name="connsiteY7" fmla="*/ 166687 h 211840"/>
                <a:gd name="connsiteX8" fmla="*/ 216603 w 216603"/>
                <a:gd name="connsiteY8" fmla="*/ 23813 h 211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602" h="211840">
                  <a:moveTo>
                    <a:pt x="216603" y="23813"/>
                  </a:moveTo>
                  <a:cubicBezTo>
                    <a:pt x="208983" y="15240"/>
                    <a:pt x="199458" y="6668"/>
                    <a:pt x="192791" y="0"/>
                  </a:cubicBezTo>
                  <a:lnTo>
                    <a:pt x="47058" y="142875"/>
                  </a:lnTo>
                  <a:cubicBezTo>
                    <a:pt x="45153" y="141922"/>
                    <a:pt x="43248" y="141922"/>
                    <a:pt x="41343" y="140970"/>
                  </a:cubicBezTo>
                  <a:cubicBezTo>
                    <a:pt x="22293" y="138112"/>
                    <a:pt x="4196" y="151447"/>
                    <a:pt x="386" y="170497"/>
                  </a:cubicBezTo>
                  <a:cubicBezTo>
                    <a:pt x="-2472" y="189547"/>
                    <a:pt x="10863" y="207645"/>
                    <a:pt x="29913" y="211455"/>
                  </a:cubicBezTo>
                  <a:cubicBezTo>
                    <a:pt x="48963" y="214312"/>
                    <a:pt x="67061" y="200978"/>
                    <a:pt x="70871" y="181928"/>
                  </a:cubicBezTo>
                  <a:cubicBezTo>
                    <a:pt x="71823" y="177165"/>
                    <a:pt x="70871" y="171450"/>
                    <a:pt x="69918" y="166687"/>
                  </a:cubicBezTo>
                  <a:lnTo>
                    <a:pt x="216603" y="23813"/>
                  </a:lnTo>
                  <a:close/>
                </a:path>
              </a:pathLst>
            </a:custGeom>
            <a:solidFill>
              <a:srgbClr val="91A8C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43" name="Freeform: Shape 42"/>
            <p:cNvSpPr/>
            <p:nvPr/>
          </p:nvSpPr>
          <p:spPr>
            <a:xfrm>
              <a:off x="5679371" y="3670934"/>
              <a:ext cx="112780" cy="90873"/>
            </a:xfrm>
            <a:custGeom>
              <a:avLst/>
              <a:gdLst>
                <a:gd name="connsiteX0" fmla="*/ 88968 w 112780"/>
                <a:gd name="connsiteY0" fmla="*/ 11430 h 90873"/>
                <a:gd name="connsiteX1" fmla="*/ 68966 w 112780"/>
                <a:gd name="connsiteY1" fmla="*/ 0 h 90873"/>
                <a:gd name="connsiteX2" fmla="*/ 47058 w 112780"/>
                <a:gd name="connsiteY2" fmla="*/ 21907 h 90873"/>
                <a:gd name="connsiteX3" fmla="*/ 41343 w 112780"/>
                <a:gd name="connsiteY3" fmla="*/ 20002 h 90873"/>
                <a:gd name="connsiteX4" fmla="*/ 386 w 112780"/>
                <a:gd name="connsiteY4" fmla="*/ 49530 h 90873"/>
                <a:gd name="connsiteX5" fmla="*/ 29913 w 112780"/>
                <a:gd name="connsiteY5" fmla="*/ 90488 h 90873"/>
                <a:gd name="connsiteX6" fmla="*/ 70871 w 112780"/>
                <a:gd name="connsiteY6" fmla="*/ 60960 h 90873"/>
                <a:gd name="connsiteX7" fmla="*/ 69918 w 112780"/>
                <a:gd name="connsiteY7" fmla="*/ 45720 h 90873"/>
                <a:gd name="connsiteX8" fmla="*/ 112781 w 112780"/>
                <a:gd name="connsiteY8" fmla="*/ 3810 h 90873"/>
                <a:gd name="connsiteX9" fmla="*/ 88968 w 112780"/>
                <a:gd name="connsiteY9" fmla="*/ 11430 h 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780" h="90873">
                  <a:moveTo>
                    <a:pt x="88968" y="11430"/>
                  </a:moveTo>
                  <a:cubicBezTo>
                    <a:pt x="84206" y="12382"/>
                    <a:pt x="76586" y="7620"/>
                    <a:pt x="68966" y="0"/>
                  </a:cubicBezTo>
                  <a:lnTo>
                    <a:pt x="47058" y="21907"/>
                  </a:lnTo>
                  <a:cubicBezTo>
                    <a:pt x="45153" y="20955"/>
                    <a:pt x="43248" y="20955"/>
                    <a:pt x="41343" y="20002"/>
                  </a:cubicBezTo>
                  <a:cubicBezTo>
                    <a:pt x="22293" y="17145"/>
                    <a:pt x="4196" y="30480"/>
                    <a:pt x="386" y="49530"/>
                  </a:cubicBezTo>
                  <a:cubicBezTo>
                    <a:pt x="-2472" y="68580"/>
                    <a:pt x="10863" y="86677"/>
                    <a:pt x="29913" y="90488"/>
                  </a:cubicBezTo>
                  <a:cubicBezTo>
                    <a:pt x="48963" y="93345"/>
                    <a:pt x="67061" y="80010"/>
                    <a:pt x="70871" y="60960"/>
                  </a:cubicBezTo>
                  <a:cubicBezTo>
                    <a:pt x="71823" y="56198"/>
                    <a:pt x="70871" y="50482"/>
                    <a:pt x="69918" y="45720"/>
                  </a:cubicBezTo>
                  <a:lnTo>
                    <a:pt x="112781" y="3810"/>
                  </a:lnTo>
                  <a:cubicBezTo>
                    <a:pt x="102303" y="7620"/>
                    <a:pt x="94683" y="10477"/>
                    <a:pt x="88968" y="11430"/>
                  </a:cubicBezTo>
                  <a:close/>
                </a:path>
              </a:pathLst>
            </a:custGeom>
            <a:solidFill>
              <a:srgbClr val="B7CE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351367" y="1447219"/>
            <a:ext cx="3963560" cy="3963563"/>
            <a:chOff x="5299710" y="2632709"/>
            <a:chExt cx="1586865" cy="1586866"/>
          </a:xfrm>
        </p:grpSpPr>
        <p:sp>
          <p:nvSpPr>
            <p:cNvPr id="234" name="Freeform: Shape 4"/>
            <p:cNvSpPr/>
            <p:nvPr/>
          </p:nvSpPr>
          <p:spPr>
            <a:xfrm>
              <a:off x="5299710" y="2632710"/>
              <a:ext cx="1586865" cy="1586865"/>
            </a:xfrm>
            <a:custGeom>
              <a:avLst/>
              <a:gdLst>
                <a:gd name="connsiteX0" fmla="*/ 1586865 w 1586865"/>
                <a:gd name="connsiteY0" fmla="*/ 793433 h 1586865"/>
                <a:gd name="connsiteX1" fmla="*/ 793433 w 1586865"/>
                <a:gd name="connsiteY1" fmla="*/ 1586865 h 1586865"/>
                <a:gd name="connsiteX2" fmla="*/ 0 w 1586865"/>
                <a:gd name="connsiteY2" fmla="*/ 793433 h 1586865"/>
                <a:gd name="connsiteX3" fmla="*/ 793433 w 1586865"/>
                <a:gd name="connsiteY3" fmla="*/ 0 h 1586865"/>
                <a:gd name="connsiteX4" fmla="*/ 1586865 w 1586865"/>
                <a:gd name="connsiteY4" fmla="*/ 793433 h 1586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6865" h="1586865">
                  <a:moveTo>
                    <a:pt x="1586865" y="793433"/>
                  </a:moveTo>
                  <a:cubicBezTo>
                    <a:pt x="1586865" y="1231633"/>
                    <a:pt x="1231633" y="1586865"/>
                    <a:pt x="793433" y="1586865"/>
                  </a:cubicBezTo>
                  <a:cubicBezTo>
                    <a:pt x="355232" y="1586865"/>
                    <a:pt x="0" y="1231633"/>
                    <a:pt x="0" y="793433"/>
                  </a:cubicBezTo>
                  <a:cubicBezTo>
                    <a:pt x="0" y="355232"/>
                    <a:pt x="355232" y="0"/>
                    <a:pt x="793433" y="0"/>
                  </a:cubicBezTo>
                  <a:cubicBezTo>
                    <a:pt x="1231633" y="0"/>
                    <a:pt x="1586865" y="355232"/>
                    <a:pt x="1586865" y="793433"/>
                  </a:cubicBezTo>
                  <a:close/>
                </a:path>
              </a:pathLst>
            </a:custGeom>
            <a:solidFill>
              <a:srgbClr val="1992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grpSp>
          <p:nvGrpSpPr>
            <p:cNvPr id="6" name="Graphic 2"/>
            <p:cNvGrpSpPr/>
            <p:nvPr/>
          </p:nvGrpSpPr>
          <p:grpSpPr>
            <a:xfrm>
              <a:off x="5300662" y="2641282"/>
              <a:ext cx="1387109" cy="1187649"/>
              <a:chOff x="5300662" y="2641282"/>
              <a:chExt cx="1387109" cy="1187649"/>
            </a:xfrm>
            <a:solidFill>
              <a:srgbClr val="34B8D6"/>
            </a:solidFill>
          </p:grpSpPr>
          <p:sp>
            <p:nvSpPr>
              <p:cNvPr id="7" name="Freeform: Shape 6"/>
              <p:cNvSpPr/>
              <p:nvPr/>
            </p:nvSpPr>
            <p:spPr>
              <a:xfrm>
                <a:off x="5826442" y="2641282"/>
                <a:ext cx="431600" cy="1003560"/>
              </a:xfrm>
              <a:custGeom>
                <a:avLst/>
                <a:gdLst>
                  <a:gd name="connsiteX0" fmla="*/ 306705 w 431600"/>
                  <a:gd name="connsiteY0" fmla="*/ 286703 h 1003560"/>
                  <a:gd name="connsiteX1" fmla="*/ 163830 w 431600"/>
                  <a:gd name="connsiteY1" fmla="*/ 155258 h 1003560"/>
                  <a:gd name="connsiteX2" fmla="*/ 157162 w 431600"/>
                  <a:gd name="connsiteY2" fmla="*/ 0 h 1003560"/>
                  <a:gd name="connsiteX3" fmla="*/ 64770 w 431600"/>
                  <a:gd name="connsiteY3" fmla="*/ 18097 h 1003560"/>
                  <a:gd name="connsiteX4" fmla="*/ 88582 w 431600"/>
                  <a:gd name="connsiteY4" fmla="*/ 100965 h 1003560"/>
                  <a:gd name="connsiteX5" fmla="*/ 49530 w 431600"/>
                  <a:gd name="connsiteY5" fmla="*/ 295275 h 1003560"/>
                  <a:gd name="connsiteX6" fmla="*/ 100012 w 431600"/>
                  <a:gd name="connsiteY6" fmla="*/ 458153 h 1003560"/>
                  <a:gd name="connsiteX7" fmla="*/ 0 w 431600"/>
                  <a:gd name="connsiteY7" fmla="*/ 669608 h 1003560"/>
                  <a:gd name="connsiteX8" fmla="*/ 83820 w 431600"/>
                  <a:gd name="connsiteY8" fmla="*/ 843915 h 1003560"/>
                  <a:gd name="connsiteX9" fmla="*/ 107632 w 431600"/>
                  <a:gd name="connsiteY9" fmla="*/ 947738 h 1003560"/>
                  <a:gd name="connsiteX10" fmla="*/ 301943 w 431600"/>
                  <a:gd name="connsiteY10" fmla="*/ 998220 h 1003560"/>
                  <a:gd name="connsiteX11" fmla="*/ 431483 w 431600"/>
                  <a:gd name="connsiteY11" fmla="*/ 784860 h 1003560"/>
                  <a:gd name="connsiteX12" fmla="*/ 345758 w 431600"/>
                  <a:gd name="connsiteY12" fmla="*/ 545783 h 1003560"/>
                  <a:gd name="connsiteX13" fmla="*/ 306705 w 431600"/>
                  <a:gd name="connsiteY13" fmla="*/ 286703 h 1003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1599" h="1003560">
                    <a:moveTo>
                      <a:pt x="306705" y="286703"/>
                    </a:moveTo>
                    <a:cubicBezTo>
                      <a:pt x="277178" y="243840"/>
                      <a:pt x="182880" y="208598"/>
                      <a:pt x="163830" y="155258"/>
                    </a:cubicBezTo>
                    <a:cubicBezTo>
                      <a:pt x="148590" y="114300"/>
                      <a:pt x="154305" y="33338"/>
                      <a:pt x="157162" y="0"/>
                    </a:cubicBezTo>
                    <a:cubicBezTo>
                      <a:pt x="125730" y="4763"/>
                      <a:pt x="95250" y="10478"/>
                      <a:pt x="64770" y="18097"/>
                    </a:cubicBezTo>
                    <a:cubicBezTo>
                      <a:pt x="69532" y="24765"/>
                      <a:pt x="83820" y="48578"/>
                      <a:pt x="88582" y="100965"/>
                    </a:cubicBezTo>
                    <a:cubicBezTo>
                      <a:pt x="94297" y="161925"/>
                      <a:pt x="41910" y="255270"/>
                      <a:pt x="49530" y="295275"/>
                    </a:cubicBezTo>
                    <a:cubicBezTo>
                      <a:pt x="57150" y="334328"/>
                      <a:pt x="108585" y="414338"/>
                      <a:pt x="100012" y="458153"/>
                    </a:cubicBezTo>
                    <a:cubicBezTo>
                      <a:pt x="100012" y="458153"/>
                      <a:pt x="0" y="649605"/>
                      <a:pt x="0" y="669608"/>
                    </a:cubicBezTo>
                    <a:cubicBezTo>
                      <a:pt x="0" y="689610"/>
                      <a:pt x="83820" y="836295"/>
                      <a:pt x="83820" y="843915"/>
                    </a:cubicBezTo>
                    <a:cubicBezTo>
                      <a:pt x="83820" y="851535"/>
                      <a:pt x="91440" y="936308"/>
                      <a:pt x="107632" y="947738"/>
                    </a:cubicBezTo>
                    <a:cubicBezTo>
                      <a:pt x="122872" y="959168"/>
                      <a:pt x="258128" y="1022033"/>
                      <a:pt x="301943" y="998220"/>
                    </a:cubicBezTo>
                    <a:cubicBezTo>
                      <a:pt x="344805" y="974408"/>
                      <a:pt x="427672" y="812483"/>
                      <a:pt x="431483" y="784860"/>
                    </a:cubicBezTo>
                    <a:cubicBezTo>
                      <a:pt x="435293" y="757238"/>
                      <a:pt x="345758" y="616268"/>
                      <a:pt x="345758" y="545783"/>
                    </a:cubicBezTo>
                    <a:cubicBezTo>
                      <a:pt x="345758" y="475298"/>
                      <a:pt x="336233" y="329565"/>
                      <a:pt x="306705" y="28670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50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8" name="Freeform: Shape 7"/>
              <p:cNvSpPr/>
              <p:nvPr/>
            </p:nvSpPr>
            <p:spPr>
              <a:xfrm>
                <a:off x="5300662" y="3330892"/>
                <a:ext cx="520064" cy="421005"/>
              </a:xfrm>
              <a:custGeom>
                <a:avLst/>
                <a:gdLst>
                  <a:gd name="connsiteX0" fmla="*/ 459105 w 520064"/>
                  <a:gd name="connsiteY0" fmla="*/ 229553 h 421005"/>
                  <a:gd name="connsiteX1" fmla="*/ 352425 w 520064"/>
                  <a:gd name="connsiteY1" fmla="*/ 253365 h 421005"/>
                  <a:gd name="connsiteX2" fmla="*/ 200025 w 520064"/>
                  <a:gd name="connsiteY2" fmla="*/ 151448 h 421005"/>
                  <a:gd name="connsiteX3" fmla="*/ 189548 w 520064"/>
                  <a:gd name="connsiteY3" fmla="*/ 61913 h 421005"/>
                  <a:gd name="connsiteX4" fmla="*/ 106680 w 520064"/>
                  <a:gd name="connsiteY4" fmla="*/ 79058 h 421005"/>
                  <a:gd name="connsiteX5" fmla="*/ 93345 w 520064"/>
                  <a:gd name="connsiteY5" fmla="*/ 26670 h 421005"/>
                  <a:gd name="connsiteX6" fmla="*/ 48578 w 520064"/>
                  <a:gd name="connsiteY6" fmla="*/ 12383 h 421005"/>
                  <a:gd name="connsiteX7" fmla="*/ 6668 w 520064"/>
                  <a:gd name="connsiteY7" fmla="*/ 0 h 421005"/>
                  <a:gd name="connsiteX8" fmla="*/ 0 w 520064"/>
                  <a:gd name="connsiteY8" fmla="*/ 95250 h 421005"/>
                  <a:gd name="connsiteX9" fmla="*/ 7620 w 520064"/>
                  <a:gd name="connsiteY9" fmla="*/ 201930 h 421005"/>
                  <a:gd name="connsiteX10" fmla="*/ 35243 w 520064"/>
                  <a:gd name="connsiteY10" fmla="*/ 330518 h 421005"/>
                  <a:gd name="connsiteX11" fmla="*/ 69533 w 520064"/>
                  <a:gd name="connsiteY11" fmla="*/ 421005 h 421005"/>
                  <a:gd name="connsiteX12" fmla="*/ 162878 w 520064"/>
                  <a:gd name="connsiteY12" fmla="*/ 360045 h 421005"/>
                  <a:gd name="connsiteX13" fmla="*/ 293370 w 520064"/>
                  <a:gd name="connsiteY13" fmla="*/ 385763 h 421005"/>
                  <a:gd name="connsiteX14" fmla="*/ 501968 w 520064"/>
                  <a:gd name="connsiteY14" fmla="*/ 305753 h 421005"/>
                  <a:gd name="connsiteX15" fmla="*/ 515303 w 520064"/>
                  <a:gd name="connsiteY15" fmla="*/ 253365 h 421005"/>
                  <a:gd name="connsiteX16" fmla="*/ 459105 w 520064"/>
                  <a:gd name="connsiteY16" fmla="*/ 229553 h 42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20064" h="421005">
                    <a:moveTo>
                      <a:pt x="459105" y="229553"/>
                    </a:moveTo>
                    <a:cubicBezTo>
                      <a:pt x="426720" y="216218"/>
                      <a:pt x="387668" y="251460"/>
                      <a:pt x="352425" y="253365"/>
                    </a:cubicBezTo>
                    <a:cubicBezTo>
                      <a:pt x="318135" y="255270"/>
                      <a:pt x="211455" y="173355"/>
                      <a:pt x="200025" y="151448"/>
                    </a:cubicBezTo>
                    <a:cubicBezTo>
                      <a:pt x="188595" y="129540"/>
                      <a:pt x="201930" y="81915"/>
                      <a:pt x="189548" y="61913"/>
                    </a:cubicBezTo>
                    <a:cubicBezTo>
                      <a:pt x="176213" y="42863"/>
                      <a:pt x="137160" y="79058"/>
                      <a:pt x="106680" y="79058"/>
                    </a:cubicBezTo>
                    <a:cubicBezTo>
                      <a:pt x="76200" y="79058"/>
                      <a:pt x="96203" y="41910"/>
                      <a:pt x="93345" y="26670"/>
                    </a:cubicBezTo>
                    <a:cubicBezTo>
                      <a:pt x="91440" y="12383"/>
                      <a:pt x="85725" y="12383"/>
                      <a:pt x="48578" y="12383"/>
                    </a:cubicBezTo>
                    <a:cubicBezTo>
                      <a:pt x="29528" y="12383"/>
                      <a:pt x="15240" y="5715"/>
                      <a:pt x="6668" y="0"/>
                    </a:cubicBezTo>
                    <a:cubicBezTo>
                      <a:pt x="1905" y="31433"/>
                      <a:pt x="0" y="62865"/>
                      <a:pt x="0" y="95250"/>
                    </a:cubicBezTo>
                    <a:cubicBezTo>
                      <a:pt x="0" y="131445"/>
                      <a:pt x="2857" y="166688"/>
                      <a:pt x="7620" y="201930"/>
                    </a:cubicBezTo>
                    <a:cubicBezTo>
                      <a:pt x="17145" y="247650"/>
                      <a:pt x="27623" y="292418"/>
                      <a:pt x="35243" y="330518"/>
                    </a:cubicBezTo>
                    <a:cubicBezTo>
                      <a:pt x="44768" y="361950"/>
                      <a:pt x="56198" y="391478"/>
                      <a:pt x="69533" y="421005"/>
                    </a:cubicBezTo>
                    <a:lnTo>
                      <a:pt x="162878" y="360045"/>
                    </a:lnTo>
                    <a:cubicBezTo>
                      <a:pt x="162878" y="360045"/>
                      <a:pt x="271463" y="388620"/>
                      <a:pt x="293370" y="385763"/>
                    </a:cubicBezTo>
                    <a:cubicBezTo>
                      <a:pt x="315278" y="383858"/>
                      <a:pt x="473393" y="314325"/>
                      <a:pt x="501968" y="305753"/>
                    </a:cubicBezTo>
                    <a:cubicBezTo>
                      <a:pt x="530543" y="297180"/>
                      <a:pt x="517208" y="271463"/>
                      <a:pt x="515303" y="253365"/>
                    </a:cubicBezTo>
                    <a:cubicBezTo>
                      <a:pt x="513398" y="236220"/>
                      <a:pt x="491490" y="241935"/>
                      <a:pt x="459105" y="22955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50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6239078" y="3000272"/>
                <a:ext cx="448692" cy="828659"/>
              </a:xfrm>
              <a:custGeom>
                <a:avLst/>
                <a:gdLst>
                  <a:gd name="connsiteX0" fmla="*/ 175056 w 448692"/>
                  <a:gd name="connsiteY0" fmla="*/ 49633 h 828659"/>
                  <a:gd name="connsiteX1" fmla="*/ 339839 w 448692"/>
                  <a:gd name="connsiteY1" fmla="*/ 1055 h 828659"/>
                  <a:gd name="connsiteX2" fmla="*/ 409371 w 448692"/>
                  <a:gd name="connsiteY2" fmla="*/ 49633 h 828659"/>
                  <a:gd name="connsiteX3" fmla="*/ 393179 w 448692"/>
                  <a:gd name="connsiteY3" fmla="*/ 138215 h 828659"/>
                  <a:gd name="connsiteX4" fmla="*/ 448424 w 448692"/>
                  <a:gd name="connsiteY4" fmla="*/ 233465 h 828659"/>
                  <a:gd name="connsiteX5" fmla="*/ 376034 w 448692"/>
                  <a:gd name="connsiteY5" fmla="*/ 396343 h 828659"/>
                  <a:gd name="connsiteX6" fmla="*/ 377939 w 448692"/>
                  <a:gd name="connsiteY6" fmla="*/ 482068 h 828659"/>
                  <a:gd name="connsiteX7" fmla="*/ 211251 w 448692"/>
                  <a:gd name="connsiteY7" fmla="*/ 590653 h 828659"/>
                  <a:gd name="connsiteX8" fmla="*/ 201726 w 448692"/>
                  <a:gd name="connsiteY8" fmla="*/ 748768 h 828659"/>
                  <a:gd name="connsiteX9" fmla="*/ 14084 w 448692"/>
                  <a:gd name="connsiteY9" fmla="*/ 823063 h 828659"/>
                  <a:gd name="connsiteX10" fmla="*/ 2654 w 448692"/>
                  <a:gd name="connsiteY10" fmla="*/ 750673 h 828659"/>
                  <a:gd name="connsiteX11" fmla="*/ 111239 w 448692"/>
                  <a:gd name="connsiteY11" fmla="*/ 590653 h 828659"/>
                  <a:gd name="connsiteX12" fmla="*/ 166484 w 448692"/>
                  <a:gd name="connsiteY12" fmla="*/ 377293 h 828659"/>
                  <a:gd name="connsiteX13" fmla="*/ 252209 w 448692"/>
                  <a:gd name="connsiteY13" fmla="*/ 238228 h 828659"/>
                  <a:gd name="connsiteX14" fmla="*/ 222681 w 448692"/>
                  <a:gd name="connsiteY14" fmla="*/ 96305 h 828659"/>
                  <a:gd name="connsiteX15" fmla="*/ 71234 w 448692"/>
                  <a:gd name="connsiteY15" fmla="*/ 105830 h 828659"/>
                  <a:gd name="connsiteX16" fmla="*/ 175056 w 448692"/>
                  <a:gd name="connsiteY16" fmla="*/ 49633 h 828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48692" h="828659">
                    <a:moveTo>
                      <a:pt x="175056" y="49633"/>
                    </a:moveTo>
                    <a:cubicBezTo>
                      <a:pt x="175056" y="49633"/>
                      <a:pt x="300786" y="-8470"/>
                      <a:pt x="339839" y="1055"/>
                    </a:cubicBezTo>
                    <a:cubicBezTo>
                      <a:pt x="378891" y="10580"/>
                      <a:pt x="412229" y="31535"/>
                      <a:pt x="409371" y="49633"/>
                    </a:cubicBezTo>
                    <a:cubicBezTo>
                      <a:pt x="407466" y="67730"/>
                      <a:pt x="393179" y="123928"/>
                      <a:pt x="393179" y="138215"/>
                    </a:cubicBezTo>
                    <a:cubicBezTo>
                      <a:pt x="393179" y="152503"/>
                      <a:pt x="453186" y="205843"/>
                      <a:pt x="448424" y="233465"/>
                    </a:cubicBezTo>
                    <a:cubicBezTo>
                      <a:pt x="443661" y="261088"/>
                      <a:pt x="374129" y="377293"/>
                      <a:pt x="376034" y="396343"/>
                    </a:cubicBezTo>
                    <a:cubicBezTo>
                      <a:pt x="377939" y="414440"/>
                      <a:pt x="401751" y="459208"/>
                      <a:pt x="377939" y="482068"/>
                    </a:cubicBezTo>
                    <a:cubicBezTo>
                      <a:pt x="355079" y="504928"/>
                      <a:pt x="215061" y="567793"/>
                      <a:pt x="211251" y="590653"/>
                    </a:cubicBezTo>
                    <a:cubicBezTo>
                      <a:pt x="206489" y="613513"/>
                      <a:pt x="225539" y="718288"/>
                      <a:pt x="201726" y="748768"/>
                    </a:cubicBezTo>
                    <a:cubicBezTo>
                      <a:pt x="178866" y="779248"/>
                      <a:pt x="25514" y="848780"/>
                      <a:pt x="14084" y="823063"/>
                    </a:cubicBezTo>
                    <a:cubicBezTo>
                      <a:pt x="2654" y="797345"/>
                      <a:pt x="-4014" y="764960"/>
                      <a:pt x="2654" y="750673"/>
                    </a:cubicBezTo>
                    <a:cubicBezTo>
                      <a:pt x="9321" y="736385"/>
                      <a:pt x="104571" y="616370"/>
                      <a:pt x="111239" y="590653"/>
                    </a:cubicBezTo>
                    <a:cubicBezTo>
                      <a:pt x="117906" y="564935"/>
                      <a:pt x="153149" y="383960"/>
                      <a:pt x="166484" y="377293"/>
                    </a:cubicBezTo>
                    <a:cubicBezTo>
                      <a:pt x="180771" y="370625"/>
                      <a:pt x="247446" y="282043"/>
                      <a:pt x="252209" y="238228"/>
                    </a:cubicBezTo>
                    <a:cubicBezTo>
                      <a:pt x="256971" y="194413"/>
                      <a:pt x="231254" y="101068"/>
                      <a:pt x="222681" y="96305"/>
                    </a:cubicBezTo>
                    <a:cubicBezTo>
                      <a:pt x="215061" y="91543"/>
                      <a:pt x="75044" y="123928"/>
                      <a:pt x="71234" y="105830"/>
                    </a:cubicBezTo>
                    <a:cubicBezTo>
                      <a:pt x="68376" y="86780"/>
                      <a:pt x="175056" y="49633"/>
                      <a:pt x="175056" y="4963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50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  <p:grpSp>
          <p:nvGrpSpPr>
            <p:cNvPr id="10" name="Graphic 2"/>
            <p:cNvGrpSpPr/>
            <p:nvPr/>
          </p:nvGrpSpPr>
          <p:grpSpPr>
            <a:xfrm>
              <a:off x="5313997" y="2632709"/>
              <a:ext cx="1572577" cy="1584960"/>
              <a:chOff x="5313997" y="2632709"/>
              <a:chExt cx="1572577" cy="1584960"/>
            </a:xfrm>
            <a:solidFill>
              <a:srgbClr val="11608C">
                <a:alpha val="45000"/>
              </a:srgbClr>
            </a:solidFill>
          </p:grpSpPr>
          <p:sp>
            <p:nvSpPr>
              <p:cNvPr id="235" name="Freeform: Shape 10"/>
              <p:cNvSpPr/>
              <p:nvPr/>
            </p:nvSpPr>
            <p:spPr>
              <a:xfrm>
                <a:off x="6010188" y="2632709"/>
                <a:ext cx="876386" cy="1263967"/>
              </a:xfrm>
              <a:custGeom>
                <a:avLst/>
                <a:gdLst>
                  <a:gd name="connsiteX0" fmla="*/ 876387 w 876386"/>
                  <a:gd name="connsiteY0" fmla="*/ 793433 h 1263967"/>
                  <a:gd name="connsiteX1" fmla="*/ 82954 w 876386"/>
                  <a:gd name="connsiteY1" fmla="*/ 0 h 1263967"/>
                  <a:gd name="connsiteX2" fmla="*/ 30567 w 876386"/>
                  <a:gd name="connsiteY2" fmla="*/ 1905 h 1263967"/>
                  <a:gd name="connsiteX3" fmla="*/ 87 w 876386"/>
                  <a:gd name="connsiteY3" fmla="*/ 10478 h 1263967"/>
                  <a:gd name="connsiteX4" fmla="*/ 39139 w 876386"/>
                  <a:gd name="connsiteY4" fmla="*/ 171450 h 1263967"/>
                  <a:gd name="connsiteX5" fmla="*/ 168679 w 876386"/>
                  <a:gd name="connsiteY5" fmla="*/ 216218 h 1263967"/>
                  <a:gd name="connsiteX6" fmla="*/ 222019 w 876386"/>
                  <a:gd name="connsiteY6" fmla="*/ 284798 h 1263967"/>
                  <a:gd name="connsiteX7" fmla="*/ 312507 w 876386"/>
                  <a:gd name="connsiteY7" fmla="*/ 284798 h 1263967"/>
                  <a:gd name="connsiteX8" fmla="*/ 392517 w 876386"/>
                  <a:gd name="connsiteY8" fmla="*/ 375285 h 1263967"/>
                  <a:gd name="connsiteX9" fmla="*/ 590637 w 876386"/>
                  <a:gd name="connsiteY9" fmla="*/ 332423 h 1263967"/>
                  <a:gd name="connsiteX10" fmla="*/ 670647 w 876386"/>
                  <a:gd name="connsiteY10" fmla="*/ 397193 h 1263967"/>
                  <a:gd name="connsiteX11" fmla="*/ 670647 w 876386"/>
                  <a:gd name="connsiteY11" fmla="*/ 524828 h 1263967"/>
                  <a:gd name="connsiteX12" fmla="*/ 719224 w 876386"/>
                  <a:gd name="connsiteY12" fmla="*/ 599123 h 1263967"/>
                  <a:gd name="connsiteX13" fmla="*/ 643024 w 876386"/>
                  <a:gd name="connsiteY13" fmla="*/ 814388 h 1263967"/>
                  <a:gd name="connsiteX14" fmla="*/ 619212 w 876386"/>
                  <a:gd name="connsiteY14" fmla="*/ 890588 h 1263967"/>
                  <a:gd name="connsiteX15" fmla="*/ 507769 w 876386"/>
                  <a:gd name="connsiteY15" fmla="*/ 1123950 h 1263967"/>
                  <a:gd name="connsiteX16" fmla="*/ 722082 w 876386"/>
                  <a:gd name="connsiteY16" fmla="*/ 1263968 h 1263967"/>
                  <a:gd name="connsiteX17" fmla="*/ 876387 w 876386"/>
                  <a:gd name="connsiteY17" fmla="*/ 793433 h 1263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76386" h="1263967">
                    <a:moveTo>
                      <a:pt x="876387" y="793433"/>
                    </a:moveTo>
                    <a:cubicBezTo>
                      <a:pt x="876387" y="355283"/>
                      <a:pt x="521104" y="0"/>
                      <a:pt x="82954" y="0"/>
                    </a:cubicBezTo>
                    <a:cubicBezTo>
                      <a:pt x="64857" y="0"/>
                      <a:pt x="47712" y="953"/>
                      <a:pt x="30567" y="1905"/>
                    </a:cubicBezTo>
                    <a:cubicBezTo>
                      <a:pt x="11517" y="7620"/>
                      <a:pt x="87" y="10478"/>
                      <a:pt x="87" y="10478"/>
                    </a:cubicBezTo>
                    <a:cubicBezTo>
                      <a:pt x="87" y="10478"/>
                      <a:pt x="-3723" y="140018"/>
                      <a:pt x="39139" y="171450"/>
                    </a:cubicBezTo>
                    <a:cubicBezTo>
                      <a:pt x="82002" y="202883"/>
                      <a:pt x="154392" y="212408"/>
                      <a:pt x="168679" y="216218"/>
                    </a:cubicBezTo>
                    <a:cubicBezTo>
                      <a:pt x="182014" y="220028"/>
                      <a:pt x="188682" y="280988"/>
                      <a:pt x="222019" y="284798"/>
                    </a:cubicBezTo>
                    <a:cubicBezTo>
                      <a:pt x="255357" y="288608"/>
                      <a:pt x="282979" y="259080"/>
                      <a:pt x="312507" y="284798"/>
                    </a:cubicBezTo>
                    <a:cubicBezTo>
                      <a:pt x="342034" y="310515"/>
                      <a:pt x="320127" y="370523"/>
                      <a:pt x="392517" y="375285"/>
                    </a:cubicBezTo>
                    <a:cubicBezTo>
                      <a:pt x="464907" y="379095"/>
                      <a:pt x="548727" y="318135"/>
                      <a:pt x="590637" y="332423"/>
                    </a:cubicBezTo>
                    <a:cubicBezTo>
                      <a:pt x="631594" y="345758"/>
                      <a:pt x="664932" y="379095"/>
                      <a:pt x="670647" y="397193"/>
                    </a:cubicBezTo>
                    <a:cubicBezTo>
                      <a:pt x="676362" y="415290"/>
                      <a:pt x="644929" y="491490"/>
                      <a:pt x="670647" y="524828"/>
                    </a:cubicBezTo>
                    <a:cubicBezTo>
                      <a:pt x="696364" y="558165"/>
                      <a:pt x="719224" y="581978"/>
                      <a:pt x="719224" y="599123"/>
                    </a:cubicBezTo>
                    <a:cubicBezTo>
                      <a:pt x="719224" y="616268"/>
                      <a:pt x="644929" y="782955"/>
                      <a:pt x="643024" y="814388"/>
                    </a:cubicBezTo>
                    <a:cubicBezTo>
                      <a:pt x="641119" y="845820"/>
                      <a:pt x="643024" y="864870"/>
                      <a:pt x="619212" y="890588"/>
                    </a:cubicBezTo>
                    <a:cubicBezTo>
                      <a:pt x="595399" y="916305"/>
                      <a:pt x="503959" y="1062990"/>
                      <a:pt x="507769" y="1123950"/>
                    </a:cubicBezTo>
                    <a:cubicBezTo>
                      <a:pt x="511579" y="1178243"/>
                      <a:pt x="685887" y="1249680"/>
                      <a:pt x="722082" y="1263968"/>
                    </a:cubicBezTo>
                    <a:cubicBezTo>
                      <a:pt x="819237" y="1132523"/>
                      <a:pt x="876387" y="969645"/>
                      <a:pt x="876387" y="793433"/>
                    </a:cubicBezTo>
                    <a:close/>
                  </a:path>
                </a:pathLst>
              </a:custGeom>
              <a:solidFill>
                <a:srgbClr val="11608C">
                  <a:alpha val="45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2" name="Freeform: Shape 11"/>
              <p:cNvSpPr/>
              <p:nvPr/>
            </p:nvSpPr>
            <p:spPr>
              <a:xfrm>
                <a:off x="5313997" y="2671762"/>
                <a:ext cx="803910" cy="1545907"/>
              </a:xfrm>
              <a:custGeom>
                <a:avLst/>
                <a:gdLst>
                  <a:gd name="connsiteX0" fmla="*/ 803910 w 803910"/>
                  <a:gd name="connsiteY0" fmla="*/ 1122998 h 1545907"/>
                  <a:gd name="connsiteX1" fmla="*/ 736283 w 803910"/>
                  <a:gd name="connsiteY1" fmla="*/ 993458 h 1545907"/>
                  <a:gd name="connsiteX2" fmla="*/ 573405 w 803910"/>
                  <a:gd name="connsiteY2" fmla="*/ 931545 h 1545907"/>
                  <a:gd name="connsiteX3" fmla="*/ 546735 w 803910"/>
                  <a:gd name="connsiteY3" fmla="*/ 838200 h 1545907"/>
                  <a:gd name="connsiteX4" fmla="*/ 481013 w 803910"/>
                  <a:gd name="connsiteY4" fmla="*/ 705803 h 1545907"/>
                  <a:gd name="connsiteX5" fmla="*/ 501968 w 803910"/>
                  <a:gd name="connsiteY5" fmla="*/ 553403 h 1545907"/>
                  <a:gd name="connsiteX6" fmla="*/ 565785 w 803910"/>
                  <a:gd name="connsiteY6" fmla="*/ 367665 h 1545907"/>
                  <a:gd name="connsiteX7" fmla="*/ 534353 w 803910"/>
                  <a:gd name="connsiteY7" fmla="*/ 230505 h 1545907"/>
                  <a:gd name="connsiteX8" fmla="*/ 575310 w 803910"/>
                  <a:gd name="connsiteY8" fmla="*/ 48578 h 1545907"/>
                  <a:gd name="connsiteX9" fmla="*/ 540068 w 803910"/>
                  <a:gd name="connsiteY9" fmla="*/ 0 h 1545907"/>
                  <a:gd name="connsiteX10" fmla="*/ 531495 w 803910"/>
                  <a:gd name="connsiteY10" fmla="*/ 1905 h 1545907"/>
                  <a:gd name="connsiteX11" fmla="*/ 0 w 803910"/>
                  <a:gd name="connsiteY11" fmla="*/ 609600 h 1545907"/>
                  <a:gd name="connsiteX12" fmla="*/ 34290 w 803910"/>
                  <a:gd name="connsiteY12" fmla="*/ 643890 h 1545907"/>
                  <a:gd name="connsiteX13" fmla="*/ 98108 w 803910"/>
                  <a:gd name="connsiteY13" fmla="*/ 630555 h 1545907"/>
                  <a:gd name="connsiteX14" fmla="*/ 125730 w 803910"/>
                  <a:gd name="connsiteY14" fmla="*/ 692468 h 1545907"/>
                  <a:gd name="connsiteX15" fmla="*/ 240983 w 803910"/>
                  <a:gd name="connsiteY15" fmla="*/ 665798 h 1545907"/>
                  <a:gd name="connsiteX16" fmla="*/ 240983 w 803910"/>
                  <a:gd name="connsiteY16" fmla="*/ 788670 h 1545907"/>
                  <a:gd name="connsiteX17" fmla="*/ 354330 w 803910"/>
                  <a:gd name="connsiteY17" fmla="*/ 856298 h 1545907"/>
                  <a:gd name="connsiteX18" fmla="*/ 455295 w 803910"/>
                  <a:gd name="connsiteY18" fmla="*/ 837248 h 1545907"/>
                  <a:gd name="connsiteX19" fmla="*/ 532448 w 803910"/>
                  <a:gd name="connsiteY19" fmla="*/ 880110 h 1545907"/>
                  <a:gd name="connsiteX20" fmla="*/ 532448 w 803910"/>
                  <a:gd name="connsiteY20" fmla="*/ 986790 h 1545907"/>
                  <a:gd name="connsiteX21" fmla="*/ 334328 w 803910"/>
                  <a:gd name="connsiteY21" fmla="*/ 1068705 h 1545907"/>
                  <a:gd name="connsiteX22" fmla="*/ 302895 w 803910"/>
                  <a:gd name="connsiteY22" fmla="*/ 1259205 h 1545907"/>
                  <a:gd name="connsiteX23" fmla="*/ 374333 w 803910"/>
                  <a:gd name="connsiteY23" fmla="*/ 1392555 h 1545907"/>
                  <a:gd name="connsiteX24" fmla="*/ 455295 w 803910"/>
                  <a:gd name="connsiteY24" fmla="*/ 1477328 h 1545907"/>
                  <a:gd name="connsiteX25" fmla="*/ 464820 w 803910"/>
                  <a:gd name="connsiteY25" fmla="*/ 1481138 h 1545907"/>
                  <a:gd name="connsiteX26" fmla="*/ 605790 w 803910"/>
                  <a:gd name="connsiteY26" fmla="*/ 1523048 h 1545907"/>
                  <a:gd name="connsiteX27" fmla="*/ 759143 w 803910"/>
                  <a:gd name="connsiteY27" fmla="*/ 1545908 h 1545907"/>
                  <a:gd name="connsiteX28" fmla="*/ 741998 w 803910"/>
                  <a:gd name="connsiteY28" fmla="*/ 1342073 h 1545907"/>
                  <a:gd name="connsiteX29" fmla="*/ 803910 w 803910"/>
                  <a:gd name="connsiteY29" fmla="*/ 1122998 h 1545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803910" h="1545907">
                    <a:moveTo>
                      <a:pt x="803910" y="1122998"/>
                    </a:moveTo>
                    <a:cubicBezTo>
                      <a:pt x="803910" y="1093470"/>
                      <a:pt x="762953" y="1012508"/>
                      <a:pt x="736283" y="993458"/>
                    </a:cubicBezTo>
                    <a:cubicBezTo>
                      <a:pt x="709613" y="974408"/>
                      <a:pt x="579120" y="982028"/>
                      <a:pt x="573405" y="931545"/>
                    </a:cubicBezTo>
                    <a:cubicBezTo>
                      <a:pt x="567690" y="881063"/>
                      <a:pt x="546735" y="838200"/>
                      <a:pt x="546735" y="838200"/>
                    </a:cubicBezTo>
                    <a:cubicBezTo>
                      <a:pt x="546735" y="838200"/>
                      <a:pt x="496253" y="732473"/>
                      <a:pt x="481013" y="705803"/>
                    </a:cubicBezTo>
                    <a:cubicBezTo>
                      <a:pt x="465773" y="679133"/>
                      <a:pt x="449580" y="634365"/>
                      <a:pt x="501968" y="553403"/>
                    </a:cubicBezTo>
                    <a:cubicBezTo>
                      <a:pt x="554355" y="473393"/>
                      <a:pt x="587693" y="421958"/>
                      <a:pt x="565785" y="367665"/>
                    </a:cubicBezTo>
                    <a:cubicBezTo>
                      <a:pt x="543878" y="314325"/>
                      <a:pt x="526733" y="261938"/>
                      <a:pt x="534353" y="230505"/>
                    </a:cubicBezTo>
                    <a:cubicBezTo>
                      <a:pt x="541973" y="199073"/>
                      <a:pt x="592455" y="89535"/>
                      <a:pt x="575310" y="48578"/>
                    </a:cubicBezTo>
                    <a:cubicBezTo>
                      <a:pt x="558165" y="7620"/>
                      <a:pt x="540068" y="0"/>
                      <a:pt x="540068" y="0"/>
                    </a:cubicBezTo>
                    <a:lnTo>
                      <a:pt x="531495" y="1905"/>
                    </a:lnTo>
                    <a:cubicBezTo>
                      <a:pt x="260033" y="91440"/>
                      <a:pt x="53340" y="323850"/>
                      <a:pt x="0" y="609600"/>
                    </a:cubicBezTo>
                    <a:cubicBezTo>
                      <a:pt x="8572" y="625793"/>
                      <a:pt x="20955" y="644843"/>
                      <a:pt x="34290" y="643890"/>
                    </a:cubicBezTo>
                    <a:cubicBezTo>
                      <a:pt x="57150" y="641985"/>
                      <a:pt x="98108" y="630555"/>
                      <a:pt x="98108" y="630555"/>
                    </a:cubicBezTo>
                    <a:cubicBezTo>
                      <a:pt x="98108" y="630555"/>
                      <a:pt x="111443" y="692468"/>
                      <a:pt x="125730" y="692468"/>
                    </a:cubicBezTo>
                    <a:cubicBezTo>
                      <a:pt x="140018" y="692468"/>
                      <a:pt x="224790" y="661035"/>
                      <a:pt x="240983" y="665798"/>
                    </a:cubicBezTo>
                    <a:cubicBezTo>
                      <a:pt x="257175" y="670560"/>
                      <a:pt x="220028" y="746760"/>
                      <a:pt x="240983" y="788670"/>
                    </a:cubicBezTo>
                    <a:cubicBezTo>
                      <a:pt x="261938" y="829628"/>
                      <a:pt x="342900" y="856298"/>
                      <a:pt x="354330" y="856298"/>
                    </a:cubicBezTo>
                    <a:cubicBezTo>
                      <a:pt x="365760" y="856298"/>
                      <a:pt x="425768" y="833438"/>
                      <a:pt x="455295" y="837248"/>
                    </a:cubicBezTo>
                    <a:cubicBezTo>
                      <a:pt x="484823" y="841058"/>
                      <a:pt x="521018" y="862965"/>
                      <a:pt x="532448" y="880110"/>
                    </a:cubicBezTo>
                    <a:cubicBezTo>
                      <a:pt x="543878" y="897255"/>
                      <a:pt x="547688" y="977265"/>
                      <a:pt x="532448" y="986790"/>
                    </a:cubicBezTo>
                    <a:cubicBezTo>
                      <a:pt x="517208" y="996315"/>
                      <a:pt x="356235" y="1044893"/>
                      <a:pt x="334328" y="1068705"/>
                    </a:cubicBezTo>
                    <a:cubicBezTo>
                      <a:pt x="311468" y="1093470"/>
                      <a:pt x="291465" y="1218248"/>
                      <a:pt x="302895" y="1259205"/>
                    </a:cubicBezTo>
                    <a:cubicBezTo>
                      <a:pt x="314325" y="1300163"/>
                      <a:pt x="367665" y="1362075"/>
                      <a:pt x="374333" y="1392555"/>
                    </a:cubicBezTo>
                    <a:cubicBezTo>
                      <a:pt x="380048" y="1420178"/>
                      <a:pt x="429578" y="1463993"/>
                      <a:pt x="455295" y="1477328"/>
                    </a:cubicBezTo>
                    <a:cubicBezTo>
                      <a:pt x="458153" y="1478280"/>
                      <a:pt x="461010" y="1480185"/>
                      <a:pt x="464820" y="1481138"/>
                    </a:cubicBezTo>
                    <a:cubicBezTo>
                      <a:pt x="494348" y="1491615"/>
                      <a:pt x="605790" y="1523048"/>
                      <a:pt x="605790" y="1523048"/>
                    </a:cubicBezTo>
                    <a:lnTo>
                      <a:pt x="759143" y="1545908"/>
                    </a:lnTo>
                    <a:cubicBezTo>
                      <a:pt x="759143" y="1545908"/>
                      <a:pt x="722948" y="1388745"/>
                      <a:pt x="741998" y="1342073"/>
                    </a:cubicBezTo>
                    <a:cubicBezTo>
                      <a:pt x="759143" y="1295400"/>
                      <a:pt x="803910" y="1152525"/>
                      <a:pt x="803910" y="1122998"/>
                    </a:cubicBezTo>
                    <a:close/>
                  </a:path>
                </a:pathLst>
              </a:custGeom>
              <a:solidFill>
                <a:srgbClr val="11608C">
                  <a:alpha val="45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  <p:sp>
          <p:nvSpPr>
            <p:cNvPr id="13" name="Freeform: Shape 12"/>
            <p:cNvSpPr/>
            <p:nvPr/>
          </p:nvSpPr>
          <p:spPr>
            <a:xfrm>
              <a:off x="5323522" y="2680335"/>
              <a:ext cx="764269" cy="1537335"/>
            </a:xfrm>
            <a:custGeom>
              <a:avLst/>
              <a:gdLst>
                <a:gd name="connsiteX0" fmla="*/ 0 w 764269"/>
                <a:gd name="connsiteY0" fmla="*/ 555308 h 1537335"/>
                <a:gd name="connsiteX1" fmla="*/ 30480 w 764269"/>
                <a:gd name="connsiteY1" fmla="*/ 591503 h 1537335"/>
                <a:gd name="connsiteX2" fmla="*/ 89535 w 764269"/>
                <a:gd name="connsiteY2" fmla="*/ 591503 h 1537335"/>
                <a:gd name="connsiteX3" fmla="*/ 125730 w 764269"/>
                <a:gd name="connsiteY3" fmla="*/ 641985 h 1537335"/>
                <a:gd name="connsiteX4" fmla="*/ 234315 w 764269"/>
                <a:gd name="connsiteY4" fmla="*/ 601980 h 1537335"/>
                <a:gd name="connsiteX5" fmla="*/ 215265 w 764269"/>
                <a:gd name="connsiteY5" fmla="*/ 759143 h 1537335"/>
                <a:gd name="connsiteX6" fmla="*/ 342900 w 764269"/>
                <a:gd name="connsiteY6" fmla="*/ 816293 h 1537335"/>
                <a:gd name="connsiteX7" fmla="*/ 459105 w 764269"/>
                <a:gd name="connsiteY7" fmla="*/ 801053 h 1537335"/>
                <a:gd name="connsiteX8" fmla="*/ 524828 w 764269"/>
                <a:gd name="connsiteY8" fmla="*/ 841058 h 1537335"/>
                <a:gd name="connsiteX9" fmla="*/ 533400 w 764269"/>
                <a:gd name="connsiteY9" fmla="*/ 915353 h 1537335"/>
                <a:gd name="connsiteX10" fmla="*/ 548640 w 764269"/>
                <a:gd name="connsiteY10" fmla="*/ 984885 h 1537335"/>
                <a:gd name="connsiteX11" fmla="*/ 349568 w 764269"/>
                <a:gd name="connsiteY11" fmla="*/ 1080135 h 1537335"/>
                <a:gd name="connsiteX12" fmla="*/ 323850 w 764269"/>
                <a:gd name="connsiteY12" fmla="*/ 1264920 h 1537335"/>
                <a:gd name="connsiteX13" fmla="*/ 368618 w 764269"/>
                <a:gd name="connsiteY13" fmla="*/ 1343025 h 1537335"/>
                <a:gd name="connsiteX14" fmla="*/ 411480 w 764269"/>
                <a:gd name="connsiteY14" fmla="*/ 1406843 h 1537335"/>
                <a:gd name="connsiteX15" fmla="*/ 517208 w 764269"/>
                <a:gd name="connsiteY15" fmla="*/ 1462088 h 1537335"/>
                <a:gd name="connsiteX16" fmla="*/ 582930 w 764269"/>
                <a:gd name="connsiteY16" fmla="*/ 1515428 h 1537335"/>
                <a:gd name="connsiteX17" fmla="*/ 748665 w 764269"/>
                <a:gd name="connsiteY17" fmla="*/ 1537335 h 1537335"/>
                <a:gd name="connsiteX18" fmla="*/ 748665 w 764269"/>
                <a:gd name="connsiteY18" fmla="*/ 1536383 h 1537335"/>
                <a:gd name="connsiteX19" fmla="*/ 705803 w 764269"/>
                <a:gd name="connsiteY19" fmla="*/ 1394460 h 1537335"/>
                <a:gd name="connsiteX20" fmla="*/ 724853 w 764269"/>
                <a:gd name="connsiteY20" fmla="*/ 1254443 h 1537335"/>
                <a:gd name="connsiteX21" fmla="*/ 760095 w 764269"/>
                <a:gd name="connsiteY21" fmla="*/ 1151573 h 1537335"/>
                <a:gd name="connsiteX22" fmla="*/ 759143 w 764269"/>
                <a:gd name="connsiteY22" fmla="*/ 1085850 h 1537335"/>
                <a:gd name="connsiteX23" fmla="*/ 731520 w 764269"/>
                <a:gd name="connsiteY23" fmla="*/ 1027748 h 1537335"/>
                <a:gd name="connsiteX24" fmla="*/ 572453 w 764269"/>
                <a:gd name="connsiteY24" fmla="*/ 968693 h 1537335"/>
                <a:gd name="connsiteX25" fmla="*/ 557213 w 764269"/>
                <a:gd name="connsiteY25" fmla="*/ 883920 h 1537335"/>
                <a:gd name="connsiteX26" fmla="*/ 546735 w 764269"/>
                <a:gd name="connsiteY26" fmla="*/ 802958 h 1537335"/>
                <a:gd name="connsiteX27" fmla="*/ 472440 w 764269"/>
                <a:gd name="connsiteY27" fmla="*/ 697230 h 1537335"/>
                <a:gd name="connsiteX28" fmla="*/ 444818 w 764269"/>
                <a:gd name="connsiteY28" fmla="*/ 603885 h 1537335"/>
                <a:gd name="connsiteX29" fmla="*/ 538163 w 764269"/>
                <a:gd name="connsiteY29" fmla="*/ 394335 h 1537335"/>
                <a:gd name="connsiteX30" fmla="*/ 500063 w 764269"/>
                <a:gd name="connsiteY30" fmla="*/ 239078 h 1537335"/>
                <a:gd name="connsiteX31" fmla="*/ 538163 w 764269"/>
                <a:gd name="connsiteY31" fmla="*/ 62865 h 1537335"/>
                <a:gd name="connsiteX32" fmla="*/ 500063 w 764269"/>
                <a:gd name="connsiteY32" fmla="*/ 0 h 1537335"/>
                <a:gd name="connsiteX33" fmla="*/ 0 w 764269"/>
                <a:gd name="connsiteY33" fmla="*/ 555308 h 1537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64269" h="1537335">
                  <a:moveTo>
                    <a:pt x="0" y="555308"/>
                  </a:moveTo>
                  <a:cubicBezTo>
                    <a:pt x="10477" y="573405"/>
                    <a:pt x="21907" y="588645"/>
                    <a:pt x="30480" y="591503"/>
                  </a:cubicBezTo>
                  <a:cubicBezTo>
                    <a:pt x="51435" y="600075"/>
                    <a:pt x="77153" y="587693"/>
                    <a:pt x="89535" y="591503"/>
                  </a:cubicBezTo>
                  <a:cubicBezTo>
                    <a:pt x="101918" y="595313"/>
                    <a:pt x="100965" y="633413"/>
                    <a:pt x="125730" y="641985"/>
                  </a:cubicBezTo>
                  <a:cubicBezTo>
                    <a:pt x="182880" y="661988"/>
                    <a:pt x="206693" y="599123"/>
                    <a:pt x="234315" y="601980"/>
                  </a:cubicBezTo>
                  <a:cubicBezTo>
                    <a:pt x="261938" y="603885"/>
                    <a:pt x="191453" y="741998"/>
                    <a:pt x="215265" y="759143"/>
                  </a:cubicBezTo>
                  <a:cubicBezTo>
                    <a:pt x="238125" y="776288"/>
                    <a:pt x="284798" y="812483"/>
                    <a:pt x="342900" y="816293"/>
                  </a:cubicBezTo>
                  <a:cubicBezTo>
                    <a:pt x="400050" y="820103"/>
                    <a:pt x="408623" y="782003"/>
                    <a:pt x="459105" y="801053"/>
                  </a:cubicBezTo>
                  <a:cubicBezTo>
                    <a:pt x="509588" y="820103"/>
                    <a:pt x="505778" y="822008"/>
                    <a:pt x="524828" y="841058"/>
                  </a:cubicBezTo>
                  <a:cubicBezTo>
                    <a:pt x="543878" y="860108"/>
                    <a:pt x="528638" y="896303"/>
                    <a:pt x="533400" y="915353"/>
                  </a:cubicBezTo>
                  <a:cubicBezTo>
                    <a:pt x="537210" y="934403"/>
                    <a:pt x="551498" y="977265"/>
                    <a:pt x="548640" y="984885"/>
                  </a:cubicBezTo>
                  <a:cubicBezTo>
                    <a:pt x="535305" y="1019175"/>
                    <a:pt x="363855" y="1048703"/>
                    <a:pt x="349568" y="1080135"/>
                  </a:cubicBezTo>
                  <a:cubicBezTo>
                    <a:pt x="334328" y="1111568"/>
                    <a:pt x="311468" y="1230630"/>
                    <a:pt x="323850" y="1264920"/>
                  </a:cubicBezTo>
                  <a:cubicBezTo>
                    <a:pt x="336233" y="1299210"/>
                    <a:pt x="361950" y="1323975"/>
                    <a:pt x="368618" y="1343025"/>
                  </a:cubicBezTo>
                  <a:cubicBezTo>
                    <a:pt x="375285" y="1362075"/>
                    <a:pt x="364808" y="1381125"/>
                    <a:pt x="411480" y="1406843"/>
                  </a:cubicBezTo>
                  <a:cubicBezTo>
                    <a:pt x="458153" y="1432560"/>
                    <a:pt x="506730" y="1439228"/>
                    <a:pt x="517208" y="1462088"/>
                  </a:cubicBezTo>
                  <a:cubicBezTo>
                    <a:pt x="524828" y="1478280"/>
                    <a:pt x="553403" y="1497330"/>
                    <a:pt x="582930" y="1515428"/>
                  </a:cubicBezTo>
                  <a:cubicBezTo>
                    <a:pt x="636270" y="1528763"/>
                    <a:pt x="691515" y="1536383"/>
                    <a:pt x="748665" y="1537335"/>
                  </a:cubicBezTo>
                  <a:cubicBezTo>
                    <a:pt x="748665" y="1537335"/>
                    <a:pt x="748665" y="1536383"/>
                    <a:pt x="748665" y="1536383"/>
                  </a:cubicBezTo>
                  <a:cubicBezTo>
                    <a:pt x="746760" y="1510665"/>
                    <a:pt x="710565" y="1425893"/>
                    <a:pt x="705803" y="1394460"/>
                  </a:cubicBezTo>
                  <a:cubicBezTo>
                    <a:pt x="701040" y="1363028"/>
                    <a:pt x="699135" y="1307783"/>
                    <a:pt x="724853" y="1254443"/>
                  </a:cubicBezTo>
                  <a:cubicBezTo>
                    <a:pt x="740093" y="1222058"/>
                    <a:pt x="752475" y="1180148"/>
                    <a:pt x="760095" y="1151573"/>
                  </a:cubicBezTo>
                  <a:cubicBezTo>
                    <a:pt x="765810" y="1129665"/>
                    <a:pt x="765810" y="1107758"/>
                    <a:pt x="759143" y="1085850"/>
                  </a:cubicBezTo>
                  <a:cubicBezTo>
                    <a:pt x="753428" y="1065848"/>
                    <a:pt x="743903" y="1042035"/>
                    <a:pt x="731520" y="1027748"/>
                  </a:cubicBezTo>
                  <a:cubicBezTo>
                    <a:pt x="705803" y="1000125"/>
                    <a:pt x="596265" y="998220"/>
                    <a:pt x="572453" y="968693"/>
                  </a:cubicBezTo>
                  <a:cubicBezTo>
                    <a:pt x="562928" y="957263"/>
                    <a:pt x="553403" y="904875"/>
                    <a:pt x="557213" y="883920"/>
                  </a:cubicBezTo>
                  <a:cubicBezTo>
                    <a:pt x="561023" y="862965"/>
                    <a:pt x="557213" y="824865"/>
                    <a:pt x="546735" y="802958"/>
                  </a:cubicBezTo>
                  <a:cubicBezTo>
                    <a:pt x="536258" y="782003"/>
                    <a:pt x="501968" y="745808"/>
                    <a:pt x="472440" y="697230"/>
                  </a:cubicBezTo>
                  <a:cubicBezTo>
                    <a:pt x="458153" y="673418"/>
                    <a:pt x="438150" y="643890"/>
                    <a:pt x="444818" y="603885"/>
                  </a:cubicBezTo>
                  <a:cubicBezTo>
                    <a:pt x="451485" y="563880"/>
                    <a:pt x="536258" y="436245"/>
                    <a:pt x="538163" y="394335"/>
                  </a:cubicBezTo>
                  <a:cubicBezTo>
                    <a:pt x="540068" y="351473"/>
                    <a:pt x="498158" y="271463"/>
                    <a:pt x="500063" y="239078"/>
                  </a:cubicBezTo>
                  <a:cubicBezTo>
                    <a:pt x="501968" y="207645"/>
                    <a:pt x="544830" y="99060"/>
                    <a:pt x="538163" y="62865"/>
                  </a:cubicBezTo>
                  <a:cubicBezTo>
                    <a:pt x="535305" y="44768"/>
                    <a:pt x="517208" y="20003"/>
                    <a:pt x="500063" y="0"/>
                  </a:cubicBezTo>
                  <a:cubicBezTo>
                    <a:pt x="253365" y="90487"/>
                    <a:pt x="63818" y="298133"/>
                    <a:pt x="0" y="555308"/>
                  </a:cubicBezTo>
                  <a:close/>
                </a:path>
              </a:pathLst>
            </a:custGeom>
            <a:solidFill>
              <a:srgbClr val="81D1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6044564" y="2632709"/>
              <a:ext cx="842010" cy="1236344"/>
            </a:xfrm>
            <a:custGeom>
              <a:avLst/>
              <a:gdLst>
                <a:gd name="connsiteX0" fmla="*/ 842010 w 842010"/>
                <a:gd name="connsiteY0" fmla="*/ 793433 h 1236344"/>
                <a:gd name="connsiteX1" fmla="*/ 48577 w 842010"/>
                <a:gd name="connsiteY1" fmla="*/ 0 h 1236344"/>
                <a:gd name="connsiteX2" fmla="*/ 5715 w 842010"/>
                <a:gd name="connsiteY2" fmla="*/ 953 h 1236344"/>
                <a:gd name="connsiteX3" fmla="*/ 0 w 842010"/>
                <a:gd name="connsiteY3" fmla="*/ 3810 h 1236344"/>
                <a:gd name="connsiteX4" fmla="*/ 88583 w 842010"/>
                <a:gd name="connsiteY4" fmla="*/ 171450 h 1236344"/>
                <a:gd name="connsiteX5" fmla="*/ 237173 w 842010"/>
                <a:gd name="connsiteY5" fmla="*/ 210503 h 1236344"/>
                <a:gd name="connsiteX6" fmla="*/ 329565 w 842010"/>
                <a:gd name="connsiteY6" fmla="*/ 296228 h 1236344"/>
                <a:gd name="connsiteX7" fmla="*/ 507682 w 842010"/>
                <a:gd name="connsiteY7" fmla="*/ 296228 h 1236344"/>
                <a:gd name="connsiteX8" fmla="*/ 649605 w 842010"/>
                <a:gd name="connsiteY8" fmla="*/ 352425 h 1236344"/>
                <a:gd name="connsiteX9" fmla="*/ 685800 w 842010"/>
                <a:gd name="connsiteY9" fmla="*/ 490538 h 1236344"/>
                <a:gd name="connsiteX10" fmla="*/ 735330 w 842010"/>
                <a:gd name="connsiteY10" fmla="*/ 585788 h 1236344"/>
                <a:gd name="connsiteX11" fmla="*/ 665798 w 842010"/>
                <a:gd name="connsiteY11" fmla="*/ 757238 h 1236344"/>
                <a:gd name="connsiteX12" fmla="*/ 616268 w 842010"/>
                <a:gd name="connsiteY12" fmla="*/ 915353 h 1236344"/>
                <a:gd name="connsiteX13" fmla="*/ 530543 w 842010"/>
                <a:gd name="connsiteY13" fmla="*/ 1082993 h 1236344"/>
                <a:gd name="connsiteX14" fmla="*/ 705803 w 842010"/>
                <a:gd name="connsiteY14" fmla="*/ 1236345 h 1236344"/>
                <a:gd name="connsiteX15" fmla="*/ 842010 w 842010"/>
                <a:gd name="connsiteY15" fmla="*/ 793433 h 1236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2010" h="1236344">
                  <a:moveTo>
                    <a:pt x="842010" y="793433"/>
                  </a:moveTo>
                  <a:cubicBezTo>
                    <a:pt x="842010" y="355283"/>
                    <a:pt x="486728" y="0"/>
                    <a:pt x="48577" y="0"/>
                  </a:cubicBezTo>
                  <a:cubicBezTo>
                    <a:pt x="34290" y="0"/>
                    <a:pt x="20002" y="0"/>
                    <a:pt x="5715" y="953"/>
                  </a:cubicBezTo>
                  <a:lnTo>
                    <a:pt x="0" y="3810"/>
                  </a:lnTo>
                  <a:cubicBezTo>
                    <a:pt x="0" y="3810"/>
                    <a:pt x="29527" y="141923"/>
                    <a:pt x="88583" y="171450"/>
                  </a:cubicBezTo>
                  <a:cubicBezTo>
                    <a:pt x="147638" y="200978"/>
                    <a:pt x="210502" y="200978"/>
                    <a:pt x="237173" y="210503"/>
                  </a:cubicBezTo>
                  <a:cubicBezTo>
                    <a:pt x="263843" y="220028"/>
                    <a:pt x="276225" y="266700"/>
                    <a:pt x="329565" y="296228"/>
                  </a:cubicBezTo>
                  <a:cubicBezTo>
                    <a:pt x="381953" y="325755"/>
                    <a:pt x="454343" y="286703"/>
                    <a:pt x="507682" y="296228"/>
                  </a:cubicBezTo>
                  <a:cubicBezTo>
                    <a:pt x="560070" y="305753"/>
                    <a:pt x="622935" y="325755"/>
                    <a:pt x="649605" y="352425"/>
                  </a:cubicBezTo>
                  <a:cubicBezTo>
                    <a:pt x="676275" y="379095"/>
                    <a:pt x="642938" y="444818"/>
                    <a:pt x="685800" y="490538"/>
                  </a:cubicBezTo>
                  <a:cubicBezTo>
                    <a:pt x="728663" y="536258"/>
                    <a:pt x="735330" y="546735"/>
                    <a:pt x="735330" y="585788"/>
                  </a:cubicBezTo>
                  <a:cubicBezTo>
                    <a:pt x="735330" y="624840"/>
                    <a:pt x="669607" y="701040"/>
                    <a:pt x="665798" y="757238"/>
                  </a:cubicBezTo>
                  <a:cubicBezTo>
                    <a:pt x="662940" y="813435"/>
                    <a:pt x="659130" y="885825"/>
                    <a:pt x="616268" y="915353"/>
                  </a:cubicBezTo>
                  <a:cubicBezTo>
                    <a:pt x="573405" y="944880"/>
                    <a:pt x="530543" y="1040130"/>
                    <a:pt x="530543" y="1082993"/>
                  </a:cubicBezTo>
                  <a:cubicBezTo>
                    <a:pt x="530543" y="1116330"/>
                    <a:pt x="630555" y="1202055"/>
                    <a:pt x="705803" y="1236345"/>
                  </a:cubicBezTo>
                  <a:cubicBezTo>
                    <a:pt x="791528" y="1111568"/>
                    <a:pt x="842010" y="958215"/>
                    <a:pt x="842010" y="793433"/>
                  </a:cubicBezTo>
                  <a:close/>
                </a:path>
              </a:pathLst>
            </a:custGeom>
            <a:solidFill>
              <a:srgbClr val="81D1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grpSp>
          <p:nvGrpSpPr>
            <p:cNvPr id="236" name="Graphic 2"/>
            <p:cNvGrpSpPr/>
            <p:nvPr/>
          </p:nvGrpSpPr>
          <p:grpSpPr>
            <a:xfrm>
              <a:off x="5337810" y="2634615"/>
              <a:ext cx="1548764" cy="1584007"/>
              <a:chOff x="5337810" y="2634615"/>
              <a:chExt cx="1548764" cy="1584007"/>
            </a:xfrm>
          </p:grpSpPr>
          <p:sp>
            <p:nvSpPr>
              <p:cNvPr id="16" name="Freeform: Shape 15"/>
              <p:cNvSpPr/>
              <p:nvPr/>
            </p:nvSpPr>
            <p:spPr>
              <a:xfrm>
                <a:off x="5337810" y="2899409"/>
                <a:ext cx="239077" cy="392541"/>
              </a:xfrm>
              <a:custGeom>
                <a:avLst/>
                <a:gdLst>
                  <a:gd name="connsiteX0" fmla="*/ 0 w 239077"/>
                  <a:gd name="connsiteY0" fmla="*/ 291465 h 392541"/>
                  <a:gd name="connsiteX1" fmla="*/ 39053 w 239077"/>
                  <a:gd name="connsiteY1" fmla="*/ 340043 h 392541"/>
                  <a:gd name="connsiteX2" fmla="*/ 108585 w 239077"/>
                  <a:gd name="connsiteY2" fmla="*/ 340043 h 392541"/>
                  <a:gd name="connsiteX3" fmla="*/ 129540 w 239077"/>
                  <a:gd name="connsiteY3" fmla="*/ 392430 h 392541"/>
                  <a:gd name="connsiteX4" fmla="*/ 218122 w 239077"/>
                  <a:gd name="connsiteY4" fmla="*/ 358140 h 392541"/>
                  <a:gd name="connsiteX5" fmla="*/ 212408 w 239077"/>
                  <a:gd name="connsiteY5" fmla="*/ 261938 h 392541"/>
                  <a:gd name="connsiteX6" fmla="*/ 239078 w 239077"/>
                  <a:gd name="connsiteY6" fmla="*/ 127635 h 392541"/>
                  <a:gd name="connsiteX7" fmla="*/ 172403 w 239077"/>
                  <a:gd name="connsiteY7" fmla="*/ 0 h 392541"/>
                  <a:gd name="connsiteX8" fmla="*/ 93345 w 239077"/>
                  <a:gd name="connsiteY8" fmla="*/ 80010 h 392541"/>
                  <a:gd name="connsiteX9" fmla="*/ 0 w 239077"/>
                  <a:gd name="connsiteY9" fmla="*/ 291465 h 392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077" h="392541">
                    <a:moveTo>
                      <a:pt x="0" y="291465"/>
                    </a:moveTo>
                    <a:cubicBezTo>
                      <a:pt x="0" y="291465"/>
                      <a:pt x="9525" y="338138"/>
                      <a:pt x="39053" y="340043"/>
                    </a:cubicBezTo>
                    <a:cubicBezTo>
                      <a:pt x="68580" y="341948"/>
                      <a:pt x="102870" y="331470"/>
                      <a:pt x="108585" y="340043"/>
                    </a:cubicBezTo>
                    <a:cubicBezTo>
                      <a:pt x="114300" y="348615"/>
                      <a:pt x="116205" y="390525"/>
                      <a:pt x="129540" y="392430"/>
                    </a:cubicBezTo>
                    <a:cubicBezTo>
                      <a:pt x="141922" y="394335"/>
                      <a:pt x="203835" y="371475"/>
                      <a:pt x="218122" y="358140"/>
                    </a:cubicBezTo>
                    <a:cubicBezTo>
                      <a:pt x="232410" y="345757"/>
                      <a:pt x="212408" y="275273"/>
                      <a:pt x="212408" y="261938"/>
                    </a:cubicBezTo>
                    <a:cubicBezTo>
                      <a:pt x="212408" y="248603"/>
                      <a:pt x="239078" y="147638"/>
                      <a:pt x="239078" y="127635"/>
                    </a:cubicBezTo>
                    <a:cubicBezTo>
                      <a:pt x="239078" y="107633"/>
                      <a:pt x="172403" y="0"/>
                      <a:pt x="172403" y="0"/>
                    </a:cubicBezTo>
                    <a:lnTo>
                      <a:pt x="93345" y="80010"/>
                    </a:lnTo>
                    <a:lnTo>
                      <a:pt x="0" y="291465"/>
                    </a:lnTo>
                    <a:close/>
                  </a:path>
                </a:pathLst>
              </a:custGeom>
              <a:solidFill>
                <a:srgbClr val="5FB22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7" name="Freeform: Shape 16"/>
              <p:cNvSpPr/>
              <p:nvPr/>
            </p:nvSpPr>
            <p:spPr>
              <a:xfrm>
                <a:off x="5558672" y="3273001"/>
                <a:ext cx="177297" cy="204575"/>
              </a:xfrm>
              <a:custGeom>
                <a:avLst/>
                <a:gdLst>
                  <a:gd name="connsiteX0" fmla="*/ 21073 w 177297"/>
                  <a:gd name="connsiteY0" fmla="*/ 39793 h 204575"/>
                  <a:gd name="connsiteX1" fmla="*/ 1070 w 177297"/>
                  <a:gd name="connsiteY1" fmla="*/ 144568 h 204575"/>
                  <a:gd name="connsiteX2" fmla="*/ 98225 w 177297"/>
                  <a:gd name="connsiteY2" fmla="*/ 204576 h 204575"/>
                  <a:gd name="connsiteX3" fmla="*/ 177283 w 177297"/>
                  <a:gd name="connsiteY3" fmla="*/ 190288 h 204575"/>
                  <a:gd name="connsiteX4" fmla="*/ 133468 w 177297"/>
                  <a:gd name="connsiteY4" fmla="*/ 110278 h 204575"/>
                  <a:gd name="connsiteX5" fmla="*/ 128705 w 177297"/>
                  <a:gd name="connsiteY5" fmla="*/ 3598 h 204575"/>
                  <a:gd name="connsiteX6" fmla="*/ 21073 w 177297"/>
                  <a:gd name="connsiteY6" fmla="*/ 39793 h 204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7297" h="204575">
                    <a:moveTo>
                      <a:pt x="21073" y="39793"/>
                    </a:moveTo>
                    <a:cubicBezTo>
                      <a:pt x="21073" y="39793"/>
                      <a:pt x="-5597" y="130281"/>
                      <a:pt x="1070" y="144568"/>
                    </a:cubicBezTo>
                    <a:cubicBezTo>
                      <a:pt x="7738" y="158856"/>
                      <a:pt x="66793" y="204576"/>
                      <a:pt x="98225" y="204576"/>
                    </a:cubicBezTo>
                    <a:cubicBezTo>
                      <a:pt x="129658" y="204576"/>
                      <a:pt x="176330" y="196003"/>
                      <a:pt x="177283" y="190288"/>
                    </a:cubicBezTo>
                    <a:cubicBezTo>
                      <a:pt x="178235" y="183621"/>
                      <a:pt x="134420" y="126471"/>
                      <a:pt x="133468" y="110278"/>
                    </a:cubicBezTo>
                    <a:cubicBezTo>
                      <a:pt x="132515" y="94086"/>
                      <a:pt x="140135" y="12171"/>
                      <a:pt x="128705" y="3598"/>
                    </a:cubicBezTo>
                    <a:cubicBezTo>
                      <a:pt x="118228" y="-4974"/>
                      <a:pt x="31550" y="-212"/>
                      <a:pt x="21073" y="39793"/>
                    </a:cubicBezTo>
                    <a:close/>
                  </a:path>
                </a:pathLst>
              </a:custGeom>
              <a:solidFill>
                <a:srgbClr val="5FB22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8" name="Freeform: Shape 17"/>
              <p:cNvSpPr/>
              <p:nvPr/>
            </p:nvSpPr>
            <p:spPr>
              <a:xfrm>
                <a:off x="5662612" y="3697954"/>
                <a:ext cx="214366" cy="407580"/>
              </a:xfrm>
              <a:custGeom>
                <a:avLst/>
                <a:gdLst>
                  <a:gd name="connsiteX0" fmla="*/ 166688 w 214366"/>
                  <a:gd name="connsiteY0" fmla="*/ 16795 h 407580"/>
                  <a:gd name="connsiteX1" fmla="*/ 22860 w 214366"/>
                  <a:gd name="connsiteY1" fmla="*/ 72993 h 407580"/>
                  <a:gd name="connsiteX2" fmla="*/ 0 w 214366"/>
                  <a:gd name="connsiteY2" fmla="*/ 226345 h 407580"/>
                  <a:gd name="connsiteX3" fmla="*/ 41910 w 214366"/>
                  <a:gd name="connsiteY3" fmla="*/ 309213 h 407580"/>
                  <a:gd name="connsiteX4" fmla="*/ 58102 w 214366"/>
                  <a:gd name="connsiteY4" fmla="*/ 362553 h 407580"/>
                  <a:gd name="connsiteX5" fmla="*/ 159068 w 214366"/>
                  <a:gd name="connsiteY5" fmla="*/ 407320 h 407580"/>
                  <a:gd name="connsiteX6" fmla="*/ 186690 w 214366"/>
                  <a:gd name="connsiteY6" fmla="*/ 358743 h 407580"/>
                  <a:gd name="connsiteX7" fmla="*/ 128588 w 214366"/>
                  <a:gd name="connsiteY7" fmla="*/ 264445 h 407580"/>
                  <a:gd name="connsiteX8" fmla="*/ 181927 w 214366"/>
                  <a:gd name="connsiteY8" fmla="*/ 132048 h 407580"/>
                  <a:gd name="connsiteX9" fmla="*/ 155258 w 214366"/>
                  <a:gd name="connsiteY9" fmla="*/ 63468 h 407580"/>
                  <a:gd name="connsiteX10" fmla="*/ 214313 w 214366"/>
                  <a:gd name="connsiteY10" fmla="*/ 1555 h 407580"/>
                  <a:gd name="connsiteX11" fmla="*/ 166688 w 214366"/>
                  <a:gd name="connsiteY11" fmla="*/ 16795 h 407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4366" h="407579">
                    <a:moveTo>
                      <a:pt x="166688" y="16795"/>
                    </a:moveTo>
                    <a:cubicBezTo>
                      <a:pt x="166688" y="16795"/>
                      <a:pt x="31432" y="59658"/>
                      <a:pt x="22860" y="72993"/>
                    </a:cubicBezTo>
                    <a:cubicBezTo>
                      <a:pt x="14288" y="86328"/>
                      <a:pt x="0" y="219678"/>
                      <a:pt x="0" y="226345"/>
                    </a:cubicBezTo>
                    <a:cubicBezTo>
                      <a:pt x="0" y="233013"/>
                      <a:pt x="38100" y="294925"/>
                      <a:pt x="41910" y="309213"/>
                    </a:cubicBezTo>
                    <a:cubicBezTo>
                      <a:pt x="45720" y="323500"/>
                      <a:pt x="50482" y="353028"/>
                      <a:pt x="58102" y="362553"/>
                    </a:cubicBezTo>
                    <a:cubicBezTo>
                      <a:pt x="65723" y="372078"/>
                      <a:pt x="150495" y="411130"/>
                      <a:pt x="159068" y="407320"/>
                    </a:cubicBezTo>
                    <a:cubicBezTo>
                      <a:pt x="167640" y="403510"/>
                      <a:pt x="187643" y="367315"/>
                      <a:pt x="186690" y="358743"/>
                    </a:cubicBezTo>
                    <a:cubicBezTo>
                      <a:pt x="185738" y="350170"/>
                      <a:pt x="129540" y="273018"/>
                      <a:pt x="128588" y="264445"/>
                    </a:cubicBezTo>
                    <a:cubicBezTo>
                      <a:pt x="127635" y="255873"/>
                      <a:pt x="180975" y="152050"/>
                      <a:pt x="181927" y="132048"/>
                    </a:cubicBezTo>
                    <a:cubicBezTo>
                      <a:pt x="182880" y="112045"/>
                      <a:pt x="155258" y="63468"/>
                      <a:pt x="155258" y="63468"/>
                    </a:cubicBezTo>
                    <a:cubicBezTo>
                      <a:pt x="155258" y="63468"/>
                      <a:pt x="212408" y="9175"/>
                      <a:pt x="214313" y="1555"/>
                    </a:cubicBezTo>
                    <a:cubicBezTo>
                      <a:pt x="216218" y="-6065"/>
                      <a:pt x="166688" y="16795"/>
                      <a:pt x="166688" y="16795"/>
                    </a:cubicBezTo>
                    <a:close/>
                  </a:path>
                </a:pathLst>
              </a:custGeom>
              <a:solidFill>
                <a:srgbClr val="5FB22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9" name="Freeform: Shape 18"/>
              <p:cNvSpPr/>
              <p:nvPr/>
            </p:nvSpPr>
            <p:spPr>
              <a:xfrm>
                <a:off x="5921551" y="3929850"/>
                <a:ext cx="131585" cy="288771"/>
              </a:xfrm>
              <a:custGeom>
                <a:avLst/>
                <a:gdLst>
                  <a:gd name="connsiteX0" fmla="*/ 131586 w 131585"/>
                  <a:gd name="connsiteY0" fmla="*/ 288772 h 288771"/>
                  <a:gd name="connsiteX1" fmla="*/ 86818 w 131585"/>
                  <a:gd name="connsiteY1" fmla="*/ 154469 h 288771"/>
                  <a:gd name="connsiteX2" fmla="*/ 103011 w 131585"/>
                  <a:gd name="connsiteY2" fmla="*/ 2069 h 288771"/>
                  <a:gd name="connsiteX3" fmla="*/ 34431 w 131585"/>
                  <a:gd name="connsiteY3" fmla="*/ 30644 h 288771"/>
                  <a:gd name="connsiteX4" fmla="*/ 140 w 131585"/>
                  <a:gd name="connsiteY4" fmla="*/ 186854 h 288771"/>
                  <a:gd name="connsiteX5" fmla="*/ 16333 w 131585"/>
                  <a:gd name="connsiteY5" fmla="*/ 271627 h 288771"/>
                  <a:gd name="connsiteX6" fmla="*/ 131586 w 131585"/>
                  <a:gd name="connsiteY6" fmla="*/ 288772 h 288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585" h="288771">
                    <a:moveTo>
                      <a:pt x="131586" y="288772"/>
                    </a:moveTo>
                    <a:cubicBezTo>
                      <a:pt x="131586" y="288772"/>
                      <a:pt x="96343" y="198284"/>
                      <a:pt x="86818" y="154469"/>
                    </a:cubicBezTo>
                    <a:cubicBezTo>
                      <a:pt x="77293" y="110654"/>
                      <a:pt x="104915" y="12547"/>
                      <a:pt x="103011" y="2069"/>
                    </a:cubicBezTo>
                    <a:cubicBezTo>
                      <a:pt x="101106" y="-8408"/>
                      <a:pt x="42051" y="23977"/>
                      <a:pt x="34431" y="30644"/>
                    </a:cubicBezTo>
                    <a:cubicBezTo>
                      <a:pt x="26811" y="37312"/>
                      <a:pt x="2046" y="177329"/>
                      <a:pt x="140" y="186854"/>
                    </a:cubicBezTo>
                    <a:cubicBezTo>
                      <a:pt x="-1764" y="196379"/>
                      <a:pt x="16333" y="271627"/>
                      <a:pt x="16333" y="271627"/>
                    </a:cubicBezTo>
                    <a:lnTo>
                      <a:pt x="131586" y="288772"/>
                    </a:lnTo>
                    <a:close/>
                  </a:path>
                </a:pathLst>
              </a:custGeom>
              <a:solidFill>
                <a:srgbClr val="5FB22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20" name="Freeform: Shape 19"/>
              <p:cNvSpPr/>
              <p:nvPr/>
            </p:nvSpPr>
            <p:spPr>
              <a:xfrm>
                <a:off x="5606414" y="2695575"/>
                <a:ext cx="220459" cy="230201"/>
              </a:xfrm>
              <a:custGeom>
                <a:avLst/>
                <a:gdLst>
                  <a:gd name="connsiteX0" fmla="*/ 170498 w 220459"/>
                  <a:gd name="connsiteY0" fmla="*/ 0 h 230201"/>
                  <a:gd name="connsiteX1" fmla="*/ 219075 w 220459"/>
                  <a:gd name="connsiteY1" fmla="*/ 57150 h 230201"/>
                  <a:gd name="connsiteX2" fmla="*/ 187643 w 220459"/>
                  <a:gd name="connsiteY2" fmla="*/ 227648 h 230201"/>
                  <a:gd name="connsiteX3" fmla="*/ 48578 w 220459"/>
                  <a:gd name="connsiteY3" fmla="*/ 190500 h 230201"/>
                  <a:gd name="connsiteX4" fmla="*/ 0 w 220459"/>
                  <a:gd name="connsiteY4" fmla="*/ 108585 h 230201"/>
                  <a:gd name="connsiteX5" fmla="*/ 170498 w 220459"/>
                  <a:gd name="connsiteY5" fmla="*/ 0 h 230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459" h="230201">
                    <a:moveTo>
                      <a:pt x="170498" y="0"/>
                    </a:moveTo>
                    <a:cubicBezTo>
                      <a:pt x="170498" y="0"/>
                      <a:pt x="211455" y="39053"/>
                      <a:pt x="219075" y="57150"/>
                    </a:cubicBezTo>
                    <a:cubicBezTo>
                      <a:pt x="226695" y="75248"/>
                      <a:pt x="200978" y="216218"/>
                      <a:pt x="187643" y="227648"/>
                    </a:cubicBezTo>
                    <a:cubicBezTo>
                      <a:pt x="173355" y="239077"/>
                      <a:pt x="61913" y="209550"/>
                      <a:pt x="48578" y="190500"/>
                    </a:cubicBezTo>
                    <a:cubicBezTo>
                      <a:pt x="36195" y="171450"/>
                      <a:pt x="0" y="108585"/>
                      <a:pt x="0" y="108585"/>
                    </a:cubicBezTo>
                    <a:cubicBezTo>
                      <a:pt x="0" y="108585"/>
                      <a:pt x="110490" y="19050"/>
                      <a:pt x="170498" y="0"/>
                    </a:cubicBezTo>
                    <a:close/>
                  </a:path>
                </a:pathLst>
              </a:custGeom>
              <a:solidFill>
                <a:srgbClr val="AFE2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21" name="Freeform: Shape 20"/>
              <p:cNvSpPr/>
              <p:nvPr/>
            </p:nvSpPr>
            <p:spPr>
              <a:xfrm>
                <a:off x="5927407" y="3698557"/>
                <a:ext cx="143827" cy="213359"/>
              </a:xfrm>
              <a:custGeom>
                <a:avLst/>
                <a:gdLst>
                  <a:gd name="connsiteX0" fmla="*/ 0 w 143827"/>
                  <a:gd name="connsiteY0" fmla="*/ 0 h 213359"/>
                  <a:gd name="connsiteX1" fmla="*/ 110490 w 143827"/>
                  <a:gd name="connsiteY1" fmla="*/ 27622 h 213359"/>
                  <a:gd name="connsiteX2" fmla="*/ 143827 w 143827"/>
                  <a:gd name="connsiteY2" fmla="*/ 110490 h 213359"/>
                  <a:gd name="connsiteX3" fmla="*/ 102870 w 143827"/>
                  <a:gd name="connsiteY3" fmla="*/ 213360 h 213359"/>
                  <a:gd name="connsiteX4" fmla="*/ 99060 w 143827"/>
                  <a:gd name="connsiteY4" fmla="*/ 113347 h 213359"/>
                  <a:gd name="connsiteX5" fmla="*/ 53340 w 143827"/>
                  <a:gd name="connsiteY5" fmla="*/ 50482 h 213359"/>
                  <a:gd name="connsiteX6" fmla="*/ 0 w 143827"/>
                  <a:gd name="connsiteY6" fmla="*/ 0 h 213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3827" h="213359">
                    <a:moveTo>
                      <a:pt x="0" y="0"/>
                    </a:moveTo>
                    <a:cubicBezTo>
                      <a:pt x="0" y="0"/>
                      <a:pt x="95250" y="10477"/>
                      <a:pt x="110490" y="27622"/>
                    </a:cubicBezTo>
                    <a:cubicBezTo>
                      <a:pt x="125730" y="44767"/>
                      <a:pt x="143827" y="110490"/>
                      <a:pt x="143827" y="110490"/>
                    </a:cubicBezTo>
                    <a:cubicBezTo>
                      <a:pt x="143827" y="110490"/>
                      <a:pt x="109538" y="213360"/>
                      <a:pt x="102870" y="213360"/>
                    </a:cubicBezTo>
                    <a:cubicBezTo>
                      <a:pt x="96202" y="213360"/>
                      <a:pt x="107632" y="131445"/>
                      <a:pt x="99060" y="113347"/>
                    </a:cubicBezTo>
                    <a:cubicBezTo>
                      <a:pt x="90488" y="95250"/>
                      <a:pt x="58102" y="54292"/>
                      <a:pt x="53340" y="50482"/>
                    </a:cubicBezTo>
                    <a:cubicBezTo>
                      <a:pt x="47625" y="4572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AFE2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22" name="Freeform: Shape 21"/>
              <p:cNvSpPr/>
              <p:nvPr/>
            </p:nvSpPr>
            <p:spPr>
              <a:xfrm>
                <a:off x="5660707" y="2999077"/>
                <a:ext cx="179549" cy="233619"/>
              </a:xfrm>
              <a:custGeom>
                <a:avLst/>
                <a:gdLst>
                  <a:gd name="connsiteX0" fmla="*/ 61913 w 179549"/>
                  <a:gd name="connsiteY0" fmla="*/ 222278 h 233619"/>
                  <a:gd name="connsiteX1" fmla="*/ 113348 w 179549"/>
                  <a:gd name="connsiteY1" fmla="*/ 217515 h 233619"/>
                  <a:gd name="connsiteX2" fmla="*/ 179070 w 179549"/>
                  <a:gd name="connsiteY2" fmla="*/ 96548 h 233619"/>
                  <a:gd name="connsiteX3" fmla="*/ 158115 w 179549"/>
                  <a:gd name="connsiteY3" fmla="*/ 1298 h 233619"/>
                  <a:gd name="connsiteX4" fmla="*/ 64770 w 179549"/>
                  <a:gd name="connsiteY4" fmla="*/ 10823 h 233619"/>
                  <a:gd name="connsiteX5" fmla="*/ 0 w 179549"/>
                  <a:gd name="connsiteY5" fmla="*/ 136553 h 233619"/>
                  <a:gd name="connsiteX6" fmla="*/ 61913 w 179549"/>
                  <a:gd name="connsiteY6" fmla="*/ 222278 h 233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9549" h="233619">
                    <a:moveTo>
                      <a:pt x="61913" y="222278"/>
                    </a:moveTo>
                    <a:cubicBezTo>
                      <a:pt x="76200" y="239423"/>
                      <a:pt x="102870" y="236565"/>
                      <a:pt x="113348" y="217515"/>
                    </a:cubicBezTo>
                    <a:cubicBezTo>
                      <a:pt x="139065" y="174653"/>
                      <a:pt x="177165" y="108930"/>
                      <a:pt x="179070" y="96548"/>
                    </a:cubicBezTo>
                    <a:cubicBezTo>
                      <a:pt x="182880" y="77498"/>
                      <a:pt x="162878" y="6060"/>
                      <a:pt x="158115" y="1298"/>
                    </a:cubicBezTo>
                    <a:cubicBezTo>
                      <a:pt x="153353" y="-3465"/>
                      <a:pt x="77153" y="6060"/>
                      <a:pt x="64770" y="10823"/>
                    </a:cubicBezTo>
                    <a:cubicBezTo>
                      <a:pt x="52388" y="15585"/>
                      <a:pt x="1905" y="119408"/>
                      <a:pt x="0" y="136553"/>
                    </a:cubicBezTo>
                    <a:cubicBezTo>
                      <a:pt x="0" y="147030"/>
                      <a:pt x="35243" y="190846"/>
                      <a:pt x="61913" y="222278"/>
                    </a:cubicBezTo>
                    <a:close/>
                  </a:path>
                </a:pathLst>
              </a:custGeom>
              <a:solidFill>
                <a:srgbClr val="AFE2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23" name="Freeform: Shape 22"/>
              <p:cNvSpPr/>
              <p:nvPr/>
            </p:nvSpPr>
            <p:spPr>
              <a:xfrm>
                <a:off x="6096000" y="2634615"/>
                <a:ext cx="563879" cy="263141"/>
              </a:xfrm>
              <a:custGeom>
                <a:avLst/>
                <a:gdLst>
                  <a:gd name="connsiteX0" fmla="*/ 331470 w 563879"/>
                  <a:gd name="connsiteY0" fmla="*/ 261938 h 263141"/>
                  <a:gd name="connsiteX1" fmla="*/ 563880 w 563879"/>
                  <a:gd name="connsiteY1" fmla="*/ 238125 h 263141"/>
                  <a:gd name="connsiteX2" fmla="*/ 0 w 563879"/>
                  <a:gd name="connsiteY2" fmla="*/ 0 h 263141"/>
                  <a:gd name="connsiteX3" fmla="*/ 57150 w 563879"/>
                  <a:gd name="connsiteY3" fmla="*/ 119063 h 263141"/>
                  <a:gd name="connsiteX4" fmla="*/ 222885 w 563879"/>
                  <a:gd name="connsiteY4" fmla="*/ 172403 h 263141"/>
                  <a:gd name="connsiteX5" fmla="*/ 331470 w 563879"/>
                  <a:gd name="connsiteY5" fmla="*/ 261938 h 263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63879" h="263141">
                    <a:moveTo>
                      <a:pt x="331470" y="261938"/>
                    </a:moveTo>
                    <a:cubicBezTo>
                      <a:pt x="375285" y="268605"/>
                      <a:pt x="515303" y="245745"/>
                      <a:pt x="563880" y="238125"/>
                    </a:cubicBezTo>
                    <a:cubicBezTo>
                      <a:pt x="420053" y="91440"/>
                      <a:pt x="220980" y="0"/>
                      <a:pt x="0" y="0"/>
                    </a:cubicBezTo>
                    <a:cubicBezTo>
                      <a:pt x="5715" y="31433"/>
                      <a:pt x="21908" y="105728"/>
                      <a:pt x="57150" y="119063"/>
                    </a:cubicBezTo>
                    <a:cubicBezTo>
                      <a:pt x="101917" y="136208"/>
                      <a:pt x="197167" y="146685"/>
                      <a:pt x="222885" y="172403"/>
                    </a:cubicBezTo>
                    <a:cubicBezTo>
                      <a:pt x="247650" y="197168"/>
                      <a:pt x="278130" y="253365"/>
                      <a:pt x="331470" y="261938"/>
                    </a:cubicBezTo>
                    <a:close/>
                  </a:path>
                </a:pathLst>
              </a:custGeom>
              <a:solidFill>
                <a:srgbClr val="5FB22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24" name="Freeform: Shape 23"/>
              <p:cNvSpPr/>
              <p:nvPr/>
            </p:nvSpPr>
            <p:spPr>
              <a:xfrm>
                <a:off x="6622652" y="3156585"/>
                <a:ext cx="263922" cy="663892"/>
              </a:xfrm>
              <a:custGeom>
                <a:avLst/>
                <a:gdLst>
                  <a:gd name="connsiteX0" fmla="*/ 263923 w 263922"/>
                  <a:gd name="connsiteY0" fmla="*/ 269557 h 663892"/>
                  <a:gd name="connsiteX1" fmla="*/ 217250 w 263922"/>
                  <a:gd name="connsiteY1" fmla="*/ 952 h 663892"/>
                  <a:gd name="connsiteX2" fmla="*/ 213440 w 263922"/>
                  <a:gd name="connsiteY2" fmla="*/ 0 h 663892"/>
                  <a:gd name="connsiteX3" fmla="*/ 191532 w 263922"/>
                  <a:gd name="connsiteY3" fmla="*/ 130492 h 663892"/>
                  <a:gd name="connsiteX4" fmla="*/ 128668 w 263922"/>
                  <a:gd name="connsiteY4" fmla="*/ 237173 h 663892"/>
                  <a:gd name="connsiteX5" fmla="*/ 117238 w 263922"/>
                  <a:gd name="connsiteY5" fmla="*/ 358140 h 663892"/>
                  <a:gd name="connsiteX6" fmla="*/ 80 w 263922"/>
                  <a:gd name="connsiteY6" fmla="*/ 526732 h 663892"/>
                  <a:gd name="connsiteX7" fmla="*/ 159148 w 263922"/>
                  <a:gd name="connsiteY7" fmla="*/ 663893 h 663892"/>
                  <a:gd name="connsiteX8" fmla="*/ 263923 w 263922"/>
                  <a:gd name="connsiteY8" fmla="*/ 269557 h 663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3922" h="663892">
                    <a:moveTo>
                      <a:pt x="263923" y="269557"/>
                    </a:moveTo>
                    <a:cubicBezTo>
                      <a:pt x="263923" y="175260"/>
                      <a:pt x="247730" y="84773"/>
                      <a:pt x="217250" y="952"/>
                    </a:cubicBezTo>
                    <a:lnTo>
                      <a:pt x="213440" y="0"/>
                    </a:lnTo>
                    <a:cubicBezTo>
                      <a:pt x="213440" y="0"/>
                      <a:pt x="215345" y="86677"/>
                      <a:pt x="191532" y="130492"/>
                    </a:cubicBezTo>
                    <a:cubicBezTo>
                      <a:pt x="167720" y="174307"/>
                      <a:pt x="130573" y="198120"/>
                      <a:pt x="128668" y="237173"/>
                    </a:cubicBezTo>
                    <a:cubicBezTo>
                      <a:pt x="126763" y="276225"/>
                      <a:pt x="132477" y="330517"/>
                      <a:pt x="117238" y="358140"/>
                    </a:cubicBezTo>
                    <a:cubicBezTo>
                      <a:pt x="101045" y="385763"/>
                      <a:pt x="4843" y="470535"/>
                      <a:pt x="80" y="526732"/>
                    </a:cubicBezTo>
                    <a:cubicBezTo>
                      <a:pt x="-3730" y="576263"/>
                      <a:pt x="129620" y="649605"/>
                      <a:pt x="159148" y="663893"/>
                    </a:cubicBezTo>
                    <a:cubicBezTo>
                      <a:pt x="225823" y="548640"/>
                      <a:pt x="263923" y="413385"/>
                      <a:pt x="263923" y="269557"/>
                    </a:cubicBezTo>
                    <a:close/>
                  </a:path>
                </a:pathLst>
              </a:custGeom>
              <a:solidFill>
                <a:srgbClr val="AFE26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</p:grpSp>
      <p:grpSp>
        <p:nvGrpSpPr>
          <p:cNvPr id="174" name="Group 173"/>
          <p:cNvGrpSpPr/>
          <p:nvPr>
            <p:custDataLst>
              <p:tags r:id="rId2"/>
            </p:custDataLst>
          </p:nvPr>
        </p:nvGrpSpPr>
        <p:grpSpPr>
          <a:xfrm rot="3238515">
            <a:off x="5496340" y="6740758"/>
            <a:ext cx="1402313" cy="3165846"/>
            <a:chOff x="5948251" y="2804925"/>
            <a:chExt cx="554474" cy="1251774"/>
          </a:xfrm>
        </p:grpSpPr>
        <p:sp>
          <p:nvSpPr>
            <p:cNvPr id="45" name="Freeform: Shape 44"/>
            <p:cNvSpPr/>
            <p:nvPr>
              <p:custDataLst>
                <p:tags r:id="rId11"/>
              </p:custDataLst>
            </p:nvPr>
          </p:nvSpPr>
          <p:spPr>
            <a:xfrm>
              <a:off x="6114193" y="3528513"/>
              <a:ext cx="239170" cy="166366"/>
            </a:xfrm>
            <a:custGeom>
              <a:avLst/>
              <a:gdLst>
                <a:gd name="connsiteX0" fmla="*/ 856 w 239170"/>
                <a:gd name="connsiteY0" fmla="*/ 40503 h 166366"/>
                <a:gd name="connsiteX1" fmla="*/ 13239 w 239170"/>
                <a:gd name="connsiteY1" fmla="*/ 76698 h 166366"/>
                <a:gd name="connsiteX2" fmla="*/ 108489 w 239170"/>
                <a:gd name="connsiteY2" fmla="*/ 122418 h 166366"/>
                <a:gd name="connsiteX3" fmla="*/ 231361 w 239170"/>
                <a:gd name="connsiteY3" fmla="*/ 148136 h 166366"/>
                <a:gd name="connsiteX4" fmla="*/ 160876 w 239170"/>
                <a:gd name="connsiteY4" fmla="*/ 5261 h 166366"/>
                <a:gd name="connsiteX5" fmla="*/ 856 w 239170"/>
                <a:gd name="connsiteY5" fmla="*/ 40503 h 166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9169" h="166366">
                  <a:moveTo>
                    <a:pt x="856" y="40503"/>
                  </a:moveTo>
                  <a:cubicBezTo>
                    <a:pt x="856" y="40503"/>
                    <a:pt x="-4859" y="50981"/>
                    <a:pt x="13239" y="76698"/>
                  </a:cubicBezTo>
                  <a:cubicBezTo>
                    <a:pt x="31336" y="102416"/>
                    <a:pt x="58006" y="117656"/>
                    <a:pt x="108489" y="122418"/>
                  </a:cubicBezTo>
                  <a:cubicBezTo>
                    <a:pt x="158971" y="126228"/>
                    <a:pt x="201834" y="199571"/>
                    <a:pt x="231361" y="148136"/>
                  </a:cubicBezTo>
                  <a:cubicBezTo>
                    <a:pt x="260889" y="95748"/>
                    <a:pt x="199929" y="-1407"/>
                    <a:pt x="160876" y="5261"/>
                  </a:cubicBezTo>
                  <a:cubicBezTo>
                    <a:pt x="121824" y="11928"/>
                    <a:pt x="9429" y="-27124"/>
                    <a:pt x="856" y="40503"/>
                  </a:cubicBezTo>
                  <a:close/>
                </a:path>
              </a:pathLst>
            </a:custGeom>
            <a:solidFill>
              <a:srgbClr val="779B9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46" name="Freeform: Shape 45"/>
            <p:cNvSpPr/>
            <p:nvPr/>
          </p:nvSpPr>
          <p:spPr>
            <a:xfrm>
              <a:off x="6019587" y="3843337"/>
              <a:ext cx="140513" cy="129539"/>
            </a:xfrm>
            <a:custGeom>
              <a:avLst/>
              <a:gdLst>
                <a:gd name="connsiteX0" fmla="*/ 139277 w 140513"/>
                <a:gd name="connsiteY0" fmla="*/ 42863 h 129539"/>
                <a:gd name="connsiteX1" fmla="*/ 108797 w 140513"/>
                <a:gd name="connsiteY1" fmla="*/ 70485 h 129539"/>
                <a:gd name="connsiteX2" fmla="*/ 53552 w 140513"/>
                <a:gd name="connsiteY2" fmla="*/ 128588 h 129539"/>
                <a:gd name="connsiteX3" fmla="*/ 44027 w 140513"/>
                <a:gd name="connsiteY3" fmla="*/ 129540 h 129539"/>
                <a:gd name="connsiteX4" fmla="*/ 2117 w 140513"/>
                <a:gd name="connsiteY4" fmla="*/ 106680 h 129539"/>
                <a:gd name="connsiteX5" fmla="*/ 2117 w 140513"/>
                <a:gd name="connsiteY5" fmla="*/ 81915 h 129539"/>
                <a:gd name="connsiteX6" fmla="*/ 11642 w 140513"/>
                <a:gd name="connsiteY6" fmla="*/ 64770 h 129539"/>
                <a:gd name="connsiteX7" fmla="*/ 42122 w 140513"/>
                <a:gd name="connsiteY7" fmla="*/ 30480 h 129539"/>
                <a:gd name="connsiteX8" fmla="*/ 56409 w 140513"/>
                <a:gd name="connsiteY8" fmla="*/ 11430 h 129539"/>
                <a:gd name="connsiteX9" fmla="*/ 58314 w 140513"/>
                <a:gd name="connsiteY9" fmla="*/ 7620 h 129539"/>
                <a:gd name="connsiteX10" fmla="*/ 61172 w 140513"/>
                <a:gd name="connsiteY10" fmla="*/ 0 h 129539"/>
                <a:gd name="connsiteX11" fmla="*/ 90699 w 140513"/>
                <a:gd name="connsiteY11" fmla="*/ 952 h 129539"/>
                <a:gd name="connsiteX12" fmla="*/ 112607 w 140513"/>
                <a:gd name="connsiteY12" fmla="*/ 1905 h 129539"/>
                <a:gd name="connsiteX13" fmla="*/ 124037 w 140513"/>
                <a:gd name="connsiteY13" fmla="*/ 2858 h 129539"/>
                <a:gd name="connsiteX14" fmla="*/ 134514 w 140513"/>
                <a:gd name="connsiteY14" fmla="*/ 2858 h 129539"/>
                <a:gd name="connsiteX15" fmla="*/ 136419 w 140513"/>
                <a:gd name="connsiteY15" fmla="*/ 9525 h 129539"/>
                <a:gd name="connsiteX16" fmla="*/ 138324 w 140513"/>
                <a:gd name="connsiteY16" fmla="*/ 16192 h 129539"/>
                <a:gd name="connsiteX17" fmla="*/ 139277 w 140513"/>
                <a:gd name="connsiteY17" fmla="*/ 42863 h 129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513" h="129538">
                  <a:moveTo>
                    <a:pt x="139277" y="42863"/>
                  </a:moveTo>
                  <a:cubicBezTo>
                    <a:pt x="133562" y="47625"/>
                    <a:pt x="109749" y="63817"/>
                    <a:pt x="108797" y="70485"/>
                  </a:cubicBezTo>
                  <a:cubicBezTo>
                    <a:pt x="106892" y="77152"/>
                    <a:pt x="67839" y="125730"/>
                    <a:pt x="53552" y="128588"/>
                  </a:cubicBezTo>
                  <a:cubicBezTo>
                    <a:pt x="50694" y="129540"/>
                    <a:pt x="47837" y="129540"/>
                    <a:pt x="44027" y="129540"/>
                  </a:cubicBezTo>
                  <a:cubicBezTo>
                    <a:pt x="26882" y="128588"/>
                    <a:pt x="1164" y="120967"/>
                    <a:pt x="2117" y="106680"/>
                  </a:cubicBezTo>
                  <a:cubicBezTo>
                    <a:pt x="2117" y="97155"/>
                    <a:pt x="-2646" y="91440"/>
                    <a:pt x="2117" y="81915"/>
                  </a:cubicBezTo>
                  <a:cubicBezTo>
                    <a:pt x="4022" y="76200"/>
                    <a:pt x="7832" y="70485"/>
                    <a:pt x="11642" y="64770"/>
                  </a:cubicBezTo>
                  <a:cubicBezTo>
                    <a:pt x="21167" y="49530"/>
                    <a:pt x="34502" y="36195"/>
                    <a:pt x="42122" y="30480"/>
                  </a:cubicBezTo>
                  <a:cubicBezTo>
                    <a:pt x="48789" y="24765"/>
                    <a:pt x="53552" y="18098"/>
                    <a:pt x="56409" y="11430"/>
                  </a:cubicBezTo>
                  <a:cubicBezTo>
                    <a:pt x="57362" y="10477"/>
                    <a:pt x="57362" y="9525"/>
                    <a:pt x="58314" y="7620"/>
                  </a:cubicBezTo>
                  <a:cubicBezTo>
                    <a:pt x="60219" y="2858"/>
                    <a:pt x="61172" y="0"/>
                    <a:pt x="61172" y="0"/>
                  </a:cubicBezTo>
                  <a:lnTo>
                    <a:pt x="90699" y="952"/>
                  </a:lnTo>
                  <a:lnTo>
                    <a:pt x="112607" y="1905"/>
                  </a:lnTo>
                  <a:lnTo>
                    <a:pt x="124037" y="2858"/>
                  </a:lnTo>
                  <a:lnTo>
                    <a:pt x="134514" y="2858"/>
                  </a:lnTo>
                  <a:cubicBezTo>
                    <a:pt x="134514" y="2858"/>
                    <a:pt x="135467" y="5715"/>
                    <a:pt x="136419" y="9525"/>
                  </a:cubicBezTo>
                  <a:cubicBezTo>
                    <a:pt x="137372" y="11430"/>
                    <a:pt x="137372" y="13335"/>
                    <a:pt x="138324" y="16192"/>
                  </a:cubicBezTo>
                  <a:cubicBezTo>
                    <a:pt x="139277" y="27623"/>
                    <a:pt x="142134" y="40958"/>
                    <a:pt x="139277" y="42863"/>
                  </a:cubicBezTo>
                  <a:close/>
                </a:path>
              </a:pathLst>
            </a:custGeom>
            <a:solidFill>
              <a:srgbClr val="CAD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47" name="Freeform: Shape 46"/>
            <p:cNvSpPr/>
            <p:nvPr/>
          </p:nvSpPr>
          <p:spPr>
            <a:xfrm>
              <a:off x="6020734" y="3872864"/>
              <a:ext cx="138606" cy="101506"/>
            </a:xfrm>
            <a:custGeom>
              <a:avLst/>
              <a:gdLst>
                <a:gd name="connsiteX0" fmla="*/ 104793 w 138606"/>
                <a:gd name="connsiteY0" fmla="*/ 28575 h 101506"/>
                <a:gd name="connsiteX1" fmla="*/ 49548 w 138606"/>
                <a:gd name="connsiteY1" fmla="*/ 86677 h 101506"/>
                <a:gd name="connsiteX2" fmla="*/ 18 w 138606"/>
                <a:gd name="connsiteY2" fmla="*/ 72390 h 101506"/>
                <a:gd name="connsiteX3" fmla="*/ 18 w 138606"/>
                <a:gd name="connsiteY3" fmla="*/ 78105 h 101506"/>
                <a:gd name="connsiteX4" fmla="*/ 51453 w 138606"/>
                <a:gd name="connsiteY4" fmla="*/ 100965 h 101506"/>
                <a:gd name="connsiteX5" fmla="*/ 106698 w 138606"/>
                <a:gd name="connsiteY5" fmla="*/ 42863 h 101506"/>
                <a:gd name="connsiteX6" fmla="*/ 137178 w 138606"/>
                <a:gd name="connsiteY6" fmla="*/ 15240 h 101506"/>
                <a:gd name="connsiteX7" fmla="*/ 137178 w 138606"/>
                <a:gd name="connsiteY7" fmla="*/ 0 h 101506"/>
                <a:gd name="connsiteX8" fmla="*/ 104793 w 138606"/>
                <a:gd name="connsiteY8" fmla="*/ 28575 h 10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8606" h="101506">
                  <a:moveTo>
                    <a:pt x="104793" y="28575"/>
                  </a:moveTo>
                  <a:cubicBezTo>
                    <a:pt x="102888" y="35243"/>
                    <a:pt x="63835" y="83820"/>
                    <a:pt x="49548" y="86677"/>
                  </a:cubicBezTo>
                  <a:cubicBezTo>
                    <a:pt x="38118" y="89535"/>
                    <a:pt x="5733" y="82868"/>
                    <a:pt x="18" y="72390"/>
                  </a:cubicBezTo>
                  <a:cubicBezTo>
                    <a:pt x="18" y="74295"/>
                    <a:pt x="18" y="76200"/>
                    <a:pt x="18" y="78105"/>
                  </a:cubicBezTo>
                  <a:cubicBezTo>
                    <a:pt x="-935" y="95250"/>
                    <a:pt x="37165" y="103823"/>
                    <a:pt x="51453" y="100965"/>
                  </a:cubicBezTo>
                  <a:cubicBezTo>
                    <a:pt x="65740" y="98108"/>
                    <a:pt x="105745" y="49530"/>
                    <a:pt x="106698" y="42863"/>
                  </a:cubicBezTo>
                  <a:cubicBezTo>
                    <a:pt x="108603" y="36195"/>
                    <a:pt x="132415" y="19050"/>
                    <a:pt x="137178" y="15240"/>
                  </a:cubicBezTo>
                  <a:cubicBezTo>
                    <a:pt x="139083" y="13335"/>
                    <a:pt x="139083" y="6668"/>
                    <a:pt x="137178" y="0"/>
                  </a:cubicBezTo>
                  <a:cubicBezTo>
                    <a:pt x="132415" y="2858"/>
                    <a:pt x="106698" y="21908"/>
                    <a:pt x="104793" y="28575"/>
                  </a:cubicBezTo>
                  <a:close/>
                </a:path>
              </a:pathLst>
            </a:custGeom>
            <a:solidFill>
              <a:srgbClr val="669F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55" name="Freeform: Shape 54"/>
            <p:cNvSpPr/>
            <p:nvPr/>
          </p:nvSpPr>
          <p:spPr>
            <a:xfrm>
              <a:off x="6165171" y="3891619"/>
              <a:ext cx="146009" cy="164563"/>
            </a:xfrm>
            <a:custGeom>
              <a:avLst/>
              <a:gdLst>
                <a:gd name="connsiteX0" fmla="*/ 129900 w 146009"/>
                <a:gd name="connsiteY0" fmla="*/ 65065 h 164563"/>
                <a:gd name="connsiteX1" fmla="*/ 121328 w 146009"/>
                <a:gd name="connsiteY1" fmla="*/ 103165 h 164563"/>
                <a:gd name="connsiteX2" fmla="*/ 80370 w 146009"/>
                <a:gd name="connsiteY2" fmla="*/ 157458 h 164563"/>
                <a:gd name="connsiteX3" fmla="*/ 76560 w 146009"/>
                <a:gd name="connsiteY3" fmla="*/ 159363 h 164563"/>
                <a:gd name="connsiteX4" fmla="*/ 68940 w 146009"/>
                <a:gd name="connsiteY4" fmla="*/ 162220 h 164563"/>
                <a:gd name="connsiteX5" fmla="*/ 6075 w 146009"/>
                <a:gd name="connsiteY5" fmla="*/ 155552 h 164563"/>
                <a:gd name="connsiteX6" fmla="*/ 1313 w 146009"/>
                <a:gd name="connsiteY6" fmla="*/ 115547 h 164563"/>
                <a:gd name="connsiteX7" fmla="*/ 47985 w 146009"/>
                <a:gd name="connsiteY7" fmla="*/ 47920 h 164563"/>
                <a:gd name="connsiteX8" fmla="*/ 49890 w 146009"/>
                <a:gd name="connsiteY8" fmla="*/ 45062 h 164563"/>
                <a:gd name="connsiteX9" fmla="*/ 51795 w 146009"/>
                <a:gd name="connsiteY9" fmla="*/ 43157 h 164563"/>
                <a:gd name="connsiteX10" fmla="*/ 100373 w 146009"/>
                <a:gd name="connsiteY10" fmla="*/ 10772 h 164563"/>
                <a:gd name="connsiteX11" fmla="*/ 122280 w 146009"/>
                <a:gd name="connsiteY11" fmla="*/ 295 h 164563"/>
                <a:gd name="connsiteX12" fmla="*/ 122280 w 146009"/>
                <a:gd name="connsiteY12" fmla="*/ 295 h 164563"/>
                <a:gd name="connsiteX13" fmla="*/ 138473 w 146009"/>
                <a:gd name="connsiteY13" fmla="*/ 14582 h 164563"/>
                <a:gd name="connsiteX14" fmla="*/ 141330 w 146009"/>
                <a:gd name="connsiteY14" fmla="*/ 24107 h 164563"/>
                <a:gd name="connsiteX15" fmla="*/ 145140 w 146009"/>
                <a:gd name="connsiteY15" fmla="*/ 41252 h 164563"/>
                <a:gd name="connsiteX16" fmla="*/ 129900 w 146009"/>
                <a:gd name="connsiteY16" fmla="*/ 65065 h 16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6009" h="164563">
                  <a:moveTo>
                    <a:pt x="129900" y="65065"/>
                  </a:moveTo>
                  <a:cubicBezTo>
                    <a:pt x="127043" y="71732"/>
                    <a:pt x="125138" y="90782"/>
                    <a:pt x="121328" y="103165"/>
                  </a:cubicBezTo>
                  <a:cubicBezTo>
                    <a:pt x="117518" y="115547"/>
                    <a:pt x="97515" y="145075"/>
                    <a:pt x="80370" y="157458"/>
                  </a:cubicBezTo>
                  <a:cubicBezTo>
                    <a:pt x="79418" y="158410"/>
                    <a:pt x="77513" y="159363"/>
                    <a:pt x="76560" y="159363"/>
                  </a:cubicBezTo>
                  <a:cubicBezTo>
                    <a:pt x="74655" y="160315"/>
                    <a:pt x="71798" y="162220"/>
                    <a:pt x="68940" y="162220"/>
                  </a:cubicBezTo>
                  <a:cubicBezTo>
                    <a:pt x="48938" y="167935"/>
                    <a:pt x="17505" y="162220"/>
                    <a:pt x="6075" y="155552"/>
                  </a:cubicBezTo>
                  <a:cubicBezTo>
                    <a:pt x="360" y="152695"/>
                    <a:pt x="-1545" y="128882"/>
                    <a:pt x="1313" y="115547"/>
                  </a:cubicBezTo>
                  <a:cubicBezTo>
                    <a:pt x="4170" y="104117"/>
                    <a:pt x="36555" y="62207"/>
                    <a:pt x="47985" y="47920"/>
                  </a:cubicBezTo>
                  <a:cubicBezTo>
                    <a:pt x="48938" y="46967"/>
                    <a:pt x="49890" y="46015"/>
                    <a:pt x="49890" y="45062"/>
                  </a:cubicBezTo>
                  <a:cubicBezTo>
                    <a:pt x="50843" y="44110"/>
                    <a:pt x="51795" y="43157"/>
                    <a:pt x="51795" y="43157"/>
                  </a:cubicBezTo>
                  <a:cubicBezTo>
                    <a:pt x="51795" y="43157"/>
                    <a:pt x="78465" y="24107"/>
                    <a:pt x="100373" y="10772"/>
                  </a:cubicBezTo>
                  <a:cubicBezTo>
                    <a:pt x="109898" y="5057"/>
                    <a:pt x="118470" y="1247"/>
                    <a:pt x="122280" y="295"/>
                  </a:cubicBezTo>
                  <a:lnTo>
                    <a:pt x="122280" y="295"/>
                  </a:lnTo>
                  <a:cubicBezTo>
                    <a:pt x="130853" y="-1610"/>
                    <a:pt x="135615" y="6010"/>
                    <a:pt x="138473" y="14582"/>
                  </a:cubicBezTo>
                  <a:cubicBezTo>
                    <a:pt x="139425" y="17440"/>
                    <a:pt x="140378" y="21250"/>
                    <a:pt x="141330" y="24107"/>
                  </a:cubicBezTo>
                  <a:cubicBezTo>
                    <a:pt x="143235" y="32680"/>
                    <a:pt x="144188" y="39347"/>
                    <a:pt x="145140" y="41252"/>
                  </a:cubicBezTo>
                  <a:cubicBezTo>
                    <a:pt x="149903" y="49825"/>
                    <a:pt x="133710" y="58397"/>
                    <a:pt x="129900" y="65065"/>
                  </a:cubicBezTo>
                  <a:close/>
                </a:path>
              </a:pathLst>
            </a:custGeom>
            <a:solidFill>
              <a:srgbClr val="CAD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56" name="Freeform: Shape 55"/>
            <p:cNvSpPr/>
            <p:nvPr/>
          </p:nvSpPr>
          <p:spPr>
            <a:xfrm>
              <a:off x="6164579" y="3923347"/>
              <a:ext cx="145610" cy="133352"/>
            </a:xfrm>
            <a:custGeom>
              <a:avLst/>
              <a:gdLst>
                <a:gd name="connsiteX0" fmla="*/ 142875 w 145610"/>
                <a:gd name="connsiteY0" fmla="*/ 0 h 133352"/>
                <a:gd name="connsiteX1" fmla="*/ 127635 w 145610"/>
                <a:gd name="connsiteY1" fmla="*/ 17145 h 133352"/>
                <a:gd name="connsiteX2" fmla="*/ 119063 w 145610"/>
                <a:gd name="connsiteY2" fmla="*/ 55245 h 133352"/>
                <a:gd name="connsiteX3" fmla="*/ 74295 w 145610"/>
                <a:gd name="connsiteY3" fmla="*/ 111443 h 133352"/>
                <a:gd name="connsiteX4" fmla="*/ 3810 w 145610"/>
                <a:gd name="connsiteY4" fmla="*/ 108585 h 133352"/>
                <a:gd name="connsiteX5" fmla="*/ 0 w 145610"/>
                <a:gd name="connsiteY5" fmla="*/ 102870 h 133352"/>
                <a:gd name="connsiteX6" fmla="*/ 5715 w 145610"/>
                <a:gd name="connsiteY6" fmla="*/ 124777 h 133352"/>
                <a:gd name="connsiteX7" fmla="*/ 76200 w 145610"/>
                <a:gd name="connsiteY7" fmla="*/ 127635 h 133352"/>
                <a:gd name="connsiteX8" fmla="*/ 120968 w 145610"/>
                <a:gd name="connsiteY8" fmla="*/ 71438 h 133352"/>
                <a:gd name="connsiteX9" fmla="*/ 129540 w 145610"/>
                <a:gd name="connsiteY9" fmla="*/ 33338 h 133352"/>
                <a:gd name="connsiteX10" fmla="*/ 144780 w 145610"/>
                <a:gd name="connsiteY10" fmla="*/ 11430 h 133352"/>
                <a:gd name="connsiteX11" fmla="*/ 142875 w 145610"/>
                <a:gd name="connsiteY11" fmla="*/ 0 h 133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5610" h="133352">
                  <a:moveTo>
                    <a:pt x="142875" y="0"/>
                  </a:moveTo>
                  <a:cubicBezTo>
                    <a:pt x="140018" y="5715"/>
                    <a:pt x="130493" y="12382"/>
                    <a:pt x="127635" y="17145"/>
                  </a:cubicBezTo>
                  <a:cubicBezTo>
                    <a:pt x="124777" y="23813"/>
                    <a:pt x="122872" y="42863"/>
                    <a:pt x="119063" y="55245"/>
                  </a:cubicBezTo>
                  <a:cubicBezTo>
                    <a:pt x="114300" y="68580"/>
                    <a:pt x="92393" y="100965"/>
                    <a:pt x="74295" y="111443"/>
                  </a:cubicBezTo>
                  <a:cubicBezTo>
                    <a:pt x="56197" y="121920"/>
                    <a:pt x="17145" y="115252"/>
                    <a:pt x="3810" y="108585"/>
                  </a:cubicBezTo>
                  <a:cubicBezTo>
                    <a:pt x="2857" y="107632"/>
                    <a:pt x="952" y="105727"/>
                    <a:pt x="0" y="102870"/>
                  </a:cubicBezTo>
                  <a:cubicBezTo>
                    <a:pt x="0" y="113348"/>
                    <a:pt x="2857" y="122873"/>
                    <a:pt x="5715" y="124777"/>
                  </a:cubicBezTo>
                  <a:cubicBezTo>
                    <a:pt x="19050" y="132398"/>
                    <a:pt x="58102" y="138112"/>
                    <a:pt x="76200" y="127635"/>
                  </a:cubicBezTo>
                  <a:cubicBezTo>
                    <a:pt x="94297" y="117157"/>
                    <a:pt x="116205" y="84773"/>
                    <a:pt x="120968" y="71438"/>
                  </a:cubicBezTo>
                  <a:cubicBezTo>
                    <a:pt x="125730" y="58102"/>
                    <a:pt x="126682" y="40005"/>
                    <a:pt x="129540" y="33338"/>
                  </a:cubicBezTo>
                  <a:cubicBezTo>
                    <a:pt x="132397" y="26670"/>
                    <a:pt x="149543" y="17145"/>
                    <a:pt x="144780" y="11430"/>
                  </a:cubicBezTo>
                  <a:cubicBezTo>
                    <a:pt x="144780" y="10477"/>
                    <a:pt x="143828" y="5715"/>
                    <a:pt x="142875" y="0"/>
                  </a:cubicBezTo>
                  <a:close/>
                </a:path>
              </a:pathLst>
            </a:custGeom>
            <a:solidFill>
              <a:srgbClr val="669F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57" name="Freeform: Shape 56"/>
            <p:cNvSpPr/>
            <p:nvPr/>
          </p:nvSpPr>
          <p:spPr>
            <a:xfrm>
              <a:off x="6168334" y="3953826"/>
              <a:ext cx="91494" cy="65177"/>
            </a:xfrm>
            <a:custGeom>
              <a:avLst/>
              <a:gdLst>
                <a:gd name="connsiteX0" fmla="*/ 91495 w 91494"/>
                <a:gd name="connsiteY0" fmla="*/ 14288 h 65177"/>
                <a:gd name="connsiteX1" fmla="*/ 62920 w 91494"/>
                <a:gd name="connsiteY1" fmla="*/ 58102 h 65177"/>
                <a:gd name="connsiteX2" fmla="*/ 1007 w 91494"/>
                <a:gd name="connsiteY2" fmla="*/ 57150 h 65177"/>
                <a:gd name="connsiteX3" fmla="*/ 25772 w 91494"/>
                <a:gd name="connsiteY3" fmla="*/ 16193 h 65177"/>
                <a:gd name="connsiteX4" fmla="*/ 43870 w 91494"/>
                <a:gd name="connsiteY4" fmla="*/ 0 h 65177"/>
                <a:gd name="connsiteX5" fmla="*/ 91495 w 91494"/>
                <a:gd name="connsiteY5" fmla="*/ 14288 h 65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494" h="65176">
                  <a:moveTo>
                    <a:pt x="91495" y="14288"/>
                  </a:moveTo>
                  <a:cubicBezTo>
                    <a:pt x="91495" y="14288"/>
                    <a:pt x="83875" y="44768"/>
                    <a:pt x="62920" y="58102"/>
                  </a:cubicBezTo>
                  <a:cubicBezTo>
                    <a:pt x="41965" y="71438"/>
                    <a:pt x="6722" y="62865"/>
                    <a:pt x="1007" y="57150"/>
                  </a:cubicBezTo>
                  <a:cubicBezTo>
                    <a:pt x="-4708" y="51435"/>
                    <a:pt x="15295" y="30480"/>
                    <a:pt x="25772" y="16193"/>
                  </a:cubicBezTo>
                  <a:cubicBezTo>
                    <a:pt x="36250" y="1905"/>
                    <a:pt x="43870" y="0"/>
                    <a:pt x="43870" y="0"/>
                  </a:cubicBezTo>
                  <a:cubicBezTo>
                    <a:pt x="43870" y="0"/>
                    <a:pt x="52442" y="13335"/>
                    <a:pt x="91495" y="14288"/>
                  </a:cubicBezTo>
                  <a:close/>
                </a:path>
              </a:pathLst>
            </a:custGeom>
            <a:solidFill>
              <a:srgbClr val="DCEA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58" name="Freeform: Shape 57"/>
            <p:cNvSpPr/>
            <p:nvPr/>
          </p:nvSpPr>
          <p:spPr>
            <a:xfrm>
              <a:off x="6024147" y="3867149"/>
              <a:ext cx="87092" cy="69555"/>
            </a:xfrm>
            <a:custGeom>
              <a:avLst/>
              <a:gdLst>
                <a:gd name="connsiteX0" fmla="*/ 87092 w 87092"/>
                <a:gd name="connsiteY0" fmla="*/ 11430 h 69555"/>
                <a:gd name="connsiteX1" fmla="*/ 47087 w 87092"/>
                <a:gd name="connsiteY1" fmla="*/ 61913 h 69555"/>
                <a:gd name="connsiteX2" fmla="*/ 1367 w 87092"/>
                <a:gd name="connsiteY2" fmla="*/ 65723 h 69555"/>
                <a:gd name="connsiteX3" fmla="*/ 20417 w 87092"/>
                <a:gd name="connsiteY3" fmla="*/ 30480 h 69555"/>
                <a:gd name="connsiteX4" fmla="*/ 45182 w 87092"/>
                <a:gd name="connsiteY4" fmla="*/ 0 h 69555"/>
                <a:gd name="connsiteX5" fmla="*/ 87092 w 87092"/>
                <a:gd name="connsiteY5" fmla="*/ 11430 h 6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7092" h="69555">
                  <a:moveTo>
                    <a:pt x="87092" y="11430"/>
                  </a:moveTo>
                  <a:cubicBezTo>
                    <a:pt x="87092" y="11430"/>
                    <a:pt x="69947" y="34290"/>
                    <a:pt x="47087" y="61913"/>
                  </a:cubicBezTo>
                  <a:cubicBezTo>
                    <a:pt x="38515" y="72390"/>
                    <a:pt x="7082" y="70485"/>
                    <a:pt x="1367" y="65723"/>
                  </a:cubicBezTo>
                  <a:cubicBezTo>
                    <a:pt x="-4348" y="60008"/>
                    <a:pt x="8987" y="44767"/>
                    <a:pt x="20417" y="30480"/>
                  </a:cubicBezTo>
                  <a:cubicBezTo>
                    <a:pt x="30895" y="16192"/>
                    <a:pt x="45182" y="0"/>
                    <a:pt x="45182" y="0"/>
                  </a:cubicBezTo>
                  <a:cubicBezTo>
                    <a:pt x="45182" y="0"/>
                    <a:pt x="48040" y="10477"/>
                    <a:pt x="87092" y="11430"/>
                  </a:cubicBezTo>
                  <a:close/>
                </a:path>
              </a:pathLst>
            </a:custGeom>
            <a:solidFill>
              <a:srgbClr val="DCEA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grpSp>
          <p:nvGrpSpPr>
            <p:cNvPr id="59" name="Graphic 2"/>
            <p:cNvGrpSpPr/>
            <p:nvPr/>
          </p:nvGrpSpPr>
          <p:grpSpPr>
            <a:xfrm>
              <a:off x="6169342" y="2804925"/>
              <a:ext cx="333383" cy="724086"/>
              <a:chOff x="6169342" y="2804925"/>
              <a:chExt cx="333383" cy="724086"/>
            </a:xfrm>
          </p:grpSpPr>
          <p:sp>
            <p:nvSpPr>
              <p:cNvPr id="60" name="Freeform: Shape 59"/>
              <p:cNvSpPr/>
              <p:nvPr>
                <p:custDataLst>
                  <p:tags r:id="rId101"/>
                </p:custDataLst>
              </p:nvPr>
            </p:nvSpPr>
            <p:spPr>
              <a:xfrm>
                <a:off x="6169342" y="3053961"/>
                <a:ext cx="333383" cy="445016"/>
              </a:xfrm>
              <a:custGeom>
                <a:avLst/>
                <a:gdLst>
                  <a:gd name="connsiteX0" fmla="*/ 333375 w 333383"/>
                  <a:gd name="connsiteY0" fmla="*/ 388373 h 445016"/>
                  <a:gd name="connsiteX1" fmla="*/ 279083 w 333383"/>
                  <a:gd name="connsiteY1" fmla="*/ 442665 h 445016"/>
                  <a:gd name="connsiteX2" fmla="*/ 176212 w 333383"/>
                  <a:gd name="connsiteY2" fmla="*/ 436950 h 445016"/>
                  <a:gd name="connsiteX3" fmla="*/ 17145 w 333383"/>
                  <a:gd name="connsiteY3" fmla="*/ 72143 h 445016"/>
                  <a:gd name="connsiteX4" fmla="*/ 0 w 333383"/>
                  <a:gd name="connsiteY4" fmla="*/ 34995 h 445016"/>
                  <a:gd name="connsiteX5" fmla="*/ 80010 w 333383"/>
                  <a:gd name="connsiteY5" fmla="*/ 2610 h 445016"/>
                  <a:gd name="connsiteX6" fmla="*/ 133350 w 333383"/>
                  <a:gd name="connsiteY6" fmla="*/ 9278 h 445016"/>
                  <a:gd name="connsiteX7" fmla="*/ 239078 w 333383"/>
                  <a:gd name="connsiteY7" fmla="*/ 38805 h 445016"/>
                  <a:gd name="connsiteX8" fmla="*/ 333375 w 333383"/>
                  <a:gd name="connsiteY8" fmla="*/ 388373 h 445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3383" h="445016">
                    <a:moveTo>
                      <a:pt x="333375" y="388373"/>
                    </a:moveTo>
                    <a:cubicBezTo>
                      <a:pt x="331470" y="413138"/>
                      <a:pt x="289560" y="440760"/>
                      <a:pt x="279083" y="442665"/>
                    </a:cubicBezTo>
                    <a:cubicBezTo>
                      <a:pt x="242887" y="450285"/>
                      <a:pt x="176212" y="436950"/>
                      <a:pt x="176212" y="436950"/>
                    </a:cubicBezTo>
                    <a:lnTo>
                      <a:pt x="17145" y="72143"/>
                    </a:lnTo>
                    <a:lnTo>
                      <a:pt x="0" y="34995"/>
                    </a:lnTo>
                    <a:cubicBezTo>
                      <a:pt x="952" y="31185"/>
                      <a:pt x="20955" y="-10725"/>
                      <a:pt x="80010" y="2610"/>
                    </a:cubicBezTo>
                    <a:cubicBezTo>
                      <a:pt x="97155" y="6420"/>
                      <a:pt x="110490" y="5468"/>
                      <a:pt x="133350" y="9278"/>
                    </a:cubicBezTo>
                    <a:cubicBezTo>
                      <a:pt x="189547" y="16898"/>
                      <a:pt x="239078" y="38805"/>
                      <a:pt x="239078" y="38805"/>
                    </a:cubicBezTo>
                    <a:cubicBezTo>
                      <a:pt x="255270" y="84525"/>
                      <a:pt x="334328" y="366465"/>
                      <a:pt x="333375" y="388373"/>
                    </a:cubicBezTo>
                    <a:close/>
                  </a:path>
                </a:pathLst>
              </a:custGeom>
              <a:solidFill>
                <a:srgbClr val="BED8D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61" name="Freeform: Shape 60"/>
              <p:cNvSpPr/>
              <p:nvPr>
                <p:custDataLst>
                  <p:tags r:id="rId102"/>
                </p:custDataLst>
              </p:nvPr>
            </p:nvSpPr>
            <p:spPr>
              <a:xfrm>
                <a:off x="6440804" y="3363276"/>
                <a:ext cx="57001" cy="119281"/>
              </a:xfrm>
              <a:custGeom>
                <a:avLst/>
                <a:gdLst>
                  <a:gd name="connsiteX0" fmla="*/ 28575 w 57001"/>
                  <a:gd name="connsiteY0" fmla="*/ 14288 h 119281"/>
                  <a:gd name="connsiteX1" fmla="*/ 17145 w 57001"/>
                  <a:gd name="connsiteY1" fmla="*/ 55245 h 119281"/>
                  <a:gd name="connsiteX2" fmla="*/ 0 w 57001"/>
                  <a:gd name="connsiteY2" fmla="*/ 68580 h 119281"/>
                  <a:gd name="connsiteX3" fmla="*/ 7620 w 57001"/>
                  <a:gd name="connsiteY3" fmla="*/ 116205 h 119281"/>
                  <a:gd name="connsiteX4" fmla="*/ 42863 w 57001"/>
                  <a:gd name="connsiteY4" fmla="*/ 101918 h 119281"/>
                  <a:gd name="connsiteX5" fmla="*/ 56198 w 57001"/>
                  <a:gd name="connsiteY5" fmla="*/ 70485 h 119281"/>
                  <a:gd name="connsiteX6" fmla="*/ 37148 w 57001"/>
                  <a:gd name="connsiteY6" fmla="*/ 0 h 119281"/>
                  <a:gd name="connsiteX7" fmla="*/ 28575 w 57001"/>
                  <a:gd name="connsiteY7" fmla="*/ 14288 h 119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001" h="119281">
                    <a:moveTo>
                      <a:pt x="28575" y="14288"/>
                    </a:moveTo>
                    <a:cubicBezTo>
                      <a:pt x="28575" y="14288"/>
                      <a:pt x="23813" y="45720"/>
                      <a:pt x="17145" y="55245"/>
                    </a:cubicBezTo>
                    <a:cubicBezTo>
                      <a:pt x="10478" y="64770"/>
                      <a:pt x="0" y="68580"/>
                      <a:pt x="0" y="68580"/>
                    </a:cubicBezTo>
                    <a:cubicBezTo>
                      <a:pt x="0" y="68580"/>
                      <a:pt x="6668" y="113348"/>
                      <a:pt x="7620" y="116205"/>
                    </a:cubicBezTo>
                    <a:cubicBezTo>
                      <a:pt x="8573" y="119063"/>
                      <a:pt x="23813" y="125730"/>
                      <a:pt x="42863" y="101918"/>
                    </a:cubicBezTo>
                    <a:cubicBezTo>
                      <a:pt x="61913" y="78105"/>
                      <a:pt x="56198" y="70485"/>
                      <a:pt x="56198" y="70485"/>
                    </a:cubicBezTo>
                    <a:lnTo>
                      <a:pt x="37148" y="0"/>
                    </a:lnTo>
                    <a:lnTo>
                      <a:pt x="28575" y="14288"/>
                    </a:lnTo>
                    <a:close/>
                  </a:path>
                </a:pathLst>
              </a:custGeom>
              <a:solidFill>
                <a:srgbClr val="CDE1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62" name="Freeform: Shape 61"/>
              <p:cNvSpPr/>
              <p:nvPr>
                <p:custDataLst>
                  <p:tags r:id="rId103"/>
                </p:custDataLst>
              </p:nvPr>
            </p:nvSpPr>
            <p:spPr>
              <a:xfrm>
                <a:off x="6336795" y="2804925"/>
                <a:ext cx="85911" cy="366899"/>
              </a:xfrm>
              <a:custGeom>
                <a:avLst/>
                <a:gdLst>
                  <a:gd name="connsiteX0" fmla="*/ 74482 w 85911"/>
                  <a:gd name="connsiteY0" fmla="*/ 366899 h 366899"/>
                  <a:gd name="connsiteX1" fmla="*/ 187 w 85911"/>
                  <a:gd name="connsiteY1" fmla="*/ 7807 h 366899"/>
                  <a:gd name="connsiteX2" fmla="*/ 4949 w 85911"/>
                  <a:gd name="connsiteY2" fmla="*/ 187 h 366899"/>
                  <a:gd name="connsiteX3" fmla="*/ 4949 w 85911"/>
                  <a:gd name="connsiteY3" fmla="*/ 187 h 366899"/>
                  <a:gd name="connsiteX4" fmla="*/ 11617 w 85911"/>
                  <a:gd name="connsiteY4" fmla="*/ 4949 h 366899"/>
                  <a:gd name="connsiteX5" fmla="*/ 85912 w 85911"/>
                  <a:gd name="connsiteY5" fmla="*/ 364042 h 366899"/>
                  <a:gd name="connsiteX6" fmla="*/ 74482 w 85911"/>
                  <a:gd name="connsiteY6" fmla="*/ 366899 h 366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911" h="366899">
                    <a:moveTo>
                      <a:pt x="74482" y="366899"/>
                    </a:moveTo>
                    <a:cubicBezTo>
                      <a:pt x="47812" y="258314"/>
                      <a:pt x="7807" y="44954"/>
                      <a:pt x="187" y="7807"/>
                    </a:cubicBezTo>
                    <a:cubicBezTo>
                      <a:pt x="-766" y="3997"/>
                      <a:pt x="2092" y="1139"/>
                      <a:pt x="4949" y="187"/>
                    </a:cubicBezTo>
                    <a:lnTo>
                      <a:pt x="4949" y="187"/>
                    </a:lnTo>
                    <a:cubicBezTo>
                      <a:pt x="7807" y="-766"/>
                      <a:pt x="10664" y="2092"/>
                      <a:pt x="11617" y="4949"/>
                    </a:cubicBezTo>
                    <a:cubicBezTo>
                      <a:pt x="18284" y="42097"/>
                      <a:pt x="59242" y="255457"/>
                      <a:pt x="85912" y="364042"/>
                    </a:cubicBezTo>
                    <a:lnTo>
                      <a:pt x="74482" y="366899"/>
                    </a:lnTo>
                    <a:close/>
                  </a:path>
                </a:pathLst>
              </a:custGeom>
              <a:solidFill>
                <a:srgbClr val="83B4B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63" name="Freeform: Shape 62"/>
              <p:cNvSpPr/>
              <p:nvPr>
                <p:custDataLst>
                  <p:tags r:id="rId104"/>
                </p:custDataLst>
              </p:nvPr>
            </p:nvSpPr>
            <p:spPr>
              <a:xfrm>
                <a:off x="6175056" y="3040720"/>
                <a:ext cx="275341" cy="488291"/>
              </a:xfrm>
              <a:custGeom>
                <a:avLst/>
                <a:gdLst>
                  <a:gd name="connsiteX0" fmla="*/ 275272 w 275341"/>
                  <a:gd name="connsiteY0" fmla="*/ 139677 h 488291"/>
                  <a:gd name="connsiteX1" fmla="*/ 205740 w 275341"/>
                  <a:gd name="connsiteY1" fmla="*/ 202542 h 488291"/>
                  <a:gd name="connsiteX2" fmla="*/ 204788 w 275341"/>
                  <a:gd name="connsiteY2" fmla="*/ 488292 h 488291"/>
                  <a:gd name="connsiteX3" fmla="*/ 17145 w 275341"/>
                  <a:gd name="connsiteY3" fmla="*/ 74907 h 488291"/>
                  <a:gd name="connsiteX4" fmla="*/ 0 w 275341"/>
                  <a:gd name="connsiteY4" fmla="*/ 36807 h 488291"/>
                  <a:gd name="connsiteX5" fmla="*/ 82868 w 275341"/>
                  <a:gd name="connsiteY5" fmla="*/ 2517 h 488291"/>
                  <a:gd name="connsiteX6" fmla="*/ 138113 w 275341"/>
                  <a:gd name="connsiteY6" fmla="*/ 9184 h 488291"/>
                  <a:gd name="connsiteX7" fmla="*/ 247650 w 275341"/>
                  <a:gd name="connsiteY7" fmla="*/ 39664 h 488291"/>
                  <a:gd name="connsiteX8" fmla="*/ 275272 w 275341"/>
                  <a:gd name="connsiteY8" fmla="*/ 139677 h 48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5341" h="488291">
                    <a:moveTo>
                      <a:pt x="275272" y="139677"/>
                    </a:moveTo>
                    <a:cubicBezTo>
                      <a:pt x="277178" y="153012"/>
                      <a:pt x="239078" y="187302"/>
                      <a:pt x="205740" y="202542"/>
                    </a:cubicBezTo>
                    <a:cubicBezTo>
                      <a:pt x="170497" y="217782"/>
                      <a:pt x="204788" y="488292"/>
                      <a:pt x="204788" y="488292"/>
                    </a:cubicBezTo>
                    <a:lnTo>
                      <a:pt x="17145" y="74907"/>
                    </a:lnTo>
                    <a:lnTo>
                      <a:pt x="0" y="36807"/>
                    </a:lnTo>
                    <a:cubicBezTo>
                      <a:pt x="953" y="32997"/>
                      <a:pt x="20955" y="-10818"/>
                      <a:pt x="82868" y="2517"/>
                    </a:cubicBezTo>
                    <a:cubicBezTo>
                      <a:pt x="100965" y="6327"/>
                      <a:pt x="115253" y="5374"/>
                      <a:pt x="138113" y="9184"/>
                    </a:cubicBezTo>
                    <a:cubicBezTo>
                      <a:pt x="196215" y="17757"/>
                      <a:pt x="247650" y="39664"/>
                      <a:pt x="247650" y="39664"/>
                    </a:cubicBezTo>
                    <a:cubicBezTo>
                      <a:pt x="263843" y="86337"/>
                      <a:pt x="272415" y="118722"/>
                      <a:pt x="275272" y="139677"/>
                    </a:cubicBezTo>
                    <a:close/>
                  </a:path>
                </a:pathLst>
              </a:custGeom>
              <a:solidFill>
                <a:srgbClr val="D1E3E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64" name="Freeform: Shape 63"/>
              <p:cNvSpPr/>
              <p:nvPr>
                <p:custDataLst>
                  <p:tags r:id="rId105"/>
                </p:custDataLst>
              </p:nvPr>
            </p:nvSpPr>
            <p:spPr>
              <a:xfrm>
                <a:off x="6397941" y="3101339"/>
                <a:ext cx="40005" cy="93345"/>
              </a:xfrm>
              <a:custGeom>
                <a:avLst/>
                <a:gdLst>
                  <a:gd name="connsiteX0" fmla="*/ 40005 w 40005"/>
                  <a:gd name="connsiteY0" fmla="*/ 1905 h 93345"/>
                  <a:gd name="connsiteX1" fmla="*/ 30480 w 40005"/>
                  <a:gd name="connsiteY1" fmla="*/ 93345 h 93345"/>
                  <a:gd name="connsiteX2" fmla="*/ 21908 w 40005"/>
                  <a:gd name="connsiteY2" fmla="*/ 91440 h 93345"/>
                  <a:gd name="connsiteX3" fmla="*/ 0 w 40005"/>
                  <a:gd name="connsiteY3" fmla="*/ 26670 h 93345"/>
                  <a:gd name="connsiteX4" fmla="*/ 31433 w 40005"/>
                  <a:gd name="connsiteY4" fmla="*/ 0 h 93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005" h="93345">
                    <a:moveTo>
                      <a:pt x="40005" y="1905"/>
                    </a:moveTo>
                    <a:lnTo>
                      <a:pt x="30480" y="93345"/>
                    </a:lnTo>
                    <a:lnTo>
                      <a:pt x="21908" y="91440"/>
                    </a:lnTo>
                    <a:lnTo>
                      <a:pt x="0" y="26670"/>
                    </a:lnTo>
                    <a:lnTo>
                      <a:pt x="31433" y="0"/>
                    </a:lnTo>
                    <a:close/>
                  </a:path>
                </a:pathLst>
              </a:custGeom>
              <a:solidFill>
                <a:srgbClr val="ADC2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65" name="Freeform: Shape 64"/>
              <p:cNvSpPr/>
              <p:nvPr>
                <p:custDataLst>
                  <p:tags r:id="rId106"/>
                </p:custDataLst>
              </p:nvPr>
            </p:nvSpPr>
            <p:spPr>
              <a:xfrm>
                <a:off x="6407466" y="3103244"/>
                <a:ext cx="52387" cy="91440"/>
              </a:xfrm>
              <a:custGeom>
                <a:avLst/>
                <a:gdLst>
                  <a:gd name="connsiteX0" fmla="*/ 52388 w 52387"/>
                  <a:gd name="connsiteY0" fmla="*/ 64770 h 91440"/>
                  <a:gd name="connsiteX1" fmla="*/ 20955 w 52387"/>
                  <a:gd name="connsiteY1" fmla="*/ 91440 h 91440"/>
                  <a:gd name="connsiteX2" fmla="*/ 0 w 52387"/>
                  <a:gd name="connsiteY2" fmla="*/ 26670 h 91440"/>
                  <a:gd name="connsiteX3" fmla="*/ 30480 w 52387"/>
                  <a:gd name="connsiteY3" fmla="*/ 0 h 9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387" h="91440">
                    <a:moveTo>
                      <a:pt x="52388" y="64770"/>
                    </a:moveTo>
                    <a:lnTo>
                      <a:pt x="20955" y="91440"/>
                    </a:lnTo>
                    <a:lnTo>
                      <a:pt x="0" y="26670"/>
                    </a:lnTo>
                    <a:lnTo>
                      <a:pt x="30480" y="0"/>
                    </a:lnTo>
                    <a:close/>
                  </a:path>
                </a:pathLst>
              </a:custGeom>
              <a:solidFill>
                <a:srgbClr val="DCEAE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66" name="Freeform: Shape 65"/>
              <p:cNvSpPr/>
              <p:nvPr>
                <p:custDataLst>
                  <p:tags r:id="rId107"/>
                </p:custDataLst>
              </p:nvPr>
            </p:nvSpPr>
            <p:spPr>
              <a:xfrm>
                <a:off x="6192201" y="3105989"/>
                <a:ext cx="256222" cy="395594"/>
              </a:xfrm>
              <a:custGeom>
                <a:avLst/>
                <a:gdLst>
                  <a:gd name="connsiteX0" fmla="*/ 256223 w 256222"/>
                  <a:gd name="connsiteY0" fmla="*/ 390638 h 395594"/>
                  <a:gd name="connsiteX1" fmla="*/ 153352 w 256222"/>
                  <a:gd name="connsiteY1" fmla="*/ 381113 h 395594"/>
                  <a:gd name="connsiteX2" fmla="*/ 0 w 256222"/>
                  <a:gd name="connsiteY2" fmla="*/ 9638 h 395594"/>
                  <a:gd name="connsiteX3" fmla="*/ 5715 w 256222"/>
                  <a:gd name="connsiteY3" fmla="*/ 7733 h 395594"/>
                  <a:gd name="connsiteX4" fmla="*/ 170498 w 256222"/>
                  <a:gd name="connsiteY4" fmla="*/ 28688 h 395594"/>
                  <a:gd name="connsiteX5" fmla="*/ 256223 w 256222"/>
                  <a:gd name="connsiteY5" fmla="*/ 390638 h 39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6222" h="395594">
                    <a:moveTo>
                      <a:pt x="256223" y="390638"/>
                    </a:moveTo>
                    <a:cubicBezTo>
                      <a:pt x="220980" y="405878"/>
                      <a:pt x="153352" y="381113"/>
                      <a:pt x="153352" y="381113"/>
                    </a:cubicBezTo>
                    <a:lnTo>
                      <a:pt x="0" y="9638"/>
                    </a:lnTo>
                    <a:cubicBezTo>
                      <a:pt x="1905" y="8685"/>
                      <a:pt x="3810" y="8685"/>
                      <a:pt x="5715" y="7733"/>
                    </a:cubicBezTo>
                    <a:cubicBezTo>
                      <a:pt x="86678" y="-17985"/>
                      <a:pt x="170498" y="28688"/>
                      <a:pt x="170498" y="28688"/>
                    </a:cubicBezTo>
                    <a:lnTo>
                      <a:pt x="256223" y="390638"/>
                    </a:lnTo>
                    <a:close/>
                  </a:path>
                </a:pathLst>
              </a:custGeom>
              <a:solidFill>
                <a:srgbClr val="9FB5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67" name="Freeform: Shape 66"/>
              <p:cNvSpPr/>
              <p:nvPr>
                <p:custDataLst>
                  <p:tags r:id="rId108"/>
                </p:custDataLst>
              </p:nvPr>
            </p:nvSpPr>
            <p:spPr>
              <a:xfrm>
                <a:off x="6271840" y="3050856"/>
                <a:ext cx="151102" cy="95354"/>
              </a:xfrm>
              <a:custGeom>
                <a:avLst/>
                <a:gdLst>
                  <a:gd name="connsiteX0" fmla="*/ 146104 w 151102"/>
                  <a:gd name="connsiteY0" fmla="*/ 43815 h 95354"/>
                  <a:gd name="connsiteX1" fmla="*/ 106099 w 151102"/>
                  <a:gd name="connsiteY1" fmla="*/ 84773 h 95354"/>
                  <a:gd name="connsiteX2" fmla="*/ 71809 w 151102"/>
                  <a:gd name="connsiteY2" fmla="*/ 94298 h 95354"/>
                  <a:gd name="connsiteX3" fmla="*/ 5134 w 151102"/>
                  <a:gd name="connsiteY3" fmla="*/ 79057 h 95354"/>
                  <a:gd name="connsiteX4" fmla="*/ 40376 w 151102"/>
                  <a:gd name="connsiteY4" fmla="*/ 0 h 95354"/>
                  <a:gd name="connsiteX5" fmla="*/ 137531 w 151102"/>
                  <a:gd name="connsiteY5" fmla="*/ 16193 h 95354"/>
                  <a:gd name="connsiteX6" fmla="*/ 146104 w 151102"/>
                  <a:gd name="connsiteY6" fmla="*/ 43815 h 95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1102" h="95354">
                    <a:moveTo>
                      <a:pt x="146104" y="43815"/>
                    </a:moveTo>
                    <a:lnTo>
                      <a:pt x="106099" y="84773"/>
                    </a:lnTo>
                    <a:cubicBezTo>
                      <a:pt x="97526" y="94298"/>
                      <a:pt x="84191" y="97155"/>
                      <a:pt x="71809" y="94298"/>
                    </a:cubicBezTo>
                    <a:cubicBezTo>
                      <a:pt x="54664" y="89535"/>
                      <a:pt x="27994" y="82868"/>
                      <a:pt x="5134" y="79057"/>
                    </a:cubicBezTo>
                    <a:cubicBezTo>
                      <a:pt x="-15821" y="76200"/>
                      <a:pt x="33709" y="14288"/>
                      <a:pt x="40376" y="0"/>
                    </a:cubicBezTo>
                    <a:cubicBezTo>
                      <a:pt x="75619" y="4763"/>
                      <a:pt x="112766" y="11430"/>
                      <a:pt x="137531" y="16193"/>
                    </a:cubicBezTo>
                    <a:cubicBezTo>
                      <a:pt x="150866" y="18098"/>
                      <a:pt x="155629" y="34290"/>
                      <a:pt x="146104" y="43815"/>
                    </a:cubicBezTo>
                    <a:close/>
                  </a:path>
                </a:pathLst>
              </a:custGeom>
              <a:solidFill>
                <a:srgbClr val="D1E3E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68" name="Freeform: Shape 67"/>
              <p:cNvSpPr/>
              <p:nvPr>
                <p:custDataLst>
                  <p:tags r:id="rId109"/>
                </p:custDataLst>
              </p:nvPr>
            </p:nvSpPr>
            <p:spPr>
              <a:xfrm>
                <a:off x="6284122" y="3057524"/>
                <a:ext cx="133023" cy="72397"/>
              </a:xfrm>
              <a:custGeom>
                <a:avLst/>
                <a:gdLst>
                  <a:gd name="connsiteX0" fmla="*/ 129059 w 133023"/>
                  <a:gd name="connsiteY0" fmla="*/ 32385 h 72397"/>
                  <a:gd name="connsiteX1" fmla="*/ 92864 w 133023"/>
                  <a:gd name="connsiteY1" fmla="*/ 63818 h 72397"/>
                  <a:gd name="connsiteX2" fmla="*/ 62384 w 133023"/>
                  <a:gd name="connsiteY2" fmla="*/ 71438 h 72397"/>
                  <a:gd name="connsiteX3" fmla="*/ 4282 w 133023"/>
                  <a:gd name="connsiteY3" fmla="*/ 60960 h 72397"/>
                  <a:gd name="connsiteX4" fmla="*/ 36667 w 133023"/>
                  <a:gd name="connsiteY4" fmla="*/ 0 h 72397"/>
                  <a:gd name="connsiteX5" fmla="*/ 121439 w 133023"/>
                  <a:gd name="connsiteY5" fmla="*/ 10478 h 72397"/>
                  <a:gd name="connsiteX6" fmla="*/ 129059 w 133023"/>
                  <a:gd name="connsiteY6" fmla="*/ 32385 h 72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023" h="72397">
                    <a:moveTo>
                      <a:pt x="129059" y="32385"/>
                    </a:moveTo>
                    <a:lnTo>
                      <a:pt x="92864" y="63818"/>
                    </a:lnTo>
                    <a:cubicBezTo>
                      <a:pt x="85244" y="70485"/>
                      <a:pt x="72862" y="74295"/>
                      <a:pt x="62384" y="71438"/>
                    </a:cubicBezTo>
                    <a:cubicBezTo>
                      <a:pt x="47144" y="67627"/>
                      <a:pt x="24284" y="62865"/>
                      <a:pt x="4282" y="60960"/>
                    </a:cubicBezTo>
                    <a:cubicBezTo>
                      <a:pt x="-13816" y="59055"/>
                      <a:pt x="30952" y="11430"/>
                      <a:pt x="36667" y="0"/>
                    </a:cubicBezTo>
                    <a:cubicBezTo>
                      <a:pt x="68099" y="2857"/>
                      <a:pt x="100484" y="6668"/>
                      <a:pt x="121439" y="10478"/>
                    </a:cubicBezTo>
                    <a:cubicBezTo>
                      <a:pt x="132869" y="12382"/>
                      <a:pt x="136679" y="24765"/>
                      <a:pt x="129059" y="32385"/>
                    </a:cubicBezTo>
                    <a:close/>
                  </a:path>
                </a:pathLst>
              </a:custGeom>
              <a:solidFill>
                <a:srgbClr val="DDEAE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69" name="Freeform: Shape 68"/>
              <p:cNvSpPr/>
              <p:nvPr>
                <p:custDataLst>
                  <p:tags r:id="rId110"/>
                </p:custDataLst>
              </p:nvPr>
            </p:nvSpPr>
            <p:spPr>
              <a:xfrm>
                <a:off x="6429903" y="3206888"/>
                <a:ext cx="37766" cy="47188"/>
              </a:xfrm>
              <a:custGeom>
                <a:avLst/>
                <a:gdLst>
                  <a:gd name="connsiteX0" fmla="*/ 35666 w 37766"/>
                  <a:gd name="connsiteY0" fmla="*/ 14466 h 47188"/>
                  <a:gd name="connsiteX1" fmla="*/ 28998 w 37766"/>
                  <a:gd name="connsiteY1" fmla="*/ 44946 h 47188"/>
                  <a:gd name="connsiteX2" fmla="*/ 2328 w 37766"/>
                  <a:gd name="connsiteY2" fmla="*/ 33516 h 47188"/>
                  <a:gd name="connsiteX3" fmla="*/ 8043 w 37766"/>
                  <a:gd name="connsiteY3" fmla="*/ 2084 h 47188"/>
                  <a:gd name="connsiteX4" fmla="*/ 35666 w 37766"/>
                  <a:gd name="connsiteY4" fmla="*/ 14466 h 47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6" h="47188">
                    <a:moveTo>
                      <a:pt x="35666" y="14466"/>
                    </a:moveTo>
                    <a:cubicBezTo>
                      <a:pt x="40428" y="25896"/>
                      <a:pt x="36618" y="39231"/>
                      <a:pt x="28998" y="44946"/>
                    </a:cubicBezTo>
                    <a:cubicBezTo>
                      <a:pt x="21378" y="50661"/>
                      <a:pt x="7091" y="44946"/>
                      <a:pt x="2328" y="33516"/>
                    </a:cubicBezTo>
                    <a:cubicBezTo>
                      <a:pt x="-2434" y="22086"/>
                      <a:pt x="423" y="7799"/>
                      <a:pt x="8043" y="2084"/>
                    </a:cubicBezTo>
                    <a:cubicBezTo>
                      <a:pt x="15663" y="-3631"/>
                      <a:pt x="31856" y="3036"/>
                      <a:pt x="35666" y="14466"/>
                    </a:cubicBezTo>
                    <a:close/>
                  </a:path>
                </a:pathLst>
              </a:custGeom>
              <a:solidFill>
                <a:srgbClr val="BED6D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70" name="Freeform: Shape 69"/>
              <p:cNvSpPr/>
              <p:nvPr>
                <p:custDataLst>
                  <p:tags r:id="rId111"/>
                </p:custDataLst>
              </p:nvPr>
            </p:nvSpPr>
            <p:spPr>
              <a:xfrm>
                <a:off x="6441720" y="3211369"/>
                <a:ext cx="28648" cy="41244"/>
              </a:xfrm>
              <a:custGeom>
                <a:avLst/>
                <a:gdLst>
                  <a:gd name="connsiteX0" fmla="*/ 26707 w 28648"/>
                  <a:gd name="connsiteY0" fmla="*/ 10937 h 41244"/>
                  <a:gd name="connsiteX1" fmla="*/ 21944 w 28648"/>
                  <a:gd name="connsiteY1" fmla="*/ 38560 h 41244"/>
                  <a:gd name="connsiteX2" fmla="*/ 1942 w 28648"/>
                  <a:gd name="connsiteY2" fmla="*/ 30940 h 41244"/>
                  <a:gd name="connsiteX3" fmla="*/ 6704 w 28648"/>
                  <a:gd name="connsiteY3" fmla="*/ 3317 h 41244"/>
                  <a:gd name="connsiteX4" fmla="*/ 26707 w 28648"/>
                  <a:gd name="connsiteY4" fmla="*/ 10937 h 41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48" h="41244">
                    <a:moveTo>
                      <a:pt x="26707" y="10937"/>
                    </a:moveTo>
                    <a:cubicBezTo>
                      <a:pt x="30517" y="20462"/>
                      <a:pt x="28612" y="32845"/>
                      <a:pt x="21944" y="38560"/>
                    </a:cubicBezTo>
                    <a:cubicBezTo>
                      <a:pt x="15277" y="44275"/>
                      <a:pt x="6704" y="40465"/>
                      <a:pt x="1942" y="30940"/>
                    </a:cubicBezTo>
                    <a:cubicBezTo>
                      <a:pt x="-1868" y="21415"/>
                      <a:pt x="37" y="9032"/>
                      <a:pt x="6704" y="3317"/>
                    </a:cubicBezTo>
                    <a:cubicBezTo>
                      <a:pt x="14324" y="-3350"/>
                      <a:pt x="22897" y="460"/>
                      <a:pt x="26707" y="10937"/>
                    </a:cubicBezTo>
                    <a:close/>
                  </a:path>
                </a:pathLst>
              </a:custGeom>
              <a:solidFill>
                <a:srgbClr val="DCEAE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  <p:sp>
          <p:nvSpPr>
            <p:cNvPr id="71" name="Freeform: Shape 70"/>
            <p:cNvSpPr/>
            <p:nvPr>
              <p:custDataLst>
                <p:tags r:id="rId12"/>
              </p:custDataLst>
            </p:nvPr>
          </p:nvSpPr>
          <p:spPr>
            <a:xfrm>
              <a:off x="6071752" y="3445191"/>
              <a:ext cx="217143" cy="427733"/>
            </a:xfrm>
            <a:custGeom>
              <a:avLst/>
              <a:gdLst>
                <a:gd name="connsiteX0" fmla="*/ 216652 w 217143"/>
                <a:gd name="connsiteY0" fmla="*/ 38100 h 427733"/>
                <a:gd name="connsiteX1" fmla="*/ 184267 w 217143"/>
                <a:gd name="connsiteY1" fmla="*/ 139065 h 427733"/>
                <a:gd name="connsiteX2" fmla="*/ 167122 w 217143"/>
                <a:gd name="connsiteY2" fmla="*/ 166688 h 427733"/>
                <a:gd name="connsiteX3" fmla="*/ 109020 w 217143"/>
                <a:gd name="connsiteY3" fmla="*/ 261938 h 427733"/>
                <a:gd name="connsiteX4" fmla="*/ 95685 w 217143"/>
                <a:gd name="connsiteY4" fmla="*/ 344805 h 427733"/>
                <a:gd name="connsiteX5" fmla="*/ 92827 w 217143"/>
                <a:gd name="connsiteY5" fmla="*/ 401955 h 427733"/>
                <a:gd name="connsiteX6" fmla="*/ 84255 w 217143"/>
                <a:gd name="connsiteY6" fmla="*/ 415290 h 427733"/>
                <a:gd name="connsiteX7" fmla="*/ 45202 w 217143"/>
                <a:gd name="connsiteY7" fmla="*/ 426720 h 427733"/>
                <a:gd name="connsiteX8" fmla="*/ 45202 w 217143"/>
                <a:gd name="connsiteY8" fmla="*/ 426720 h 427733"/>
                <a:gd name="connsiteX9" fmla="*/ 5197 w 217143"/>
                <a:gd name="connsiteY9" fmla="*/ 406718 h 427733"/>
                <a:gd name="connsiteX10" fmla="*/ 5197 w 217143"/>
                <a:gd name="connsiteY10" fmla="*/ 406718 h 427733"/>
                <a:gd name="connsiteX11" fmla="*/ 1387 w 217143"/>
                <a:gd name="connsiteY11" fmla="*/ 367665 h 427733"/>
                <a:gd name="connsiteX12" fmla="*/ 10912 w 217143"/>
                <a:gd name="connsiteY12" fmla="*/ 203835 h 427733"/>
                <a:gd name="connsiteX13" fmla="*/ 81397 w 217143"/>
                <a:gd name="connsiteY13" fmla="*/ 62865 h 427733"/>
                <a:gd name="connsiteX14" fmla="*/ 129975 w 217143"/>
                <a:gd name="connsiteY14" fmla="*/ 0 h 427733"/>
                <a:gd name="connsiteX15" fmla="*/ 216652 w 217143"/>
                <a:gd name="connsiteY15" fmla="*/ 38100 h 42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7143" h="427733">
                  <a:moveTo>
                    <a:pt x="216652" y="38100"/>
                  </a:moveTo>
                  <a:cubicBezTo>
                    <a:pt x="220462" y="60960"/>
                    <a:pt x="201412" y="106680"/>
                    <a:pt x="184267" y="139065"/>
                  </a:cubicBezTo>
                  <a:cubicBezTo>
                    <a:pt x="177600" y="150495"/>
                    <a:pt x="171885" y="160973"/>
                    <a:pt x="167122" y="166688"/>
                  </a:cubicBezTo>
                  <a:cubicBezTo>
                    <a:pt x="149977" y="190500"/>
                    <a:pt x="109972" y="250508"/>
                    <a:pt x="109020" y="261938"/>
                  </a:cubicBezTo>
                  <a:cubicBezTo>
                    <a:pt x="108067" y="273368"/>
                    <a:pt x="95685" y="321945"/>
                    <a:pt x="95685" y="344805"/>
                  </a:cubicBezTo>
                  <a:cubicBezTo>
                    <a:pt x="95685" y="367665"/>
                    <a:pt x="92827" y="401955"/>
                    <a:pt x="92827" y="401955"/>
                  </a:cubicBezTo>
                  <a:cubicBezTo>
                    <a:pt x="92827" y="401955"/>
                    <a:pt x="89970" y="408623"/>
                    <a:pt x="84255" y="415290"/>
                  </a:cubicBezTo>
                  <a:cubicBezTo>
                    <a:pt x="76635" y="422910"/>
                    <a:pt x="64252" y="430530"/>
                    <a:pt x="45202" y="426720"/>
                  </a:cubicBezTo>
                  <a:cubicBezTo>
                    <a:pt x="45202" y="426720"/>
                    <a:pt x="45202" y="426720"/>
                    <a:pt x="45202" y="426720"/>
                  </a:cubicBezTo>
                  <a:cubicBezTo>
                    <a:pt x="9960" y="419100"/>
                    <a:pt x="8055" y="411480"/>
                    <a:pt x="5197" y="406718"/>
                  </a:cubicBezTo>
                  <a:cubicBezTo>
                    <a:pt x="5197" y="406718"/>
                    <a:pt x="5197" y="406718"/>
                    <a:pt x="5197" y="406718"/>
                  </a:cubicBezTo>
                  <a:cubicBezTo>
                    <a:pt x="2340" y="401003"/>
                    <a:pt x="6150" y="381000"/>
                    <a:pt x="1387" y="367665"/>
                  </a:cubicBezTo>
                  <a:cubicBezTo>
                    <a:pt x="-3375" y="354330"/>
                    <a:pt x="5197" y="226695"/>
                    <a:pt x="10912" y="203835"/>
                  </a:cubicBezTo>
                  <a:cubicBezTo>
                    <a:pt x="16627" y="180975"/>
                    <a:pt x="70920" y="87630"/>
                    <a:pt x="81397" y="62865"/>
                  </a:cubicBezTo>
                  <a:cubicBezTo>
                    <a:pt x="91875" y="38100"/>
                    <a:pt x="129975" y="0"/>
                    <a:pt x="129975" y="0"/>
                  </a:cubicBezTo>
                  <a:cubicBezTo>
                    <a:pt x="129975" y="0"/>
                    <a:pt x="210937" y="7620"/>
                    <a:pt x="216652" y="38100"/>
                  </a:cubicBezTo>
                  <a:close/>
                </a:path>
              </a:pathLst>
            </a:custGeom>
            <a:solidFill>
              <a:srgbClr val="D3E4E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72" name="Freeform: Shape 71"/>
            <p:cNvSpPr/>
            <p:nvPr>
              <p:custDataLst>
                <p:tags r:id="rId13"/>
              </p:custDataLst>
            </p:nvPr>
          </p:nvSpPr>
          <p:spPr>
            <a:xfrm>
              <a:off x="6075112" y="3566291"/>
              <a:ext cx="118041" cy="303715"/>
            </a:xfrm>
            <a:custGeom>
              <a:avLst/>
              <a:gdLst>
                <a:gd name="connsiteX0" fmla="*/ 118042 w 118041"/>
                <a:gd name="connsiteY0" fmla="*/ 9393 h 303715"/>
                <a:gd name="connsiteX1" fmla="*/ 55177 w 118041"/>
                <a:gd name="connsiteY1" fmla="*/ 125598 h 303715"/>
                <a:gd name="connsiteX2" fmla="*/ 38032 w 118041"/>
                <a:gd name="connsiteY2" fmla="*/ 288475 h 303715"/>
                <a:gd name="connsiteX3" fmla="*/ 31364 w 118041"/>
                <a:gd name="connsiteY3" fmla="*/ 303715 h 303715"/>
                <a:gd name="connsiteX4" fmla="*/ 6599 w 118041"/>
                <a:gd name="connsiteY4" fmla="*/ 293238 h 303715"/>
                <a:gd name="connsiteX5" fmla="*/ 6599 w 118041"/>
                <a:gd name="connsiteY5" fmla="*/ 122740 h 303715"/>
                <a:gd name="connsiteX6" fmla="*/ 57082 w 118041"/>
                <a:gd name="connsiteY6" fmla="*/ 1773 h 303715"/>
                <a:gd name="connsiteX7" fmla="*/ 118042 w 118041"/>
                <a:gd name="connsiteY7" fmla="*/ 9393 h 30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040" h="303715">
                  <a:moveTo>
                    <a:pt x="118042" y="9393"/>
                  </a:moveTo>
                  <a:cubicBezTo>
                    <a:pt x="118042" y="9393"/>
                    <a:pt x="58987" y="85593"/>
                    <a:pt x="55177" y="125598"/>
                  </a:cubicBezTo>
                  <a:cubicBezTo>
                    <a:pt x="51367" y="165603"/>
                    <a:pt x="45652" y="272283"/>
                    <a:pt x="38032" y="288475"/>
                  </a:cubicBezTo>
                  <a:cubicBezTo>
                    <a:pt x="31364" y="303715"/>
                    <a:pt x="31364" y="303715"/>
                    <a:pt x="31364" y="303715"/>
                  </a:cubicBezTo>
                  <a:cubicBezTo>
                    <a:pt x="31364" y="303715"/>
                    <a:pt x="12314" y="300858"/>
                    <a:pt x="6599" y="293238"/>
                  </a:cubicBezTo>
                  <a:cubicBezTo>
                    <a:pt x="884" y="285618"/>
                    <a:pt x="-4831" y="156078"/>
                    <a:pt x="6599" y="122740"/>
                  </a:cubicBezTo>
                  <a:cubicBezTo>
                    <a:pt x="18029" y="89403"/>
                    <a:pt x="18029" y="67495"/>
                    <a:pt x="57082" y="1773"/>
                  </a:cubicBezTo>
                  <a:cubicBezTo>
                    <a:pt x="98992" y="-4895"/>
                    <a:pt x="118042" y="9393"/>
                    <a:pt x="118042" y="9393"/>
                  </a:cubicBezTo>
                  <a:close/>
                </a:path>
              </a:pathLst>
            </a:custGeom>
            <a:solidFill>
              <a:srgbClr val="E3EE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73" name="Freeform: Shape 72"/>
            <p:cNvSpPr/>
            <p:nvPr>
              <p:custDataLst>
                <p:tags r:id="rId14"/>
              </p:custDataLst>
            </p:nvPr>
          </p:nvSpPr>
          <p:spPr>
            <a:xfrm>
              <a:off x="6058834" y="3541763"/>
              <a:ext cx="197184" cy="431113"/>
            </a:xfrm>
            <a:custGeom>
              <a:avLst/>
              <a:gdLst>
                <a:gd name="connsiteX0" fmla="*/ 197185 w 197184"/>
                <a:gd name="connsiteY0" fmla="*/ 42494 h 431113"/>
                <a:gd name="connsiteX1" fmla="*/ 180040 w 197184"/>
                <a:gd name="connsiteY1" fmla="*/ 70116 h 431113"/>
                <a:gd name="connsiteX2" fmla="*/ 121937 w 197184"/>
                <a:gd name="connsiteY2" fmla="*/ 165366 h 431113"/>
                <a:gd name="connsiteX3" fmla="*/ 108602 w 197184"/>
                <a:gd name="connsiteY3" fmla="*/ 248234 h 431113"/>
                <a:gd name="connsiteX4" fmla="*/ 105745 w 197184"/>
                <a:gd name="connsiteY4" fmla="*/ 305384 h 431113"/>
                <a:gd name="connsiteX5" fmla="*/ 97172 w 197184"/>
                <a:gd name="connsiteY5" fmla="*/ 318719 h 431113"/>
                <a:gd name="connsiteX6" fmla="*/ 100030 w 197184"/>
                <a:gd name="connsiteY6" fmla="*/ 344436 h 431113"/>
                <a:gd name="connsiteX7" fmla="*/ 69550 w 197184"/>
                <a:gd name="connsiteY7" fmla="*/ 372059 h 431113"/>
                <a:gd name="connsiteX8" fmla="*/ 14305 w 197184"/>
                <a:gd name="connsiteY8" fmla="*/ 430161 h 431113"/>
                <a:gd name="connsiteX9" fmla="*/ 4780 w 197184"/>
                <a:gd name="connsiteY9" fmla="*/ 431114 h 431113"/>
                <a:gd name="connsiteX10" fmla="*/ 17 w 197184"/>
                <a:gd name="connsiteY10" fmla="*/ 404444 h 431113"/>
                <a:gd name="connsiteX11" fmla="*/ 53357 w 197184"/>
                <a:gd name="connsiteY11" fmla="*/ 335864 h 431113"/>
                <a:gd name="connsiteX12" fmla="*/ 58120 w 197184"/>
                <a:gd name="connsiteY12" fmla="*/ 329196 h 431113"/>
                <a:gd name="connsiteX13" fmla="*/ 71455 w 197184"/>
                <a:gd name="connsiteY13" fmla="*/ 303479 h 431113"/>
                <a:gd name="connsiteX14" fmla="*/ 78122 w 197184"/>
                <a:gd name="connsiteY14" fmla="*/ 258711 h 431113"/>
                <a:gd name="connsiteX15" fmla="*/ 98125 w 197184"/>
                <a:gd name="connsiteY15" fmla="*/ 133934 h 431113"/>
                <a:gd name="connsiteX16" fmla="*/ 150512 w 197184"/>
                <a:gd name="connsiteY16" fmla="*/ 38684 h 431113"/>
                <a:gd name="connsiteX17" fmla="*/ 197185 w 197184"/>
                <a:gd name="connsiteY17" fmla="*/ 42494 h 43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184" h="431113">
                  <a:moveTo>
                    <a:pt x="197185" y="42494"/>
                  </a:moveTo>
                  <a:cubicBezTo>
                    <a:pt x="190517" y="53924"/>
                    <a:pt x="184802" y="64401"/>
                    <a:pt x="180040" y="70116"/>
                  </a:cubicBezTo>
                  <a:cubicBezTo>
                    <a:pt x="162895" y="93929"/>
                    <a:pt x="122890" y="153936"/>
                    <a:pt x="121937" y="165366"/>
                  </a:cubicBezTo>
                  <a:cubicBezTo>
                    <a:pt x="120985" y="176796"/>
                    <a:pt x="108602" y="225374"/>
                    <a:pt x="108602" y="248234"/>
                  </a:cubicBezTo>
                  <a:cubicBezTo>
                    <a:pt x="108602" y="271094"/>
                    <a:pt x="105745" y="305384"/>
                    <a:pt x="105745" y="305384"/>
                  </a:cubicBezTo>
                  <a:cubicBezTo>
                    <a:pt x="105745" y="305384"/>
                    <a:pt x="102887" y="312051"/>
                    <a:pt x="97172" y="318719"/>
                  </a:cubicBezTo>
                  <a:cubicBezTo>
                    <a:pt x="100030" y="329196"/>
                    <a:pt x="102887" y="341579"/>
                    <a:pt x="100030" y="344436"/>
                  </a:cubicBezTo>
                  <a:cubicBezTo>
                    <a:pt x="94315" y="349199"/>
                    <a:pt x="70502" y="365391"/>
                    <a:pt x="69550" y="372059"/>
                  </a:cubicBezTo>
                  <a:cubicBezTo>
                    <a:pt x="67645" y="378726"/>
                    <a:pt x="28592" y="427304"/>
                    <a:pt x="14305" y="430161"/>
                  </a:cubicBezTo>
                  <a:cubicBezTo>
                    <a:pt x="11447" y="431114"/>
                    <a:pt x="8590" y="431114"/>
                    <a:pt x="4780" y="431114"/>
                  </a:cubicBezTo>
                  <a:cubicBezTo>
                    <a:pt x="1922" y="420636"/>
                    <a:pt x="970" y="410159"/>
                    <a:pt x="17" y="404444"/>
                  </a:cubicBezTo>
                  <a:cubicBezTo>
                    <a:pt x="-935" y="392061"/>
                    <a:pt x="38117" y="354914"/>
                    <a:pt x="53357" y="335864"/>
                  </a:cubicBezTo>
                  <a:cubicBezTo>
                    <a:pt x="55262" y="333959"/>
                    <a:pt x="57167" y="331101"/>
                    <a:pt x="58120" y="329196"/>
                  </a:cubicBezTo>
                  <a:cubicBezTo>
                    <a:pt x="63835" y="321576"/>
                    <a:pt x="67645" y="314909"/>
                    <a:pt x="71455" y="303479"/>
                  </a:cubicBezTo>
                  <a:cubicBezTo>
                    <a:pt x="74312" y="293954"/>
                    <a:pt x="76217" y="279666"/>
                    <a:pt x="78122" y="258711"/>
                  </a:cubicBezTo>
                  <a:cubicBezTo>
                    <a:pt x="82885" y="208229"/>
                    <a:pt x="82885" y="168224"/>
                    <a:pt x="98125" y="133934"/>
                  </a:cubicBezTo>
                  <a:cubicBezTo>
                    <a:pt x="113365" y="100596"/>
                    <a:pt x="150512" y="38684"/>
                    <a:pt x="150512" y="38684"/>
                  </a:cubicBezTo>
                  <a:cubicBezTo>
                    <a:pt x="182897" y="-19419"/>
                    <a:pt x="193375" y="-7036"/>
                    <a:pt x="197185" y="42494"/>
                  </a:cubicBezTo>
                  <a:close/>
                </a:path>
              </a:pathLst>
            </a:custGeom>
            <a:solidFill>
              <a:srgbClr val="C6D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74" name="Freeform: Shape 73"/>
            <p:cNvSpPr/>
            <p:nvPr>
              <p:custDataLst>
                <p:tags r:id="rId15"/>
              </p:custDataLst>
            </p:nvPr>
          </p:nvSpPr>
          <p:spPr>
            <a:xfrm>
              <a:off x="6193778" y="3466873"/>
              <a:ext cx="174287" cy="481953"/>
            </a:xfrm>
            <a:custGeom>
              <a:avLst/>
              <a:gdLst>
                <a:gd name="connsiteX0" fmla="*/ 173684 w 174287"/>
                <a:gd name="connsiteY0" fmla="*/ 24039 h 481953"/>
                <a:gd name="connsiteX1" fmla="*/ 167016 w 174287"/>
                <a:gd name="connsiteY1" fmla="*/ 146911 h 481953"/>
                <a:gd name="connsiteX2" fmla="*/ 147014 w 174287"/>
                <a:gd name="connsiteY2" fmla="*/ 201204 h 481953"/>
                <a:gd name="connsiteX3" fmla="*/ 114629 w 174287"/>
                <a:gd name="connsiteY3" fmla="*/ 288834 h 481953"/>
                <a:gd name="connsiteX4" fmla="*/ 110819 w 174287"/>
                <a:gd name="connsiteY4" fmla="*/ 333601 h 481953"/>
                <a:gd name="connsiteX5" fmla="*/ 111771 w 174287"/>
                <a:gd name="connsiteY5" fmla="*/ 432661 h 481953"/>
                <a:gd name="connsiteX6" fmla="*/ 110819 w 174287"/>
                <a:gd name="connsiteY6" fmla="*/ 441234 h 481953"/>
                <a:gd name="connsiteX7" fmla="*/ 90816 w 174287"/>
                <a:gd name="connsiteY7" fmla="*/ 471714 h 481953"/>
                <a:gd name="connsiteX8" fmla="*/ 70814 w 174287"/>
                <a:gd name="connsiteY8" fmla="*/ 480286 h 481953"/>
                <a:gd name="connsiteX9" fmla="*/ 42239 w 174287"/>
                <a:gd name="connsiteY9" fmla="*/ 479334 h 481953"/>
                <a:gd name="connsiteX10" fmla="*/ 23189 w 174287"/>
                <a:gd name="connsiteY10" fmla="*/ 470761 h 481953"/>
                <a:gd name="connsiteX11" fmla="*/ 7949 w 174287"/>
                <a:gd name="connsiteY11" fmla="*/ 447901 h 481953"/>
                <a:gd name="connsiteX12" fmla="*/ 329 w 174287"/>
                <a:gd name="connsiteY12" fmla="*/ 306931 h 481953"/>
                <a:gd name="connsiteX13" fmla="*/ 12711 w 174287"/>
                <a:gd name="connsiteY13" fmla="*/ 202156 h 481953"/>
                <a:gd name="connsiteX14" fmla="*/ 41286 w 174287"/>
                <a:gd name="connsiteY14" fmla="*/ 119289 h 481953"/>
                <a:gd name="connsiteX15" fmla="*/ 46049 w 174287"/>
                <a:gd name="connsiteY15" fmla="*/ 84999 h 481953"/>
                <a:gd name="connsiteX16" fmla="*/ 62241 w 174287"/>
                <a:gd name="connsiteY16" fmla="*/ 43089 h 481953"/>
                <a:gd name="connsiteX17" fmla="*/ 164159 w 174287"/>
                <a:gd name="connsiteY17" fmla="*/ 226 h 481953"/>
                <a:gd name="connsiteX18" fmla="*/ 173684 w 174287"/>
                <a:gd name="connsiteY18" fmla="*/ 24039 h 481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287" h="481953">
                  <a:moveTo>
                    <a:pt x="173684" y="24039"/>
                  </a:moveTo>
                  <a:cubicBezTo>
                    <a:pt x="172731" y="35469"/>
                    <a:pt x="178446" y="93571"/>
                    <a:pt x="167016" y="146911"/>
                  </a:cubicBezTo>
                  <a:cubicBezTo>
                    <a:pt x="163206" y="166914"/>
                    <a:pt x="156539" y="185964"/>
                    <a:pt x="147014" y="201204"/>
                  </a:cubicBezTo>
                  <a:cubicBezTo>
                    <a:pt x="111771" y="258354"/>
                    <a:pt x="116534" y="272641"/>
                    <a:pt x="114629" y="288834"/>
                  </a:cubicBezTo>
                  <a:cubicBezTo>
                    <a:pt x="112724" y="305026"/>
                    <a:pt x="109866" y="305026"/>
                    <a:pt x="110819" y="333601"/>
                  </a:cubicBezTo>
                  <a:cubicBezTo>
                    <a:pt x="111771" y="362176"/>
                    <a:pt x="111771" y="420279"/>
                    <a:pt x="111771" y="432661"/>
                  </a:cubicBezTo>
                  <a:cubicBezTo>
                    <a:pt x="111771" y="435519"/>
                    <a:pt x="111771" y="438376"/>
                    <a:pt x="110819" y="441234"/>
                  </a:cubicBezTo>
                  <a:cubicBezTo>
                    <a:pt x="107961" y="452664"/>
                    <a:pt x="100341" y="466951"/>
                    <a:pt x="90816" y="471714"/>
                  </a:cubicBezTo>
                  <a:cubicBezTo>
                    <a:pt x="90816" y="471714"/>
                    <a:pt x="82244" y="477429"/>
                    <a:pt x="70814" y="480286"/>
                  </a:cubicBezTo>
                  <a:cubicBezTo>
                    <a:pt x="62241" y="482191"/>
                    <a:pt x="52716" y="483144"/>
                    <a:pt x="42239" y="479334"/>
                  </a:cubicBezTo>
                  <a:cubicBezTo>
                    <a:pt x="33666" y="476476"/>
                    <a:pt x="26999" y="473619"/>
                    <a:pt x="23189" y="470761"/>
                  </a:cubicBezTo>
                  <a:cubicBezTo>
                    <a:pt x="13664" y="464094"/>
                    <a:pt x="10806" y="457426"/>
                    <a:pt x="7949" y="447901"/>
                  </a:cubicBezTo>
                  <a:cubicBezTo>
                    <a:pt x="3186" y="434566"/>
                    <a:pt x="2234" y="348841"/>
                    <a:pt x="329" y="306931"/>
                  </a:cubicBezTo>
                  <a:cubicBezTo>
                    <a:pt x="-1576" y="265974"/>
                    <a:pt x="5091" y="220254"/>
                    <a:pt x="12711" y="202156"/>
                  </a:cubicBezTo>
                  <a:cubicBezTo>
                    <a:pt x="20331" y="184059"/>
                    <a:pt x="41286" y="119289"/>
                    <a:pt x="41286" y="119289"/>
                  </a:cubicBezTo>
                  <a:cubicBezTo>
                    <a:pt x="41286" y="119289"/>
                    <a:pt x="45096" y="89761"/>
                    <a:pt x="46049" y="84999"/>
                  </a:cubicBezTo>
                  <a:cubicBezTo>
                    <a:pt x="46049" y="80236"/>
                    <a:pt x="46049" y="64044"/>
                    <a:pt x="62241" y="43089"/>
                  </a:cubicBezTo>
                  <a:cubicBezTo>
                    <a:pt x="78434" y="22134"/>
                    <a:pt x="156539" y="-2631"/>
                    <a:pt x="164159" y="226"/>
                  </a:cubicBezTo>
                  <a:cubicBezTo>
                    <a:pt x="167969" y="4036"/>
                    <a:pt x="174636" y="8799"/>
                    <a:pt x="173684" y="24039"/>
                  </a:cubicBezTo>
                  <a:close/>
                </a:path>
              </a:pathLst>
            </a:custGeom>
            <a:solidFill>
              <a:srgbClr val="D5E4E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75" name="Freeform: Shape 74"/>
            <p:cNvSpPr/>
            <p:nvPr>
              <p:custDataLst>
                <p:tags r:id="rId16"/>
              </p:custDataLst>
            </p:nvPr>
          </p:nvSpPr>
          <p:spPr>
            <a:xfrm>
              <a:off x="6201890" y="3604420"/>
              <a:ext cx="98896" cy="341786"/>
            </a:xfrm>
            <a:custGeom>
              <a:avLst/>
              <a:gdLst>
                <a:gd name="connsiteX0" fmla="*/ 33174 w 98896"/>
                <a:gd name="connsiteY0" fmla="*/ 5554 h 341786"/>
                <a:gd name="connsiteX1" fmla="*/ 789 w 98896"/>
                <a:gd name="connsiteY1" fmla="*/ 100804 h 341786"/>
                <a:gd name="connsiteX2" fmla="*/ 2694 w 98896"/>
                <a:gd name="connsiteY2" fmla="*/ 242727 h 341786"/>
                <a:gd name="connsiteX3" fmla="*/ 10314 w 98896"/>
                <a:gd name="connsiteY3" fmla="*/ 321784 h 341786"/>
                <a:gd name="connsiteX4" fmla="*/ 39842 w 98896"/>
                <a:gd name="connsiteY4" fmla="*/ 341787 h 341786"/>
                <a:gd name="connsiteX5" fmla="*/ 36984 w 98896"/>
                <a:gd name="connsiteY5" fmla="*/ 174147 h 341786"/>
                <a:gd name="connsiteX6" fmla="*/ 67464 w 98896"/>
                <a:gd name="connsiteY6" fmla="*/ 56037 h 341786"/>
                <a:gd name="connsiteX7" fmla="*/ 98897 w 98896"/>
                <a:gd name="connsiteY7" fmla="*/ 11269 h 341786"/>
                <a:gd name="connsiteX8" fmla="*/ 33174 w 98896"/>
                <a:gd name="connsiteY8" fmla="*/ 5554 h 34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8896" h="341786">
                  <a:moveTo>
                    <a:pt x="33174" y="5554"/>
                  </a:moveTo>
                  <a:cubicBezTo>
                    <a:pt x="33174" y="5554"/>
                    <a:pt x="2694" y="68419"/>
                    <a:pt x="789" y="100804"/>
                  </a:cubicBezTo>
                  <a:cubicBezTo>
                    <a:pt x="-1116" y="133189"/>
                    <a:pt x="789" y="204627"/>
                    <a:pt x="2694" y="242727"/>
                  </a:cubicBezTo>
                  <a:cubicBezTo>
                    <a:pt x="4599" y="280827"/>
                    <a:pt x="6504" y="310354"/>
                    <a:pt x="10314" y="321784"/>
                  </a:cubicBezTo>
                  <a:cubicBezTo>
                    <a:pt x="14124" y="333214"/>
                    <a:pt x="29364" y="338929"/>
                    <a:pt x="39842" y="341787"/>
                  </a:cubicBezTo>
                  <a:cubicBezTo>
                    <a:pt x="39842" y="341787"/>
                    <a:pt x="34127" y="201769"/>
                    <a:pt x="36984" y="174147"/>
                  </a:cubicBezTo>
                  <a:cubicBezTo>
                    <a:pt x="39842" y="146524"/>
                    <a:pt x="48414" y="84612"/>
                    <a:pt x="67464" y="56037"/>
                  </a:cubicBezTo>
                  <a:cubicBezTo>
                    <a:pt x="86514" y="27462"/>
                    <a:pt x="98897" y="11269"/>
                    <a:pt x="98897" y="11269"/>
                  </a:cubicBezTo>
                  <a:cubicBezTo>
                    <a:pt x="98897" y="11269"/>
                    <a:pt x="65559" y="-9686"/>
                    <a:pt x="33174" y="5554"/>
                  </a:cubicBezTo>
                  <a:close/>
                </a:path>
              </a:pathLst>
            </a:custGeom>
            <a:solidFill>
              <a:srgbClr val="E3EE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76" name="Freeform: Shape 75"/>
            <p:cNvSpPr/>
            <p:nvPr>
              <p:custDataLst>
                <p:tags r:id="rId17"/>
              </p:custDataLst>
            </p:nvPr>
          </p:nvSpPr>
          <p:spPr>
            <a:xfrm>
              <a:off x="6233159" y="3611983"/>
              <a:ext cx="127635" cy="441856"/>
            </a:xfrm>
            <a:custGeom>
              <a:avLst/>
              <a:gdLst>
                <a:gd name="connsiteX0" fmla="*/ 127635 w 127635"/>
                <a:gd name="connsiteY0" fmla="*/ 1801 h 441856"/>
                <a:gd name="connsiteX1" fmla="*/ 107632 w 127635"/>
                <a:gd name="connsiteY1" fmla="*/ 56094 h 441856"/>
                <a:gd name="connsiteX2" fmla="*/ 75248 w 127635"/>
                <a:gd name="connsiteY2" fmla="*/ 143724 h 441856"/>
                <a:gd name="connsiteX3" fmla="*/ 71438 w 127635"/>
                <a:gd name="connsiteY3" fmla="*/ 188491 h 441856"/>
                <a:gd name="connsiteX4" fmla="*/ 72390 w 127635"/>
                <a:gd name="connsiteY4" fmla="*/ 287551 h 441856"/>
                <a:gd name="connsiteX5" fmla="*/ 71438 w 127635"/>
                <a:gd name="connsiteY5" fmla="*/ 296124 h 441856"/>
                <a:gd name="connsiteX6" fmla="*/ 74295 w 127635"/>
                <a:gd name="connsiteY6" fmla="*/ 305649 h 441856"/>
                <a:gd name="connsiteX7" fmla="*/ 78105 w 127635"/>
                <a:gd name="connsiteY7" fmla="*/ 322794 h 441856"/>
                <a:gd name="connsiteX8" fmla="*/ 62865 w 127635"/>
                <a:gd name="connsiteY8" fmla="*/ 344701 h 441856"/>
                <a:gd name="connsiteX9" fmla="*/ 54292 w 127635"/>
                <a:gd name="connsiteY9" fmla="*/ 382801 h 441856"/>
                <a:gd name="connsiteX10" fmla="*/ 13335 w 127635"/>
                <a:gd name="connsiteY10" fmla="*/ 437094 h 441856"/>
                <a:gd name="connsiteX11" fmla="*/ 9525 w 127635"/>
                <a:gd name="connsiteY11" fmla="*/ 438999 h 441856"/>
                <a:gd name="connsiteX12" fmla="*/ 1905 w 127635"/>
                <a:gd name="connsiteY12" fmla="*/ 441856 h 441856"/>
                <a:gd name="connsiteX13" fmla="*/ 0 w 127635"/>
                <a:gd name="connsiteY13" fmla="*/ 398994 h 441856"/>
                <a:gd name="connsiteX14" fmla="*/ 31432 w 127635"/>
                <a:gd name="connsiteY14" fmla="*/ 334224 h 441856"/>
                <a:gd name="connsiteX15" fmla="*/ 36195 w 127635"/>
                <a:gd name="connsiteY15" fmla="*/ 323746 h 441856"/>
                <a:gd name="connsiteX16" fmla="*/ 33338 w 127635"/>
                <a:gd name="connsiteY16" fmla="*/ 290409 h 441856"/>
                <a:gd name="connsiteX17" fmla="*/ 40957 w 127635"/>
                <a:gd name="connsiteY17" fmla="*/ 129436 h 441856"/>
                <a:gd name="connsiteX18" fmla="*/ 91440 w 127635"/>
                <a:gd name="connsiteY18" fmla="*/ 15136 h 441856"/>
                <a:gd name="connsiteX19" fmla="*/ 127635 w 127635"/>
                <a:gd name="connsiteY19" fmla="*/ 1801 h 44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7635" h="441856">
                  <a:moveTo>
                    <a:pt x="127635" y="1801"/>
                  </a:moveTo>
                  <a:cubicBezTo>
                    <a:pt x="123825" y="21804"/>
                    <a:pt x="117157" y="40854"/>
                    <a:pt x="107632" y="56094"/>
                  </a:cubicBezTo>
                  <a:cubicBezTo>
                    <a:pt x="72390" y="113244"/>
                    <a:pt x="77152" y="127531"/>
                    <a:pt x="75248" y="143724"/>
                  </a:cubicBezTo>
                  <a:cubicBezTo>
                    <a:pt x="73342" y="159916"/>
                    <a:pt x="70485" y="159916"/>
                    <a:pt x="71438" y="188491"/>
                  </a:cubicBezTo>
                  <a:cubicBezTo>
                    <a:pt x="72390" y="217066"/>
                    <a:pt x="72390" y="275169"/>
                    <a:pt x="72390" y="287551"/>
                  </a:cubicBezTo>
                  <a:cubicBezTo>
                    <a:pt x="72390" y="290409"/>
                    <a:pt x="72390" y="293266"/>
                    <a:pt x="71438" y="296124"/>
                  </a:cubicBezTo>
                  <a:cubicBezTo>
                    <a:pt x="72390" y="298981"/>
                    <a:pt x="73342" y="302791"/>
                    <a:pt x="74295" y="305649"/>
                  </a:cubicBezTo>
                  <a:cubicBezTo>
                    <a:pt x="76200" y="314221"/>
                    <a:pt x="77152" y="320889"/>
                    <a:pt x="78105" y="322794"/>
                  </a:cubicBezTo>
                  <a:cubicBezTo>
                    <a:pt x="82867" y="329461"/>
                    <a:pt x="66675" y="338034"/>
                    <a:pt x="62865" y="344701"/>
                  </a:cubicBezTo>
                  <a:cubicBezTo>
                    <a:pt x="60007" y="351369"/>
                    <a:pt x="58102" y="370419"/>
                    <a:pt x="54292" y="382801"/>
                  </a:cubicBezTo>
                  <a:cubicBezTo>
                    <a:pt x="50482" y="395184"/>
                    <a:pt x="30480" y="424711"/>
                    <a:pt x="13335" y="437094"/>
                  </a:cubicBezTo>
                  <a:cubicBezTo>
                    <a:pt x="12382" y="438046"/>
                    <a:pt x="10477" y="438999"/>
                    <a:pt x="9525" y="438999"/>
                  </a:cubicBezTo>
                  <a:cubicBezTo>
                    <a:pt x="7620" y="439951"/>
                    <a:pt x="4763" y="441856"/>
                    <a:pt x="1905" y="441856"/>
                  </a:cubicBezTo>
                  <a:cubicBezTo>
                    <a:pt x="0" y="426616"/>
                    <a:pt x="0" y="410424"/>
                    <a:pt x="0" y="398994"/>
                  </a:cubicBezTo>
                  <a:cubicBezTo>
                    <a:pt x="952" y="378991"/>
                    <a:pt x="21907" y="350416"/>
                    <a:pt x="31432" y="334224"/>
                  </a:cubicBezTo>
                  <a:cubicBezTo>
                    <a:pt x="34290" y="329461"/>
                    <a:pt x="36195" y="325651"/>
                    <a:pt x="36195" y="323746"/>
                  </a:cubicBezTo>
                  <a:cubicBezTo>
                    <a:pt x="36195" y="320889"/>
                    <a:pt x="35242" y="308506"/>
                    <a:pt x="33338" y="290409"/>
                  </a:cubicBezTo>
                  <a:cubicBezTo>
                    <a:pt x="29527" y="247546"/>
                    <a:pt x="25717" y="173251"/>
                    <a:pt x="40957" y="129436"/>
                  </a:cubicBezTo>
                  <a:cubicBezTo>
                    <a:pt x="60960" y="68476"/>
                    <a:pt x="91440" y="15136"/>
                    <a:pt x="91440" y="15136"/>
                  </a:cubicBezTo>
                  <a:cubicBezTo>
                    <a:pt x="105727" y="1801"/>
                    <a:pt x="118110" y="-2961"/>
                    <a:pt x="127635" y="1801"/>
                  </a:cubicBezTo>
                  <a:close/>
                </a:path>
              </a:pathLst>
            </a:custGeom>
            <a:solidFill>
              <a:srgbClr val="C6D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77" name="Freeform: Shape 76"/>
            <p:cNvSpPr/>
            <p:nvPr>
              <p:custDataLst>
                <p:tags r:id="rId18"/>
              </p:custDataLst>
            </p:nvPr>
          </p:nvSpPr>
          <p:spPr>
            <a:xfrm>
              <a:off x="6115049" y="3474719"/>
              <a:ext cx="296048" cy="200977"/>
            </a:xfrm>
            <a:custGeom>
              <a:avLst/>
              <a:gdLst>
                <a:gd name="connsiteX0" fmla="*/ 291465 w 296048"/>
                <a:gd name="connsiteY0" fmla="*/ 76200 h 200977"/>
                <a:gd name="connsiteX1" fmla="*/ 230505 w 296048"/>
                <a:gd name="connsiteY1" fmla="*/ 200977 h 200977"/>
                <a:gd name="connsiteX2" fmla="*/ 212408 w 296048"/>
                <a:gd name="connsiteY2" fmla="*/ 160020 h 200977"/>
                <a:gd name="connsiteX3" fmla="*/ 179070 w 296048"/>
                <a:gd name="connsiteY3" fmla="*/ 131445 h 200977"/>
                <a:gd name="connsiteX4" fmla="*/ 101918 w 296048"/>
                <a:gd name="connsiteY4" fmla="*/ 140017 h 200977"/>
                <a:gd name="connsiteX5" fmla="*/ 100965 w 296048"/>
                <a:gd name="connsiteY5" fmla="*/ 125730 h 200977"/>
                <a:gd name="connsiteX6" fmla="*/ 0 w 296048"/>
                <a:gd name="connsiteY6" fmla="*/ 95250 h 200977"/>
                <a:gd name="connsiteX7" fmla="*/ 54293 w 296048"/>
                <a:gd name="connsiteY7" fmla="*/ 0 h 200977"/>
                <a:gd name="connsiteX8" fmla="*/ 204788 w 296048"/>
                <a:gd name="connsiteY8" fmla="*/ 7620 h 200977"/>
                <a:gd name="connsiteX9" fmla="*/ 268605 w 296048"/>
                <a:gd name="connsiteY9" fmla="*/ 4763 h 200977"/>
                <a:gd name="connsiteX10" fmla="*/ 284798 w 296048"/>
                <a:gd name="connsiteY10" fmla="*/ 3810 h 200977"/>
                <a:gd name="connsiteX11" fmla="*/ 291465 w 296048"/>
                <a:gd name="connsiteY11" fmla="*/ 76200 h 20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6048" h="200977">
                  <a:moveTo>
                    <a:pt x="291465" y="76200"/>
                  </a:moveTo>
                  <a:cubicBezTo>
                    <a:pt x="278130" y="122872"/>
                    <a:pt x="230505" y="200977"/>
                    <a:pt x="230505" y="200977"/>
                  </a:cubicBezTo>
                  <a:cubicBezTo>
                    <a:pt x="230505" y="200977"/>
                    <a:pt x="226695" y="180022"/>
                    <a:pt x="212408" y="160020"/>
                  </a:cubicBezTo>
                  <a:cubicBezTo>
                    <a:pt x="204788" y="148590"/>
                    <a:pt x="193358" y="138113"/>
                    <a:pt x="179070" y="131445"/>
                  </a:cubicBezTo>
                  <a:cubicBezTo>
                    <a:pt x="129540" y="109538"/>
                    <a:pt x="100965" y="141922"/>
                    <a:pt x="101918" y="140017"/>
                  </a:cubicBezTo>
                  <a:cubicBezTo>
                    <a:pt x="104775" y="131445"/>
                    <a:pt x="100965" y="125730"/>
                    <a:pt x="100965" y="125730"/>
                  </a:cubicBezTo>
                  <a:cubicBezTo>
                    <a:pt x="100965" y="125730"/>
                    <a:pt x="85725" y="62865"/>
                    <a:pt x="0" y="95250"/>
                  </a:cubicBezTo>
                  <a:cubicBezTo>
                    <a:pt x="1905" y="37147"/>
                    <a:pt x="54293" y="0"/>
                    <a:pt x="54293" y="0"/>
                  </a:cubicBezTo>
                  <a:cubicBezTo>
                    <a:pt x="54293" y="0"/>
                    <a:pt x="162877" y="10477"/>
                    <a:pt x="204788" y="7620"/>
                  </a:cubicBezTo>
                  <a:cubicBezTo>
                    <a:pt x="229552" y="6667"/>
                    <a:pt x="253365" y="4763"/>
                    <a:pt x="268605" y="4763"/>
                  </a:cubicBezTo>
                  <a:cubicBezTo>
                    <a:pt x="278130" y="4763"/>
                    <a:pt x="284798" y="3810"/>
                    <a:pt x="284798" y="3810"/>
                  </a:cubicBezTo>
                  <a:cubicBezTo>
                    <a:pt x="284798" y="3810"/>
                    <a:pt x="304800" y="29527"/>
                    <a:pt x="291465" y="76200"/>
                  </a:cubicBezTo>
                  <a:close/>
                </a:path>
              </a:pathLst>
            </a:custGeom>
            <a:solidFill>
              <a:srgbClr val="DCEA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78" name="Freeform: Shape 77"/>
            <p:cNvSpPr/>
            <p:nvPr>
              <p:custDataLst>
                <p:tags r:id="rId19"/>
              </p:custDataLst>
            </p:nvPr>
          </p:nvSpPr>
          <p:spPr>
            <a:xfrm>
              <a:off x="6327457" y="3478529"/>
              <a:ext cx="83497" cy="197167"/>
            </a:xfrm>
            <a:custGeom>
              <a:avLst/>
              <a:gdLst>
                <a:gd name="connsiteX0" fmla="*/ 79057 w 83497"/>
                <a:gd name="connsiteY0" fmla="*/ 72390 h 197167"/>
                <a:gd name="connsiteX1" fmla="*/ 18097 w 83497"/>
                <a:gd name="connsiteY1" fmla="*/ 197168 h 197167"/>
                <a:gd name="connsiteX2" fmla="*/ 0 w 83497"/>
                <a:gd name="connsiteY2" fmla="*/ 156210 h 197167"/>
                <a:gd name="connsiteX3" fmla="*/ 11430 w 83497"/>
                <a:gd name="connsiteY3" fmla="*/ 143828 h 197167"/>
                <a:gd name="connsiteX4" fmla="*/ 36195 w 83497"/>
                <a:gd name="connsiteY4" fmla="*/ 100965 h 197167"/>
                <a:gd name="connsiteX5" fmla="*/ 59055 w 83497"/>
                <a:gd name="connsiteY5" fmla="*/ 32385 h 197167"/>
                <a:gd name="connsiteX6" fmla="*/ 55245 w 83497"/>
                <a:gd name="connsiteY6" fmla="*/ 953 h 197167"/>
                <a:gd name="connsiteX7" fmla="*/ 71438 w 83497"/>
                <a:gd name="connsiteY7" fmla="*/ 0 h 197167"/>
                <a:gd name="connsiteX8" fmla="*/ 79057 w 83497"/>
                <a:gd name="connsiteY8" fmla="*/ 72390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497" h="197167">
                  <a:moveTo>
                    <a:pt x="79057" y="72390"/>
                  </a:moveTo>
                  <a:cubicBezTo>
                    <a:pt x="65722" y="119063"/>
                    <a:pt x="18097" y="197168"/>
                    <a:pt x="18097" y="197168"/>
                  </a:cubicBezTo>
                  <a:cubicBezTo>
                    <a:pt x="18097" y="197168"/>
                    <a:pt x="14288" y="176213"/>
                    <a:pt x="0" y="156210"/>
                  </a:cubicBezTo>
                  <a:cubicBezTo>
                    <a:pt x="5715" y="148590"/>
                    <a:pt x="11430" y="143828"/>
                    <a:pt x="11430" y="143828"/>
                  </a:cubicBezTo>
                  <a:cubicBezTo>
                    <a:pt x="9525" y="134303"/>
                    <a:pt x="24765" y="119063"/>
                    <a:pt x="36195" y="100965"/>
                  </a:cubicBezTo>
                  <a:cubicBezTo>
                    <a:pt x="47625" y="82868"/>
                    <a:pt x="59055" y="32385"/>
                    <a:pt x="59055" y="32385"/>
                  </a:cubicBezTo>
                  <a:cubicBezTo>
                    <a:pt x="57150" y="20955"/>
                    <a:pt x="56197" y="10478"/>
                    <a:pt x="55245" y="953"/>
                  </a:cubicBezTo>
                  <a:cubicBezTo>
                    <a:pt x="64770" y="953"/>
                    <a:pt x="71438" y="0"/>
                    <a:pt x="71438" y="0"/>
                  </a:cubicBezTo>
                  <a:cubicBezTo>
                    <a:pt x="71438" y="0"/>
                    <a:pt x="92392" y="25718"/>
                    <a:pt x="79057" y="72390"/>
                  </a:cubicBezTo>
                  <a:close/>
                </a:path>
              </a:pathLst>
            </a:custGeom>
            <a:solidFill>
              <a:srgbClr val="C6D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79" name="Freeform: Shape 78"/>
            <p:cNvSpPr/>
            <p:nvPr>
              <p:custDataLst>
                <p:tags r:id="rId20"/>
              </p:custDataLst>
            </p:nvPr>
          </p:nvSpPr>
          <p:spPr>
            <a:xfrm>
              <a:off x="6114073" y="3545169"/>
              <a:ext cx="241006" cy="129574"/>
            </a:xfrm>
            <a:custGeom>
              <a:avLst/>
              <a:gdLst>
                <a:gd name="connsiteX0" fmla="*/ 241006 w 241006"/>
                <a:gd name="connsiteY0" fmla="*/ 114335 h 129574"/>
                <a:gd name="connsiteX1" fmla="*/ 189571 w 241006"/>
                <a:gd name="connsiteY1" fmla="*/ 47660 h 129574"/>
                <a:gd name="connsiteX2" fmla="*/ 112419 w 241006"/>
                <a:gd name="connsiteY2" fmla="*/ 56232 h 129574"/>
                <a:gd name="connsiteX3" fmla="*/ 111466 w 241006"/>
                <a:gd name="connsiteY3" fmla="*/ 41945 h 129574"/>
                <a:gd name="connsiteX4" fmla="*/ 5739 w 241006"/>
                <a:gd name="connsiteY4" fmla="*/ 8607 h 129574"/>
                <a:gd name="connsiteX5" fmla="*/ 976 w 241006"/>
                <a:gd name="connsiteY5" fmla="*/ 23847 h 129574"/>
                <a:gd name="connsiteX6" fmla="*/ 101941 w 241006"/>
                <a:gd name="connsiteY6" fmla="*/ 54327 h 129574"/>
                <a:gd name="connsiteX7" fmla="*/ 102894 w 241006"/>
                <a:gd name="connsiteY7" fmla="*/ 68615 h 129574"/>
                <a:gd name="connsiteX8" fmla="*/ 180046 w 241006"/>
                <a:gd name="connsiteY8" fmla="*/ 60042 h 129574"/>
                <a:gd name="connsiteX9" fmla="*/ 231481 w 241006"/>
                <a:gd name="connsiteY9" fmla="*/ 129575 h 129574"/>
                <a:gd name="connsiteX10" fmla="*/ 241006 w 241006"/>
                <a:gd name="connsiteY10" fmla="*/ 114335 h 129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1006" h="129574">
                  <a:moveTo>
                    <a:pt x="241006" y="114335"/>
                  </a:moveTo>
                  <a:cubicBezTo>
                    <a:pt x="241006" y="104810"/>
                    <a:pt x="223861" y="62900"/>
                    <a:pt x="189571" y="47660"/>
                  </a:cubicBezTo>
                  <a:cubicBezTo>
                    <a:pt x="140041" y="25752"/>
                    <a:pt x="111466" y="58137"/>
                    <a:pt x="112419" y="56232"/>
                  </a:cubicBezTo>
                  <a:cubicBezTo>
                    <a:pt x="115276" y="47660"/>
                    <a:pt x="111466" y="41945"/>
                    <a:pt x="111466" y="41945"/>
                  </a:cubicBezTo>
                  <a:cubicBezTo>
                    <a:pt x="111466" y="41945"/>
                    <a:pt x="91464" y="-22825"/>
                    <a:pt x="5739" y="8607"/>
                  </a:cubicBezTo>
                  <a:cubicBezTo>
                    <a:pt x="5739" y="4797"/>
                    <a:pt x="-2834" y="19085"/>
                    <a:pt x="976" y="23847"/>
                  </a:cubicBezTo>
                  <a:cubicBezTo>
                    <a:pt x="86701" y="-8538"/>
                    <a:pt x="101941" y="54327"/>
                    <a:pt x="101941" y="54327"/>
                  </a:cubicBezTo>
                  <a:cubicBezTo>
                    <a:pt x="101941" y="54327"/>
                    <a:pt x="105751" y="60042"/>
                    <a:pt x="102894" y="68615"/>
                  </a:cubicBezTo>
                  <a:cubicBezTo>
                    <a:pt x="101941" y="70520"/>
                    <a:pt x="130516" y="38135"/>
                    <a:pt x="180046" y="60042"/>
                  </a:cubicBezTo>
                  <a:cubicBezTo>
                    <a:pt x="221004" y="78140"/>
                    <a:pt x="231481" y="129575"/>
                    <a:pt x="231481" y="129575"/>
                  </a:cubicBezTo>
                  <a:cubicBezTo>
                    <a:pt x="231481" y="129575"/>
                    <a:pt x="235291" y="123860"/>
                    <a:pt x="241006" y="114335"/>
                  </a:cubicBezTo>
                  <a:close/>
                </a:path>
              </a:pathLst>
            </a:custGeom>
            <a:solidFill>
              <a:srgbClr val="669FA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80" name="Freeform: Shape 79"/>
            <p:cNvSpPr/>
            <p:nvPr>
              <p:custDataLst>
                <p:tags r:id="rId21"/>
              </p:custDataLst>
            </p:nvPr>
          </p:nvSpPr>
          <p:spPr>
            <a:xfrm>
              <a:off x="6394132" y="3227069"/>
              <a:ext cx="62269" cy="161362"/>
            </a:xfrm>
            <a:custGeom>
              <a:avLst/>
              <a:gdLst>
                <a:gd name="connsiteX0" fmla="*/ 30480 w 62269"/>
                <a:gd name="connsiteY0" fmla="*/ 0 h 161362"/>
                <a:gd name="connsiteX1" fmla="*/ 0 w 62269"/>
                <a:gd name="connsiteY1" fmla="*/ 20003 h 161362"/>
                <a:gd name="connsiteX2" fmla="*/ 35242 w 62269"/>
                <a:gd name="connsiteY2" fmla="*/ 156210 h 161362"/>
                <a:gd name="connsiteX3" fmla="*/ 39052 w 62269"/>
                <a:gd name="connsiteY3" fmla="*/ 160020 h 161362"/>
                <a:gd name="connsiteX4" fmla="*/ 61913 w 62269"/>
                <a:gd name="connsiteY4" fmla="*/ 108585 h 161362"/>
                <a:gd name="connsiteX5" fmla="*/ 49530 w 62269"/>
                <a:gd name="connsiteY5" fmla="*/ 39053 h 161362"/>
                <a:gd name="connsiteX6" fmla="*/ 30480 w 62269"/>
                <a:gd name="connsiteY6" fmla="*/ 0 h 16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269" h="161362">
                  <a:moveTo>
                    <a:pt x="30480" y="0"/>
                  </a:moveTo>
                  <a:lnTo>
                    <a:pt x="0" y="20003"/>
                  </a:lnTo>
                  <a:cubicBezTo>
                    <a:pt x="0" y="20003"/>
                    <a:pt x="33338" y="150495"/>
                    <a:pt x="35242" y="156210"/>
                  </a:cubicBezTo>
                  <a:cubicBezTo>
                    <a:pt x="37147" y="160973"/>
                    <a:pt x="32385" y="162878"/>
                    <a:pt x="39052" y="160020"/>
                  </a:cubicBezTo>
                  <a:cubicBezTo>
                    <a:pt x="44767" y="156210"/>
                    <a:pt x="60960" y="121920"/>
                    <a:pt x="61913" y="108585"/>
                  </a:cubicBezTo>
                  <a:cubicBezTo>
                    <a:pt x="64770" y="86678"/>
                    <a:pt x="49530" y="39053"/>
                    <a:pt x="49530" y="39053"/>
                  </a:cubicBezTo>
                  <a:cubicBezTo>
                    <a:pt x="49530" y="39053"/>
                    <a:pt x="41910" y="27623"/>
                    <a:pt x="30480" y="0"/>
                  </a:cubicBezTo>
                  <a:close/>
                </a:path>
              </a:pathLst>
            </a:custGeom>
            <a:solidFill>
              <a:srgbClr val="CDE1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81" name="Freeform: Shape 80"/>
            <p:cNvSpPr/>
            <p:nvPr>
              <p:custDataLst>
                <p:tags r:id="rId22"/>
              </p:custDataLst>
            </p:nvPr>
          </p:nvSpPr>
          <p:spPr>
            <a:xfrm>
              <a:off x="5998844" y="3242087"/>
              <a:ext cx="176212" cy="170719"/>
            </a:xfrm>
            <a:custGeom>
              <a:avLst/>
              <a:gdLst>
                <a:gd name="connsiteX0" fmla="*/ 176213 w 176212"/>
                <a:gd name="connsiteY0" fmla="*/ 67849 h 170719"/>
                <a:gd name="connsiteX1" fmla="*/ 170498 w 176212"/>
                <a:gd name="connsiteY1" fmla="*/ 97377 h 170719"/>
                <a:gd name="connsiteX2" fmla="*/ 167640 w 176212"/>
                <a:gd name="connsiteY2" fmla="*/ 104044 h 170719"/>
                <a:gd name="connsiteX3" fmla="*/ 166688 w 176212"/>
                <a:gd name="connsiteY3" fmla="*/ 110712 h 170719"/>
                <a:gd name="connsiteX4" fmla="*/ 162878 w 176212"/>
                <a:gd name="connsiteY4" fmla="*/ 124999 h 170719"/>
                <a:gd name="connsiteX5" fmla="*/ 148590 w 176212"/>
                <a:gd name="connsiteY5" fmla="*/ 149764 h 170719"/>
                <a:gd name="connsiteX6" fmla="*/ 137160 w 176212"/>
                <a:gd name="connsiteY6" fmla="*/ 157384 h 170719"/>
                <a:gd name="connsiteX7" fmla="*/ 129540 w 176212"/>
                <a:gd name="connsiteY7" fmla="*/ 159289 h 170719"/>
                <a:gd name="connsiteX8" fmla="*/ 116205 w 176212"/>
                <a:gd name="connsiteY8" fmla="*/ 163099 h 170719"/>
                <a:gd name="connsiteX9" fmla="*/ 91440 w 176212"/>
                <a:gd name="connsiteY9" fmla="*/ 168814 h 170719"/>
                <a:gd name="connsiteX10" fmla="*/ 73343 w 176212"/>
                <a:gd name="connsiteY10" fmla="*/ 169767 h 170719"/>
                <a:gd name="connsiteX11" fmla="*/ 45720 w 176212"/>
                <a:gd name="connsiteY11" fmla="*/ 170719 h 170719"/>
                <a:gd name="connsiteX12" fmla="*/ 28575 w 176212"/>
                <a:gd name="connsiteY12" fmla="*/ 170719 h 170719"/>
                <a:gd name="connsiteX13" fmla="*/ 16193 w 176212"/>
                <a:gd name="connsiteY13" fmla="*/ 169767 h 170719"/>
                <a:gd name="connsiteX14" fmla="*/ 3810 w 176212"/>
                <a:gd name="connsiteY14" fmla="*/ 165957 h 170719"/>
                <a:gd name="connsiteX15" fmla="*/ 0 w 176212"/>
                <a:gd name="connsiteY15" fmla="*/ 156432 h 170719"/>
                <a:gd name="connsiteX16" fmla="*/ 953 w 176212"/>
                <a:gd name="connsiteY16" fmla="*/ 151669 h 170719"/>
                <a:gd name="connsiteX17" fmla="*/ 953 w 176212"/>
                <a:gd name="connsiteY17" fmla="*/ 133572 h 170719"/>
                <a:gd name="connsiteX18" fmla="*/ 6668 w 176212"/>
                <a:gd name="connsiteY18" fmla="*/ 113569 h 170719"/>
                <a:gd name="connsiteX19" fmla="*/ 14288 w 176212"/>
                <a:gd name="connsiteY19" fmla="*/ 110712 h 170719"/>
                <a:gd name="connsiteX20" fmla="*/ 54293 w 176212"/>
                <a:gd name="connsiteY20" fmla="*/ 106902 h 170719"/>
                <a:gd name="connsiteX21" fmla="*/ 96203 w 176212"/>
                <a:gd name="connsiteY21" fmla="*/ 96424 h 170719"/>
                <a:gd name="connsiteX22" fmla="*/ 98107 w 176212"/>
                <a:gd name="connsiteY22" fmla="*/ 95472 h 170719"/>
                <a:gd name="connsiteX23" fmla="*/ 100013 w 176212"/>
                <a:gd name="connsiteY23" fmla="*/ 91662 h 170719"/>
                <a:gd name="connsiteX24" fmla="*/ 101918 w 176212"/>
                <a:gd name="connsiteY24" fmla="*/ 83089 h 170719"/>
                <a:gd name="connsiteX25" fmla="*/ 103823 w 176212"/>
                <a:gd name="connsiteY25" fmla="*/ 74517 h 170719"/>
                <a:gd name="connsiteX26" fmla="*/ 108585 w 176212"/>
                <a:gd name="connsiteY26" fmla="*/ 58324 h 170719"/>
                <a:gd name="connsiteX27" fmla="*/ 111443 w 176212"/>
                <a:gd name="connsiteY27" fmla="*/ 50704 h 170719"/>
                <a:gd name="connsiteX28" fmla="*/ 114300 w 176212"/>
                <a:gd name="connsiteY28" fmla="*/ 45942 h 170719"/>
                <a:gd name="connsiteX29" fmla="*/ 117157 w 176212"/>
                <a:gd name="connsiteY29" fmla="*/ 31654 h 170719"/>
                <a:gd name="connsiteX30" fmla="*/ 129540 w 176212"/>
                <a:gd name="connsiteY30" fmla="*/ 1174 h 170719"/>
                <a:gd name="connsiteX31" fmla="*/ 176213 w 176212"/>
                <a:gd name="connsiteY31" fmla="*/ 67849 h 170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76212" h="170719">
                  <a:moveTo>
                    <a:pt x="176213" y="67849"/>
                  </a:moveTo>
                  <a:cubicBezTo>
                    <a:pt x="176213" y="78327"/>
                    <a:pt x="174308" y="88804"/>
                    <a:pt x="170498" y="97377"/>
                  </a:cubicBezTo>
                  <a:cubicBezTo>
                    <a:pt x="169545" y="99282"/>
                    <a:pt x="168593" y="101187"/>
                    <a:pt x="167640" y="104044"/>
                  </a:cubicBezTo>
                  <a:cubicBezTo>
                    <a:pt x="166688" y="105949"/>
                    <a:pt x="166688" y="108807"/>
                    <a:pt x="166688" y="110712"/>
                  </a:cubicBezTo>
                  <a:cubicBezTo>
                    <a:pt x="165735" y="115474"/>
                    <a:pt x="164783" y="120237"/>
                    <a:pt x="162878" y="124999"/>
                  </a:cubicBezTo>
                  <a:cubicBezTo>
                    <a:pt x="160020" y="134524"/>
                    <a:pt x="155258" y="142144"/>
                    <a:pt x="148590" y="149764"/>
                  </a:cubicBezTo>
                  <a:cubicBezTo>
                    <a:pt x="145733" y="153574"/>
                    <a:pt x="141923" y="156432"/>
                    <a:pt x="137160" y="157384"/>
                  </a:cubicBezTo>
                  <a:cubicBezTo>
                    <a:pt x="134303" y="158337"/>
                    <a:pt x="132398" y="158337"/>
                    <a:pt x="129540" y="159289"/>
                  </a:cubicBezTo>
                  <a:cubicBezTo>
                    <a:pt x="124778" y="160242"/>
                    <a:pt x="120968" y="162147"/>
                    <a:pt x="116205" y="163099"/>
                  </a:cubicBezTo>
                  <a:cubicBezTo>
                    <a:pt x="107632" y="165004"/>
                    <a:pt x="100013" y="167862"/>
                    <a:pt x="91440" y="168814"/>
                  </a:cubicBezTo>
                  <a:cubicBezTo>
                    <a:pt x="85725" y="168814"/>
                    <a:pt x="80010" y="169767"/>
                    <a:pt x="73343" y="169767"/>
                  </a:cubicBezTo>
                  <a:cubicBezTo>
                    <a:pt x="63818" y="169767"/>
                    <a:pt x="55245" y="170719"/>
                    <a:pt x="45720" y="170719"/>
                  </a:cubicBezTo>
                  <a:cubicBezTo>
                    <a:pt x="40005" y="170719"/>
                    <a:pt x="34290" y="170719"/>
                    <a:pt x="28575" y="170719"/>
                  </a:cubicBezTo>
                  <a:cubicBezTo>
                    <a:pt x="24765" y="170719"/>
                    <a:pt x="20003" y="169767"/>
                    <a:pt x="16193" y="169767"/>
                  </a:cubicBezTo>
                  <a:cubicBezTo>
                    <a:pt x="12382" y="169767"/>
                    <a:pt x="7620" y="168814"/>
                    <a:pt x="3810" y="165957"/>
                  </a:cubicBezTo>
                  <a:cubicBezTo>
                    <a:pt x="953" y="164052"/>
                    <a:pt x="0" y="160242"/>
                    <a:pt x="0" y="156432"/>
                  </a:cubicBezTo>
                  <a:cubicBezTo>
                    <a:pt x="0" y="154527"/>
                    <a:pt x="0" y="152622"/>
                    <a:pt x="953" y="151669"/>
                  </a:cubicBezTo>
                  <a:cubicBezTo>
                    <a:pt x="1905" y="145954"/>
                    <a:pt x="953" y="139287"/>
                    <a:pt x="953" y="133572"/>
                  </a:cubicBezTo>
                  <a:cubicBezTo>
                    <a:pt x="953" y="127857"/>
                    <a:pt x="953" y="117379"/>
                    <a:pt x="6668" y="113569"/>
                  </a:cubicBezTo>
                  <a:cubicBezTo>
                    <a:pt x="8573" y="111664"/>
                    <a:pt x="11430" y="111664"/>
                    <a:pt x="14288" y="110712"/>
                  </a:cubicBezTo>
                  <a:cubicBezTo>
                    <a:pt x="27623" y="107854"/>
                    <a:pt x="40957" y="107854"/>
                    <a:pt x="54293" y="106902"/>
                  </a:cubicBezTo>
                  <a:cubicBezTo>
                    <a:pt x="68580" y="104997"/>
                    <a:pt x="82868" y="102139"/>
                    <a:pt x="96203" y="96424"/>
                  </a:cubicBezTo>
                  <a:cubicBezTo>
                    <a:pt x="97155" y="96424"/>
                    <a:pt x="97155" y="95472"/>
                    <a:pt x="98107" y="95472"/>
                  </a:cubicBezTo>
                  <a:cubicBezTo>
                    <a:pt x="99060" y="94519"/>
                    <a:pt x="99060" y="92614"/>
                    <a:pt x="100013" y="91662"/>
                  </a:cubicBezTo>
                  <a:cubicBezTo>
                    <a:pt x="100965" y="88804"/>
                    <a:pt x="100965" y="85947"/>
                    <a:pt x="101918" y="83089"/>
                  </a:cubicBezTo>
                  <a:cubicBezTo>
                    <a:pt x="102870" y="80232"/>
                    <a:pt x="102870" y="77374"/>
                    <a:pt x="103823" y="74517"/>
                  </a:cubicBezTo>
                  <a:cubicBezTo>
                    <a:pt x="104775" y="68802"/>
                    <a:pt x="106680" y="63087"/>
                    <a:pt x="108585" y="58324"/>
                  </a:cubicBezTo>
                  <a:cubicBezTo>
                    <a:pt x="109538" y="55467"/>
                    <a:pt x="110490" y="53562"/>
                    <a:pt x="111443" y="50704"/>
                  </a:cubicBezTo>
                  <a:cubicBezTo>
                    <a:pt x="112395" y="48799"/>
                    <a:pt x="114300" y="47847"/>
                    <a:pt x="114300" y="45942"/>
                  </a:cubicBezTo>
                  <a:cubicBezTo>
                    <a:pt x="115253" y="41179"/>
                    <a:pt x="115253" y="36417"/>
                    <a:pt x="117157" y="31654"/>
                  </a:cubicBezTo>
                  <a:cubicBezTo>
                    <a:pt x="121920" y="9747"/>
                    <a:pt x="129540" y="1174"/>
                    <a:pt x="129540" y="1174"/>
                  </a:cubicBezTo>
                  <a:cubicBezTo>
                    <a:pt x="156210" y="-7398"/>
                    <a:pt x="176213" y="32607"/>
                    <a:pt x="176213" y="67849"/>
                  </a:cubicBezTo>
                  <a:close/>
                </a:path>
              </a:pathLst>
            </a:custGeom>
            <a:solidFill>
              <a:srgbClr val="CADF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82" name="Freeform: Shape 81"/>
            <p:cNvSpPr/>
            <p:nvPr>
              <p:custDataLst>
                <p:tags r:id="rId23"/>
              </p:custDataLst>
            </p:nvPr>
          </p:nvSpPr>
          <p:spPr>
            <a:xfrm>
              <a:off x="6012179" y="3337559"/>
              <a:ext cx="94297" cy="50513"/>
            </a:xfrm>
            <a:custGeom>
              <a:avLst/>
              <a:gdLst>
                <a:gd name="connsiteX0" fmla="*/ 0 w 94297"/>
                <a:gd name="connsiteY0" fmla="*/ 17145 h 50513"/>
                <a:gd name="connsiteX1" fmla="*/ 12382 w 94297"/>
                <a:gd name="connsiteY1" fmla="*/ 28575 h 50513"/>
                <a:gd name="connsiteX2" fmla="*/ 12382 w 94297"/>
                <a:gd name="connsiteY2" fmla="*/ 50482 h 50513"/>
                <a:gd name="connsiteX3" fmla="*/ 59055 w 94297"/>
                <a:gd name="connsiteY3" fmla="*/ 42863 h 50513"/>
                <a:gd name="connsiteX4" fmla="*/ 78105 w 94297"/>
                <a:gd name="connsiteY4" fmla="*/ 23813 h 50513"/>
                <a:gd name="connsiteX5" fmla="*/ 94297 w 94297"/>
                <a:gd name="connsiteY5" fmla="*/ 14288 h 50513"/>
                <a:gd name="connsiteX6" fmla="*/ 85725 w 94297"/>
                <a:gd name="connsiteY6" fmla="*/ 0 h 50513"/>
                <a:gd name="connsiteX7" fmla="*/ 36195 w 94297"/>
                <a:gd name="connsiteY7" fmla="*/ 15240 h 50513"/>
                <a:gd name="connsiteX8" fmla="*/ 0 w 94297"/>
                <a:gd name="connsiteY8" fmla="*/ 17145 h 50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297" h="50513">
                  <a:moveTo>
                    <a:pt x="0" y="17145"/>
                  </a:moveTo>
                  <a:cubicBezTo>
                    <a:pt x="0" y="17145"/>
                    <a:pt x="11430" y="21907"/>
                    <a:pt x="12382" y="28575"/>
                  </a:cubicBezTo>
                  <a:cubicBezTo>
                    <a:pt x="13335" y="35242"/>
                    <a:pt x="12382" y="50482"/>
                    <a:pt x="12382" y="50482"/>
                  </a:cubicBezTo>
                  <a:cubicBezTo>
                    <a:pt x="12382" y="50482"/>
                    <a:pt x="48577" y="51435"/>
                    <a:pt x="59055" y="42863"/>
                  </a:cubicBezTo>
                  <a:cubicBezTo>
                    <a:pt x="69532" y="34290"/>
                    <a:pt x="70485" y="28575"/>
                    <a:pt x="78105" y="23813"/>
                  </a:cubicBezTo>
                  <a:cubicBezTo>
                    <a:pt x="85725" y="19050"/>
                    <a:pt x="94297" y="14288"/>
                    <a:pt x="94297" y="14288"/>
                  </a:cubicBezTo>
                  <a:cubicBezTo>
                    <a:pt x="94297" y="14288"/>
                    <a:pt x="93345" y="0"/>
                    <a:pt x="85725" y="0"/>
                  </a:cubicBezTo>
                  <a:cubicBezTo>
                    <a:pt x="79057" y="0"/>
                    <a:pt x="63818" y="15240"/>
                    <a:pt x="36195" y="15240"/>
                  </a:cubicBezTo>
                  <a:cubicBezTo>
                    <a:pt x="8572" y="15240"/>
                    <a:pt x="4763" y="14288"/>
                    <a:pt x="0" y="17145"/>
                  </a:cubicBezTo>
                  <a:close/>
                </a:path>
              </a:pathLst>
            </a:custGeom>
            <a:solidFill>
              <a:srgbClr val="EBF4F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83" name="Freeform: Shape 82"/>
            <p:cNvSpPr/>
            <p:nvPr>
              <p:custDataLst>
                <p:tags r:id="rId24"/>
              </p:custDataLst>
            </p:nvPr>
          </p:nvSpPr>
          <p:spPr>
            <a:xfrm>
              <a:off x="5998844" y="3294576"/>
              <a:ext cx="176212" cy="118230"/>
            </a:xfrm>
            <a:custGeom>
              <a:avLst/>
              <a:gdLst>
                <a:gd name="connsiteX0" fmla="*/ 176213 w 176212"/>
                <a:gd name="connsiteY0" fmla="*/ 15361 h 118230"/>
                <a:gd name="connsiteX1" fmla="*/ 170498 w 176212"/>
                <a:gd name="connsiteY1" fmla="*/ 44888 h 118230"/>
                <a:gd name="connsiteX2" fmla="*/ 167640 w 176212"/>
                <a:gd name="connsiteY2" fmla="*/ 51556 h 118230"/>
                <a:gd name="connsiteX3" fmla="*/ 166688 w 176212"/>
                <a:gd name="connsiteY3" fmla="*/ 58223 h 118230"/>
                <a:gd name="connsiteX4" fmla="*/ 162878 w 176212"/>
                <a:gd name="connsiteY4" fmla="*/ 72511 h 118230"/>
                <a:gd name="connsiteX5" fmla="*/ 148590 w 176212"/>
                <a:gd name="connsiteY5" fmla="*/ 97276 h 118230"/>
                <a:gd name="connsiteX6" fmla="*/ 137160 w 176212"/>
                <a:gd name="connsiteY6" fmla="*/ 104896 h 118230"/>
                <a:gd name="connsiteX7" fmla="*/ 129540 w 176212"/>
                <a:gd name="connsiteY7" fmla="*/ 106801 h 118230"/>
                <a:gd name="connsiteX8" fmla="*/ 116205 w 176212"/>
                <a:gd name="connsiteY8" fmla="*/ 110611 h 118230"/>
                <a:gd name="connsiteX9" fmla="*/ 91440 w 176212"/>
                <a:gd name="connsiteY9" fmla="*/ 116326 h 118230"/>
                <a:gd name="connsiteX10" fmla="*/ 73343 w 176212"/>
                <a:gd name="connsiteY10" fmla="*/ 117278 h 118230"/>
                <a:gd name="connsiteX11" fmla="*/ 45720 w 176212"/>
                <a:gd name="connsiteY11" fmla="*/ 118231 h 118230"/>
                <a:gd name="connsiteX12" fmla="*/ 28575 w 176212"/>
                <a:gd name="connsiteY12" fmla="*/ 118231 h 118230"/>
                <a:gd name="connsiteX13" fmla="*/ 16193 w 176212"/>
                <a:gd name="connsiteY13" fmla="*/ 117278 h 118230"/>
                <a:gd name="connsiteX14" fmla="*/ 3810 w 176212"/>
                <a:gd name="connsiteY14" fmla="*/ 113468 h 118230"/>
                <a:gd name="connsiteX15" fmla="*/ 0 w 176212"/>
                <a:gd name="connsiteY15" fmla="*/ 103943 h 118230"/>
                <a:gd name="connsiteX16" fmla="*/ 66675 w 176212"/>
                <a:gd name="connsiteY16" fmla="*/ 105848 h 118230"/>
                <a:gd name="connsiteX17" fmla="*/ 90488 w 176212"/>
                <a:gd name="connsiteY17" fmla="*/ 83941 h 118230"/>
                <a:gd name="connsiteX18" fmla="*/ 117157 w 176212"/>
                <a:gd name="connsiteY18" fmla="*/ 60128 h 118230"/>
                <a:gd name="connsiteX19" fmla="*/ 100965 w 176212"/>
                <a:gd name="connsiteY19" fmla="*/ 29648 h 118230"/>
                <a:gd name="connsiteX20" fmla="*/ 102870 w 176212"/>
                <a:gd name="connsiteY20" fmla="*/ 21076 h 118230"/>
                <a:gd name="connsiteX21" fmla="*/ 176213 w 176212"/>
                <a:gd name="connsiteY21" fmla="*/ 15361 h 118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6212" h="118230">
                  <a:moveTo>
                    <a:pt x="176213" y="15361"/>
                  </a:moveTo>
                  <a:cubicBezTo>
                    <a:pt x="176213" y="25838"/>
                    <a:pt x="174308" y="36316"/>
                    <a:pt x="170498" y="44888"/>
                  </a:cubicBezTo>
                  <a:cubicBezTo>
                    <a:pt x="169545" y="46793"/>
                    <a:pt x="168593" y="48698"/>
                    <a:pt x="167640" y="51556"/>
                  </a:cubicBezTo>
                  <a:cubicBezTo>
                    <a:pt x="166688" y="53461"/>
                    <a:pt x="166688" y="56318"/>
                    <a:pt x="166688" y="58223"/>
                  </a:cubicBezTo>
                  <a:cubicBezTo>
                    <a:pt x="165735" y="62986"/>
                    <a:pt x="164783" y="67748"/>
                    <a:pt x="162878" y="72511"/>
                  </a:cubicBezTo>
                  <a:cubicBezTo>
                    <a:pt x="160020" y="82036"/>
                    <a:pt x="155258" y="89656"/>
                    <a:pt x="148590" y="97276"/>
                  </a:cubicBezTo>
                  <a:cubicBezTo>
                    <a:pt x="145733" y="101086"/>
                    <a:pt x="141923" y="103943"/>
                    <a:pt x="137160" y="104896"/>
                  </a:cubicBezTo>
                  <a:cubicBezTo>
                    <a:pt x="134303" y="105848"/>
                    <a:pt x="132398" y="105848"/>
                    <a:pt x="129540" y="106801"/>
                  </a:cubicBezTo>
                  <a:cubicBezTo>
                    <a:pt x="124778" y="107753"/>
                    <a:pt x="120968" y="109658"/>
                    <a:pt x="116205" y="110611"/>
                  </a:cubicBezTo>
                  <a:cubicBezTo>
                    <a:pt x="107632" y="112516"/>
                    <a:pt x="100013" y="115373"/>
                    <a:pt x="91440" y="116326"/>
                  </a:cubicBezTo>
                  <a:cubicBezTo>
                    <a:pt x="85725" y="116326"/>
                    <a:pt x="80010" y="117278"/>
                    <a:pt x="73343" y="117278"/>
                  </a:cubicBezTo>
                  <a:cubicBezTo>
                    <a:pt x="63818" y="117278"/>
                    <a:pt x="55245" y="118231"/>
                    <a:pt x="45720" y="118231"/>
                  </a:cubicBezTo>
                  <a:cubicBezTo>
                    <a:pt x="40005" y="118231"/>
                    <a:pt x="34290" y="118231"/>
                    <a:pt x="28575" y="118231"/>
                  </a:cubicBezTo>
                  <a:cubicBezTo>
                    <a:pt x="24765" y="118231"/>
                    <a:pt x="20003" y="117278"/>
                    <a:pt x="16193" y="117278"/>
                  </a:cubicBezTo>
                  <a:cubicBezTo>
                    <a:pt x="12382" y="117278"/>
                    <a:pt x="7620" y="116326"/>
                    <a:pt x="3810" y="113468"/>
                  </a:cubicBezTo>
                  <a:cubicBezTo>
                    <a:pt x="953" y="111563"/>
                    <a:pt x="0" y="107753"/>
                    <a:pt x="0" y="103943"/>
                  </a:cubicBezTo>
                  <a:cubicBezTo>
                    <a:pt x="20955" y="109658"/>
                    <a:pt x="49530" y="106801"/>
                    <a:pt x="66675" y="105848"/>
                  </a:cubicBezTo>
                  <a:cubicBezTo>
                    <a:pt x="83820" y="104896"/>
                    <a:pt x="83820" y="87751"/>
                    <a:pt x="90488" y="83941"/>
                  </a:cubicBezTo>
                  <a:cubicBezTo>
                    <a:pt x="97155" y="80131"/>
                    <a:pt x="124778" y="64891"/>
                    <a:pt x="117157" y="60128"/>
                  </a:cubicBezTo>
                  <a:cubicBezTo>
                    <a:pt x="111443" y="56318"/>
                    <a:pt x="104775" y="38221"/>
                    <a:pt x="100965" y="29648"/>
                  </a:cubicBezTo>
                  <a:cubicBezTo>
                    <a:pt x="101918" y="26791"/>
                    <a:pt x="101918" y="23933"/>
                    <a:pt x="102870" y="21076"/>
                  </a:cubicBezTo>
                  <a:cubicBezTo>
                    <a:pt x="128588" y="-8452"/>
                    <a:pt x="154305" y="-3689"/>
                    <a:pt x="176213" y="15361"/>
                  </a:cubicBezTo>
                  <a:close/>
                </a:path>
              </a:pathLst>
            </a:custGeom>
            <a:solidFill>
              <a:srgbClr val="C6D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84" name="Freeform: Shape 83"/>
            <p:cNvSpPr/>
            <p:nvPr>
              <p:custDataLst>
                <p:tags r:id="rId25"/>
              </p:custDataLst>
            </p:nvPr>
          </p:nvSpPr>
          <p:spPr>
            <a:xfrm>
              <a:off x="6093699" y="3186912"/>
              <a:ext cx="94939" cy="168542"/>
            </a:xfrm>
            <a:custGeom>
              <a:avLst/>
              <a:gdLst>
                <a:gd name="connsiteX0" fmla="*/ 90882 w 94939"/>
                <a:gd name="connsiteY0" fmla="*/ 51587 h 168542"/>
                <a:gd name="connsiteX1" fmla="*/ 91835 w 94939"/>
                <a:gd name="connsiteY1" fmla="*/ 58255 h 168542"/>
                <a:gd name="connsiteX2" fmla="*/ 91835 w 94939"/>
                <a:gd name="connsiteY2" fmla="*/ 58255 h 168542"/>
                <a:gd name="connsiteX3" fmla="*/ 64212 w 94939"/>
                <a:gd name="connsiteY3" fmla="*/ 167792 h 168542"/>
                <a:gd name="connsiteX4" fmla="*/ 28970 w 94939"/>
                <a:gd name="connsiteY4" fmla="*/ 151600 h 168542"/>
                <a:gd name="connsiteX5" fmla="*/ 15635 w 94939"/>
                <a:gd name="connsiteY5" fmla="*/ 140170 h 168542"/>
                <a:gd name="connsiteX6" fmla="*/ 15635 w 94939"/>
                <a:gd name="connsiteY6" fmla="*/ 140170 h 168542"/>
                <a:gd name="connsiteX7" fmla="*/ 3252 w 94939"/>
                <a:gd name="connsiteY7" fmla="*/ 117310 h 168542"/>
                <a:gd name="connsiteX8" fmla="*/ 1347 w 94939"/>
                <a:gd name="connsiteY8" fmla="*/ 108737 h 168542"/>
                <a:gd name="connsiteX9" fmla="*/ 10872 w 94939"/>
                <a:gd name="connsiteY9" fmla="*/ 41110 h 168542"/>
                <a:gd name="connsiteX10" fmla="*/ 59450 w 94939"/>
                <a:gd name="connsiteY10" fmla="*/ 2057 h 168542"/>
                <a:gd name="connsiteX11" fmla="*/ 77547 w 94939"/>
                <a:gd name="connsiteY11" fmla="*/ 152 h 168542"/>
                <a:gd name="connsiteX12" fmla="*/ 78500 w 94939"/>
                <a:gd name="connsiteY12" fmla="*/ 1105 h 168542"/>
                <a:gd name="connsiteX13" fmla="*/ 90882 w 94939"/>
                <a:gd name="connsiteY13" fmla="*/ 51587 h 168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4939" h="168542">
                  <a:moveTo>
                    <a:pt x="90882" y="51587"/>
                  </a:moveTo>
                  <a:cubicBezTo>
                    <a:pt x="90882" y="53492"/>
                    <a:pt x="91835" y="56350"/>
                    <a:pt x="91835" y="58255"/>
                  </a:cubicBezTo>
                  <a:lnTo>
                    <a:pt x="91835" y="58255"/>
                  </a:lnTo>
                  <a:cubicBezTo>
                    <a:pt x="98502" y="109690"/>
                    <a:pt x="96597" y="176365"/>
                    <a:pt x="64212" y="167792"/>
                  </a:cubicBezTo>
                  <a:cubicBezTo>
                    <a:pt x="48972" y="163982"/>
                    <a:pt x="37542" y="158267"/>
                    <a:pt x="28970" y="151600"/>
                  </a:cubicBezTo>
                  <a:cubicBezTo>
                    <a:pt x="23255" y="147790"/>
                    <a:pt x="19445" y="143980"/>
                    <a:pt x="15635" y="140170"/>
                  </a:cubicBezTo>
                  <a:cubicBezTo>
                    <a:pt x="15635" y="140170"/>
                    <a:pt x="15635" y="140170"/>
                    <a:pt x="15635" y="140170"/>
                  </a:cubicBezTo>
                  <a:cubicBezTo>
                    <a:pt x="5157" y="128740"/>
                    <a:pt x="3252" y="118262"/>
                    <a:pt x="3252" y="117310"/>
                  </a:cubicBezTo>
                  <a:cubicBezTo>
                    <a:pt x="3252" y="117310"/>
                    <a:pt x="2300" y="113500"/>
                    <a:pt x="1347" y="108737"/>
                  </a:cubicBezTo>
                  <a:cubicBezTo>
                    <a:pt x="-558" y="96355"/>
                    <a:pt x="-2463" y="71590"/>
                    <a:pt x="10872" y="41110"/>
                  </a:cubicBezTo>
                  <a:cubicBezTo>
                    <a:pt x="22302" y="15392"/>
                    <a:pt x="44210" y="5867"/>
                    <a:pt x="59450" y="2057"/>
                  </a:cubicBezTo>
                  <a:cubicBezTo>
                    <a:pt x="69927" y="-800"/>
                    <a:pt x="77547" y="152"/>
                    <a:pt x="77547" y="152"/>
                  </a:cubicBezTo>
                  <a:cubicBezTo>
                    <a:pt x="77547" y="152"/>
                    <a:pt x="78500" y="152"/>
                    <a:pt x="78500" y="1105"/>
                  </a:cubicBezTo>
                  <a:cubicBezTo>
                    <a:pt x="82310" y="5867"/>
                    <a:pt x="88025" y="26822"/>
                    <a:pt x="90882" y="51587"/>
                  </a:cubicBezTo>
                  <a:close/>
                </a:path>
              </a:pathLst>
            </a:custGeom>
            <a:solidFill>
              <a:srgbClr val="E3EEE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85" name="Freeform: Shape 84"/>
            <p:cNvSpPr/>
            <p:nvPr>
              <p:custDataLst>
                <p:tags r:id="rId26"/>
              </p:custDataLst>
            </p:nvPr>
          </p:nvSpPr>
          <p:spPr>
            <a:xfrm>
              <a:off x="6115287" y="3172645"/>
              <a:ext cx="287709" cy="337819"/>
            </a:xfrm>
            <a:custGeom>
              <a:avLst/>
              <a:gdLst>
                <a:gd name="connsiteX0" fmla="*/ 279797 w 287709"/>
                <a:gd name="connsiteY0" fmla="*/ 167772 h 337819"/>
                <a:gd name="connsiteX1" fmla="*/ 286464 w 287709"/>
                <a:gd name="connsiteY1" fmla="*/ 304932 h 337819"/>
                <a:gd name="connsiteX2" fmla="*/ 161687 w 287709"/>
                <a:gd name="connsiteY2" fmla="*/ 337317 h 337819"/>
                <a:gd name="connsiteX3" fmla="*/ 59769 w 287709"/>
                <a:gd name="connsiteY3" fmla="*/ 309694 h 337819"/>
                <a:gd name="connsiteX4" fmla="*/ 30242 w 287709"/>
                <a:gd name="connsiteY4" fmla="*/ 248734 h 337819"/>
                <a:gd name="connsiteX5" fmla="*/ 7382 w 287709"/>
                <a:gd name="connsiteY5" fmla="*/ 166819 h 337819"/>
                <a:gd name="connsiteX6" fmla="*/ 714 w 287709"/>
                <a:gd name="connsiteY6" fmla="*/ 128719 h 337819"/>
                <a:gd name="connsiteX7" fmla="*/ 714 w 287709"/>
                <a:gd name="connsiteY7" fmla="*/ 86809 h 337819"/>
                <a:gd name="connsiteX8" fmla="*/ 714 w 287709"/>
                <a:gd name="connsiteY8" fmla="*/ 86809 h 337819"/>
                <a:gd name="connsiteX9" fmla="*/ 9287 w 287709"/>
                <a:gd name="connsiteY9" fmla="*/ 49662 h 337819"/>
                <a:gd name="connsiteX10" fmla="*/ 37862 w 287709"/>
                <a:gd name="connsiteY10" fmla="*/ 16324 h 337819"/>
                <a:gd name="connsiteX11" fmla="*/ 56912 w 287709"/>
                <a:gd name="connsiteY11" fmla="*/ 4894 h 337819"/>
                <a:gd name="connsiteX12" fmla="*/ 68342 w 287709"/>
                <a:gd name="connsiteY12" fmla="*/ 2037 h 337819"/>
                <a:gd name="connsiteX13" fmla="*/ 155972 w 287709"/>
                <a:gd name="connsiteY13" fmla="*/ 2989 h 337819"/>
                <a:gd name="connsiteX14" fmla="*/ 205502 w 287709"/>
                <a:gd name="connsiteY14" fmla="*/ 11562 h 337819"/>
                <a:gd name="connsiteX15" fmla="*/ 246459 w 287709"/>
                <a:gd name="connsiteY15" fmla="*/ 24897 h 337819"/>
                <a:gd name="connsiteX16" fmla="*/ 254079 w 287709"/>
                <a:gd name="connsiteY16" fmla="*/ 28707 h 337819"/>
                <a:gd name="connsiteX17" fmla="*/ 279797 w 287709"/>
                <a:gd name="connsiteY17" fmla="*/ 167772 h 33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7709" h="337819">
                  <a:moveTo>
                    <a:pt x="279797" y="167772"/>
                  </a:moveTo>
                  <a:cubicBezTo>
                    <a:pt x="284559" y="198252"/>
                    <a:pt x="290274" y="297312"/>
                    <a:pt x="286464" y="304932"/>
                  </a:cubicBezTo>
                  <a:cubicBezTo>
                    <a:pt x="282654" y="311599"/>
                    <a:pt x="220742" y="342079"/>
                    <a:pt x="161687" y="337317"/>
                  </a:cubicBezTo>
                  <a:cubicBezTo>
                    <a:pt x="102632" y="332554"/>
                    <a:pt x="69294" y="318267"/>
                    <a:pt x="59769" y="309694"/>
                  </a:cubicBezTo>
                  <a:cubicBezTo>
                    <a:pt x="53102" y="303979"/>
                    <a:pt x="43577" y="287787"/>
                    <a:pt x="30242" y="248734"/>
                  </a:cubicBezTo>
                  <a:cubicBezTo>
                    <a:pt x="23574" y="228732"/>
                    <a:pt x="14049" y="196347"/>
                    <a:pt x="7382" y="166819"/>
                  </a:cubicBezTo>
                  <a:cubicBezTo>
                    <a:pt x="4524" y="153484"/>
                    <a:pt x="2619" y="140149"/>
                    <a:pt x="714" y="128719"/>
                  </a:cubicBezTo>
                  <a:cubicBezTo>
                    <a:pt x="-238" y="114432"/>
                    <a:pt x="-238" y="99192"/>
                    <a:pt x="714" y="86809"/>
                  </a:cubicBezTo>
                  <a:cubicBezTo>
                    <a:pt x="714" y="86809"/>
                    <a:pt x="714" y="86809"/>
                    <a:pt x="714" y="86809"/>
                  </a:cubicBezTo>
                  <a:cubicBezTo>
                    <a:pt x="2619" y="66807"/>
                    <a:pt x="6429" y="52519"/>
                    <a:pt x="9287" y="49662"/>
                  </a:cubicBezTo>
                  <a:cubicBezTo>
                    <a:pt x="12144" y="47757"/>
                    <a:pt x="22622" y="29659"/>
                    <a:pt x="37862" y="16324"/>
                  </a:cubicBezTo>
                  <a:cubicBezTo>
                    <a:pt x="43577" y="11562"/>
                    <a:pt x="50244" y="6799"/>
                    <a:pt x="56912" y="4894"/>
                  </a:cubicBezTo>
                  <a:cubicBezTo>
                    <a:pt x="59769" y="3942"/>
                    <a:pt x="63579" y="2989"/>
                    <a:pt x="68342" y="2037"/>
                  </a:cubicBezTo>
                  <a:cubicBezTo>
                    <a:pt x="89297" y="-821"/>
                    <a:pt x="124539" y="-821"/>
                    <a:pt x="155972" y="2989"/>
                  </a:cubicBezTo>
                  <a:cubicBezTo>
                    <a:pt x="175022" y="4894"/>
                    <a:pt x="193119" y="7752"/>
                    <a:pt x="205502" y="11562"/>
                  </a:cubicBezTo>
                  <a:cubicBezTo>
                    <a:pt x="227409" y="18229"/>
                    <a:pt x="239792" y="22039"/>
                    <a:pt x="246459" y="24897"/>
                  </a:cubicBezTo>
                  <a:cubicBezTo>
                    <a:pt x="251222" y="26802"/>
                    <a:pt x="253127" y="27754"/>
                    <a:pt x="254079" y="28707"/>
                  </a:cubicBezTo>
                  <a:cubicBezTo>
                    <a:pt x="254079" y="29659"/>
                    <a:pt x="275987" y="138244"/>
                    <a:pt x="279797" y="167772"/>
                  </a:cubicBezTo>
                  <a:close/>
                </a:path>
              </a:pathLst>
            </a:custGeom>
            <a:solidFill>
              <a:srgbClr val="DCEA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86" name="Freeform: Shape 85"/>
            <p:cNvSpPr/>
            <p:nvPr>
              <p:custDataLst>
                <p:tags r:id="rId27"/>
              </p:custDataLst>
            </p:nvPr>
          </p:nvSpPr>
          <p:spPr>
            <a:xfrm>
              <a:off x="6142672" y="3412806"/>
              <a:ext cx="259118" cy="90862"/>
            </a:xfrm>
            <a:custGeom>
              <a:avLst/>
              <a:gdLst>
                <a:gd name="connsiteX0" fmla="*/ 259080 w 259118"/>
                <a:gd name="connsiteY0" fmla="*/ 47625 h 90862"/>
                <a:gd name="connsiteX1" fmla="*/ 259080 w 259118"/>
                <a:gd name="connsiteY1" fmla="*/ 47625 h 90862"/>
                <a:gd name="connsiteX2" fmla="*/ 213360 w 259118"/>
                <a:gd name="connsiteY2" fmla="*/ 75247 h 90862"/>
                <a:gd name="connsiteX3" fmla="*/ 162877 w 259118"/>
                <a:gd name="connsiteY3" fmla="*/ 85725 h 90862"/>
                <a:gd name="connsiteX4" fmla="*/ 10477 w 259118"/>
                <a:gd name="connsiteY4" fmla="*/ 52388 h 90862"/>
                <a:gd name="connsiteX5" fmla="*/ 0 w 259118"/>
                <a:gd name="connsiteY5" fmla="*/ 0 h 90862"/>
                <a:gd name="connsiteX6" fmla="*/ 119063 w 259118"/>
                <a:gd name="connsiteY6" fmla="*/ 35243 h 90862"/>
                <a:gd name="connsiteX7" fmla="*/ 213360 w 259118"/>
                <a:gd name="connsiteY7" fmla="*/ 20003 h 90862"/>
                <a:gd name="connsiteX8" fmla="*/ 249555 w 259118"/>
                <a:gd name="connsiteY8" fmla="*/ 3810 h 90862"/>
                <a:gd name="connsiteX9" fmla="*/ 252413 w 259118"/>
                <a:gd name="connsiteY9" fmla="*/ 1905 h 90862"/>
                <a:gd name="connsiteX10" fmla="*/ 259080 w 259118"/>
                <a:gd name="connsiteY10" fmla="*/ 47625 h 90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118" h="90862">
                  <a:moveTo>
                    <a:pt x="259080" y="47625"/>
                  </a:moveTo>
                  <a:cubicBezTo>
                    <a:pt x="259080" y="47625"/>
                    <a:pt x="259080" y="47625"/>
                    <a:pt x="259080" y="47625"/>
                  </a:cubicBezTo>
                  <a:cubicBezTo>
                    <a:pt x="259080" y="47625"/>
                    <a:pt x="249555" y="63818"/>
                    <a:pt x="213360" y="75247"/>
                  </a:cubicBezTo>
                  <a:cubicBezTo>
                    <a:pt x="200977" y="79057"/>
                    <a:pt x="183832" y="81915"/>
                    <a:pt x="162877" y="85725"/>
                  </a:cubicBezTo>
                  <a:cubicBezTo>
                    <a:pt x="61913" y="107632"/>
                    <a:pt x="10477" y="52388"/>
                    <a:pt x="10477" y="52388"/>
                  </a:cubicBezTo>
                  <a:lnTo>
                    <a:pt x="0" y="0"/>
                  </a:lnTo>
                  <a:cubicBezTo>
                    <a:pt x="0" y="0"/>
                    <a:pt x="21907" y="33338"/>
                    <a:pt x="119063" y="35243"/>
                  </a:cubicBezTo>
                  <a:cubicBezTo>
                    <a:pt x="161925" y="36195"/>
                    <a:pt x="191452" y="26670"/>
                    <a:pt x="213360" y="20003"/>
                  </a:cubicBezTo>
                  <a:cubicBezTo>
                    <a:pt x="232410" y="14288"/>
                    <a:pt x="244792" y="7620"/>
                    <a:pt x="249555" y="3810"/>
                  </a:cubicBezTo>
                  <a:cubicBezTo>
                    <a:pt x="251460" y="2857"/>
                    <a:pt x="252413" y="1905"/>
                    <a:pt x="252413" y="1905"/>
                  </a:cubicBezTo>
                  <a:cubicBezTo>
                    <a:pt x="260032" y="15240"/>
                    <a:pt x="259080" y="46672"/>
                    <a:pt x="259080" y="47625"/>
                  </a:cubicBezTo>
                  <a:close/>
                </a:path>
              </a:pathLst>
            </a:custGeom>
            <a:solidFill>
              <a:srgbClr val="9D9D9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87" name="Freeform: Shape 86"/>
            <p:cNvSpPr/>
            <p:nvPr>
              <p:custDataLst>
                <p:tags r:id="rId28"/>
              </p:custDataLst>
            </p:nvPr>
          </p:nvSpPr>
          <p:spPr>
            <a:xfrm>
              <a:off x="6144576" y="3424237"/>
              <a:ext cx="259118" cy="89910"/>
            </a:xfrm>
            <a:custGeom>
              <a:avLst/>
              <a:gdLst>
                <a:gd name="connsiteX0" fmla="*/ 259080 w 259118"/>
                <a:gd name="connsiteY0" fmla="*/ 46673 h 89910"/>
                <a:gd name="connsiteX1" fmla="*/ 259080 w 259118"/>
                <a:gd name="connsiteY1" fmla="*/ 46673 h 89910"/>
                <a:gd name="connsiteX2" fmla="*/ 213360 w 259118"/>
                <a:gd name="connsiteY2" fmla="*/ 74295 h 89910"/>
                <a:gd name="connsiteX3" fmla="*/ 162877 w 259118"/>
                <a:gd name="connsiteY3" fmla="*/ 84773 h 89910"/>
                <a:gd name="connsiteX4" fmla="*/ 10478 w 259118"/>
                <a:gd name="connsiteY4" fmla="*/ 51435 h 89910"/>
                <a:gd name="connsiteX5" fmla="*/ 0 w 259118"/>
                <a:gd name="connsiteY5" fmla="*/ 0 h 89910"/>
                <a:gd name="connsiteX6" fmla="*/ 119063 w 259118"/>
                <a:gd name="connsiteY6" fmla="*/ 35242 h 89910"/>
                <a:gd name="connsiteX7" fmla="*/ 213360 w 259118"/>
                <a:gd name="connsiteY7" fmla="*/ 20002 h 89910"/>
                <a:gd name="connsiteX8" fmla="*/ 249555 w 259118"/>
                <a:gd name="connsiteY8" fmla="*/ 3810 h 89910"/>
                <a:gd name="connsiteX9" fmla="*/ 252413 w 259118"/>
                <a:gd name="connsiteY9" fmla="*/ 1905 h 89910"/>
                <a:gd name="connsiteX10" fmla="*/ 259080 w 259118"/>
                <a:gd name="connsiteY10" fmla="*/ 46673 h 89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9118" h="89910">
                  <a:moveTo>
                    <a:pt x="259080" y="46673"/>
                  </a:moveTo>
                  <a:cubicBezTo>
                    <a:pt x="259080" y="46673"/>
                    <a:pt x="259080" y="46673"/>
                    <a:pt x="259080" y="46673"/>
                  </a:cubicBezTo>
                  <a:cubicBezTo>
                    <a:pt x="259080" y="46673"/>
                    <a:pt x="249555" y="62865"/>
                    <a:pt x="213360" y="74295"/>
                  </a:cubicBezTo>
                  <a:cubicBezTo>
                    <a:pt x="200977" y="78105"/>
                    <a:pt x="183833" y="80963"/>
                    <a:pt x="162877" y="84773"/>
                  </a:cubicBezTo>
                  <a:cubicBezTo>
                    <a:pt x="61913" y="106680"/>
                    <a:pt x="10478" y="51435"/>
                    <a:pt x="10478" y="51435"/>
                  </a:cubicBezTo>
                  <a:lnTo>
                    <a:pt x="0" y="0"/>
                  </a:lnTo>
                  <a:cubicBezTo>
                    <a:pt x="0" y="0"/>
                    <a:pt x="21908" y="33338"/>
                    <a:pt x="119063" y="35242"/>
                  </a:cubicBezTo>
                  <a:cubicBezTo>
                    <a:pt x="161925" y="36195"/>
                    <a:pt x="191452" y="26670"/>
                    <a:pt x="213360" y="20002"/>
                  </a:cubicBezTo>
                  <a:cubicBezTo>
                    <a:pt x="232410" y="14288"/>
                    <a:pt x="244793" y="7620"/>
                    <a:pt x="249555" y="3810"/>
                  </a:cubicBezTo>
                  <a:cubicBezTo>
                    <a:pt x="251460" y="2858"/>
                    <a:pt x="252413" y="1905"/>
                    <a:pt x="252413" y="1905"/>
                  </a:cubicBezTo>
                  <a:cubicBezTo>
                    <a:pt x="260033" y="14288"/>
                    <a:pt x="259080" y="45720"/>
                    <a:pt x="259080" y="46673"/>
                  </a:cubicBezTo>
                  <a:close/>
                </a:path>
              </a:pathLst>
            </a:custGeom>
            <a:solidFill>
              <a:srgbClr val="BCBC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88" name="Freeform: Shape 87"/>
            <p:cNvSpPr/>
            <p:nvPr>
              <p:custDataLst>
                <p:tags r:id="rId29"/>
              </p:custDataLst>
            </p:nvPr>
          </p:nvSpPr>
          <p:spPr>
            <a:xfrm>
              <a:off x="6267850" y="3176587"/>
              <a:ext cx="93896" cy="27622"/>
            </a:xfrm>
            <a:custGeom>
              <a:avLst/>
              <a:gdLst>
                <a:gd name="connsiteX0" fmla="*/ 93897 w 93896"/>
                <a:gd name="connsiteY0" fmla="*/ 21907 h 27622"/>
                <a:gd name="connsiteX1" fmla="*/ 58654 w 93896"/>
                <a:gd name="connsiteY1" fmla="*/ 27623 h 27622"/>
                <a:gd name="connsiteX2" fmla="*/ 25317 w 93896"/>
                <a:gd name="connsiteY2" fmla="*/ 11430 h 27622"/>
                <a:gd name="connsiteX3" fmla="*/ 4362 w 93896"/>
                <a:gd name="connsiteY3" fmla="*/ 0 h 27622"/>
                <a:gd name="connsiteX4" fmla="*/ 53892 w 93896"/>
                <a:gd name="connsiteY4" fmla="*/ 8573 h 27622"/>
                <a:gd name="connsiteX5" fmla="*/ 93897 w 93896"/>
                <a:gd name="connsiteY5" fmla="*/ 21907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896" h="27622">
                  <a:moveTo>
                    <a:pt x="93897" y="21907"/>
                  </a:moveTo>
                  <a:cubicBezTo>
                    <a:pt x="82467" y="25718"/>
                    <a:pt x="62464" y="26670"/>
                    <a:pt x="58654" y="27623"/>
                  </a:cubicBezTo>
                  <a:cubicBezTo>
                    <a:pt x="58654" y="27623"/>
                    <a:pt x="46272" y="16193"/>
                    <a:pt x="25317" y="11430"/>
                  </a:cubicBezTo>
                  <a:cubicBezTo>
                    <a:pt x="8172" y="7620"/>
                    <a:pt x="-8021" y="3810"/>
                    <a:pt x="4362" y="0"/>
                  </a:cubicBezTo>
                  <a:cubicBezTo>
                    <a:pt x="23412" y="1905"/>
                    <a:pt x="41509" y="4763"/>
                    <a:pt x="53892" y="8573"/>
                  </a:cubicBezTo>
                  <a:cubicBezTo>
                    <a:pt x="74847" y="15240"/>
                    <a:pt x="87229" y="19050"/>
                    <a:pt x="93897" y="21907"/>
                  </a:cubicBezTo>
                  <a:close/>
                </a:path>
              </a:pathLst>
            </a:custGeom>
            <a:solidFill>
              <a:srgbClr val="C6D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89" name="Freeform: Shape 88"/>
            <p:cNvSpPr/>
            <p:nvPr>
              <p:custDataLst>
                <p:tags r:id="rId30"/>
              </p:custDataLst>
            </p:nvPr>
          </p:nvSpPr>
          <p:spPr>
            <a:xfrm>
              <a:off x="6123622" y="3190582"/>
              <a:ext cx="208597" cy="176485"/>
            </a:xfrm>
            <a:custGeom>
              <a:avLst/>
              <a:gdLst>
                <a:gd name="connsiteX0" fmla="*/ 9525 w 208597"/>
                <a:gd name="connsiteY0" fmla="*/ 57442 h 176485"/>
                <a:gd name="connsiteX1" fmla="*/ 0 w 208597"/>
                <a:gd name="connsiteY1" fmla="*/ 110782 h 176485"/>
                <a:gd name="connsiteX2" fmla="*/ 11430 w 208597"/>
                <a:gd name="connsiteY2" fmla="*/ 169837 h 176485"/>
                <a:gd name="connsiteX3" fmla="*/ 138113 w 208597"/>
                <a:gd name="connsiteY3" fmla="*/ 173647 h 176485"/>
                <a:gd name="connsiteX4" fmla="*/ 154305 w 208597"/>
                <a:gd name="connsiteY4" fmla="*/ 132690 h 176485"/>
                <a:gd name="connsiteX5" fmla="*/ 170497 w 208597"/>
                <a:gd name="connsiteY5" fmla="*/ 58395 h 176485"/>
                <a:gd name="connsiteX6" fmla="*/ 200977 w 208597"/>
                <a:gd name="connsiteY6" fmla="*/ 13627 h 176485"/>
                <a:gd name="connsiteX7" fmla="*/ 208598 w 208597"/>
                <a:gd name="connsiteY7" fmla="*/ 16485 h 176485"/>
                <a:gd name="connsiteX8" fmla="*/ 140970 w 208597"/>
                <a:gd name="connsiteY8" fmla="*/ 292 h 176485"/>
                <a:gd name="connsiteX9" fmla="*/ 9525 w 208597"/>
                <a:gd name="connsiteY9" fmla="*/ 57442 h 17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97" h="176485">
                  <a:moveTo>
                    <a:pt x="9525" y="57442"/>
                  </a:moveTo>
                  <a:cubicBezTo>
                    <a:pt x="9525" y="57442"/>
                    <a:pt x="0" y="71730"/>
                    <a:pt x="0" y="110782"/>
                  </a:cubicBezTo>
                  <a:cubicBezTo>
                    <a:pt x="0" y="149835"/>
                    <a:pt x="6667" y="166027"/>
                    <a:pt x="11430" y="169837"/>
                  </a:cubicBezTo>
                  <a:cubicBezTo>
                    <a:pt x="17145" y="173647"/>
                    <a:pt x="134302" y="180315"/>
                    <a:pt x="138113" y="173647"/>
                  </a:cubicBezTo>
                  <a:cubicBezTo>
                    <a:pt x="141922" y="166980"/>
                    <a:pt x="153352" y="145072"/>
                    <a:pt x="154305" y="132690"/>
                  </a:cubicBezTo>
                  <a:cubicBezTo>
                    <a:pt x="155258" y="121260"/>
                    <a:pt x="149542" y="69825"/>
                    <a:pt x="170497" y="58395"/>
                  </a:cubicBezTo>
                  <a:cubicBezTo>
                    <a:pt x="191452" y="47917"/>
                    <a:pt x="200977" y="13627"/>
                    <a:pt x="200977" y="13627"/>
                  </a:cubicBezTo>
                  <a:lnTo>
                    <a:pt x="208598" y="16485"/>
                  </a:lnTo>
                  <a:cubicBezTo>
                    <a:pt x="208598" y="16485"/>
                    <a:pt x="165735" y="-2565"/>
                    <a:pt x="140970" y="292"/>
                  </a:cubicBezTo>
                  <a:cubicBezTo>
                    <a:pt x="117157" y="3150"/>
                    <a:pt x="37147" y="46012"/>
                    <a:pt x="9525" y="57442"/>
                  </a:cubicBezTo>
                  <a:close/>
                </a:path>
              </a:pathLst>
            </a:custGeom>
            <a:solidFill>
              <a:srgbClr val="EBF4F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90" name="Freeform: Shape 89"/>
            <p:cNvSpPr/>
            <p:nvPr>
              <p:custDataLst>
                <p:tags r:id="rId31"/>
              </p:custDataLst>
            </p:nvPr>
          </p:nvSpPr>
          <p:spPr>
            <a:xfrm>
              <a:off x="6093699" y="3174681"/>
              <a:ext cx="98896" cy="120967"/>
            </a:xfrm>
            <a:custGeom>
              <a:avLst/>
              <a:gdLst>
                <a:gd name="connsiteX0" fmla="*/ 90882 w 98896"/>
                <a:gd name="connsiteY0" fmla="*/ 63818 h 120967"/>
                <a:gd name="connsiteX1" fmla="*/ 89930 w 98896"/>
                <a:gd name="connsiteY1" fmla="*/ 64770 h 120967"/>
                <a:gd name="connsiteX2" fmla="*/ 60402 w 98896"/>
                <a:gd name="connsiteY2" fmla="*/ 69532 h 120967"/>
                <a:gd name="connsiteX3" fmla="*/ 23255 w 98896"/>
                <a:gd name="connsiteY3" fmla="*/ 84773 h 120967"/>
                <a:gd name="connsiteX4" fmla="*/ 23255 w 98896"/>
                <a:gd name="connsiteY4" fmla="*/ 84773 h 120967"/>
                <a:gd name="connsiteX5" fmla="*/ 1347 w 98896"/>
                <a:gd name="connsiteY5" fmla="*/ 120968 h 120967"/>
                <a:gd name="connsiteX6" fmla="*/ 10872 w 98896"/>
                <a:gd name="connsiteY6" fmla="*/ 53340 h 120967"/>
                <a:gd name="connsiteX7" fmla="*/ 59450 w 98896"/>
                <a:gd name="connsiteY7" fmla="*/ 14288 h 120967"/>
                <a:gd name="connsiteX8" fmla="*/ 78500 w 98896"/>
                <a:gd name="connsiteY8" fmla="*/ 2857 h 120967"/>
                <a:gd name="connsiteX9" fmla="*/ 89930 w 98896"/>
                <a:gd name="connsiteY9" fmla="*/ 0 h 120967"/>
                <a:gd name="connsiteX10" fmla="*/ 91835 w 98896"/>
                <a:gd name="connsiteY10" fmla="*/ 9525 h 120967"/>
                <a:gd name="connsiteX11" fmla="*/ 90882 w 98896"/>
                <a:gd name="connsiteY11" fmla="*/ 63818 h 120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8896" h="120967">
                  <a:moveTo>
                    <a:pt x="90882" y="63818"/>
                  </a:moveTo>
                  <a:cubicBezTo>
                    <a:pt x="90882" y="63818"/>
                    <a:pt x="89930" y="64770"/>
                    <a:pt x="89930" y="64770"/>
                  </a:cubicBezTo>
                  <a:cubicBezTo>
                    <a:pt x="89930" y="64770"/>
                    <a:pt x="80405" y="73343"/>
                    <a:pt x="60402" y="69532"/>
                  </a:cubicBezTo>
                  <a:cubicBezTo>
                    <a:pt x="40400" y="65723"/>
                    <a:pt x="26112" y="78105"/>
                    <a:pt x="23255" y="84773"/>
                  </a:cubicBezTo>
                  <a:cubicBezTo>
                    <a:pt x="23255" y="84773"/>
                    <a:pt x="23255" y="84773"/>
                    <a:pt x="23255" y="84773"/>
                  </a:cubicBezTo>
                  <a:cubicBezTo>
                    <a:pt x="20397" y="91440"/>
                    <a:pt x="16587" y="118110"/>
                    <a:pt x="1347" y="120968"/>
                  </a:cubicBezTo>
                  <a:cubicBezTo>
                    <a:pt x="-558" y="108585"/>
                    <a:pt x="-2463" y="83820"/>
                    <a:pt x="10872" y="53340"/>
                  </a:cubicBezTo>
                  <a:cubicBezTo>
                    <a:pt x="22302" y="27623"/>
                    <a:pt x="44210" y="18098"/>
                    <a:pt x="59450" y="14288"/>
                  </a:cubicBezTo>
                  <a:cubicBezTo>
                    <a:pt x="65165" y="9525"/>
                    <a:pt x="71832" y="4763"/>
                    <a:pt x="78500" y="2857"/>
                  </a:cubicBezTo>
                  <a:cubicBezTo>
                    <a:pt x="81357" y="1905"/>
                    <a:pt x="85167" y="953"/>
                    <a:pt x="89930" y="0"/>
                  </a:cubicBezTo>
                  <a:cubicBezTo>
                    <a:pt x="90882" y="2857"/>
                    <a:pt x="91835" y="5715"/>
                    <a:pt x="91835" y="9525"/>
                  </a:cubicBezTo>
                  <a:cubicBezTo>
                    <a:pt x="99455" y="46673"/>
                    <a:pt x="103265" y="54293"/>
                    <a:pt x="90882" y="63818"/>
                  </a:cubicBezTo>
                  <a:close/>
                </a:path>
              </a:pathLst>
            </a:custGeom>
            <a:solidFill>
              <a:srgbClr val="C6D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91" name="Freeform: Shape 90"/>
            <p:cNvSpPr/>
            <p:nvPr>
              <p:custDataLst>
                <p:tags r:id="rId32"/>
              </p:custDataLst>
            </p:nvPr>
          </p:nvSpPr>
          <p:spPr>
            <a:xfrm>
              <a:off x="6274055" y="3236780"/>
              <a:ext cx="204788" cy="218413"/>
            </a:xfrm>
            <a:custGeom>
              <a:avLst/>
              <a:gdLst>
                <a:gd name="connsiteX0" fmla="*/ 84834 w 204788"/>
                <a:gd name="connsiteY0" fmla="*/ 216984 h 218413"/>
                <a:gd name="connsiteX1" fmla="*/ 30541 w 204788"/>
                <a:gd name="connsiteY1" fmla="*/ 205554 h 218413"/>
                <a:gd name="connsiteX2" fmla="*/ 61 w 204788"/>
                <a:gd name="connsiteY2" fmla="*/ 123639 h 218413"/>
                <a:gd name="connsiteX3" fmla="*/ 8634 w 204788"/>
                <a:gd name="connsiteY3" fmla="*/ 114114 h 218413"/>
                <a:gd name="connsiteX4" fmla="*/ 16254 w 204788"/>
                <a:gd name="connsiteY4" fmla="*/ 124592 h 218413"/>
                <a:gd name="connsiteX5" fmla="*/ 40066 w 204788"/>
                <a:gd name="connsiteY5" fmla="*/ 193172 h 218413"/>
                <a:gd name="connsiteX6" fmla="*/ 99121 w 204788"/>
                <a:gd name="connsiteY6" fmla="*/ 196982 h 218413"/>
                <a:gd name="connsiteX7" fmla="*/ 181989 w 204788"/>
                <a:gd name="connsiteY7" fmla="*/ 130307 h 218413"/>
                <a:gd name="connsiteX8" fmla="*/ 173416 w 204788"/>
                <a:gd name="connsiteY8" fmla="*/ 16007 h 218413"/>
                <a:gd name="connsiteX9" fmla="*/ 173416 w 204788"/>
                <a:gd name="connsiteY9" fmla="*/ 3624 h 218413"/>
                <a:gd name="connsiteX10" fmla="*/ 173416 w 204788"/>
                <a:gd name="connsiteY10" fmla="*/ 3624 h 218413"/>
                <a:gd name="connsiteX11" fmla="*/ 181036 w 204788"/>
                <a:gd name="connsiteY11" fmla="*/ 767 h 218413"/>
                <a:gd name="connsiteX12" fmla="*/ 181036 w 204788"/>
                <a:gd name="connsiteY12" fmla="*/ 767 h 218413"/>
                <a:gd name="connsiteX13" fmla="*/ 185799 w 204788"/>
                <a:gd name="connsiteY13" fmla="*/ 6482 h 218413"/>
                <a:gd name="connsiteX14" fmla="*/ 195324 w 204788"/>
                <a:gd name="connsiteY14" fmla="*/ 136974 h 218413"/>
                <a:gd name="connsiteX15" fmla="*/ 101979 w 204788"/>
                <a:gd name="connsiteY15" fmla="*/ 213174 h 218413"/>
                <a:gd name="connsiteX16" fmla="*/ 84834 w 204788"/>
                <a:gd name="connsiteY16" fmla="*/ 216984 h 21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4787" h="218413">
                  <a:moveTo>
                    <a:pt x="84834" y="216984"/>
                  </a:moveTo>
                  <a:cubicBezTo>
                    <a:pt x="62926" y="220794"/>
                    <a:pt x="44829" y="216984"/>
                    <a:pt x="30541" y="205554"/>
                  </a:cubicBezTo>
                  <a:cubicBezTo>
                    <a:pt x="-2796" y="179837"/>
                    <a:pt x="61" y="125544"/>
                    <a:pt x="61" y="123639"/>
                  </a:cubicBezTo>
                  <a:cubicBezTo>
                    <a:pt x="61" y="123639"/>
                    <a:pt x="-891" y="112209"/>
                    <a:pt x="8634" y="114114"/>
                  </a:cubicBezTo>
                  <a:cubicBezTo>
                    <a:pt x="18159" y="115067"/>
                    <a:pt x="16254" y="124592"/>
                    <a:pt x="16254" y="124592"/>
                  </a:cubicBezTo>
                  <a:cubicBezTo>
                    <a:pt x="16254" y="124592"/>
                    <a:pt x="14349" y="173169"/>
                    <a:pt x="40066" y="193172"/>
                  </a:cubicBezTo>
                  <a:cubicBezTo>
                    <a:pt x="54354" y="203649"/>
                    <a:pt x="73404" y="204602"/>
                    <a:pt x="99121" y="196982"/>
                  </a:cubicBezTo>
                  <a:cubicBezTo>
                    <a:pt x="141984" y="183647"/>
                    <a:pt x="169606" y="160787"/>
                    <a:pt x="181989" y="130307"/>
                  </a:cubicBezTo>
                  <a:cubicBezTo>
                    <a:pt x="201039" y="84587"/>
                    <a:pt x="181036" y="33152"/>
                    <a:pt x="173416" y="16007"/>
                  </a:cubicBezTo>
                  <a:cubicBezTo>
                    <a:pt x="171511" y="12197"/>
                    <a:pt x="171511" y="7434"/>
                    <a:pt x="173416" y="3624"/>
                  </a:cubicBezTo>
                  <a:lnTo>
                    <a:pt x="173416" y="3624"/>
                  </a:lnTo>
                  <a:cubicBezTo>
                    <a:pt x="174369" y="767"/>
                    <a:pt x="178179" y="-1138"/>
                    <a:pt x="181036" y="767"/>
                  </a:cubicBezTo>
                  <a:lnTo>
                    <a:pt x="181036" y="767"/>
                  </a:lnTo>
                  <a:cubicBezTo>
                    <a:pt x="182941" y="1719"/>
                    <a:pt x="184846" y="3624"/>
                    <a:pt x="185799" y="6482"/>
                  </a:cubicBezTo>
                  <a:cubicBezTo>
                    <a:pt x="193419" y="21722"/>
                    <a:pt x="218184" y="81729"/>
                    <a:pt x="195324" y="136974"/>
                  </a:cubicBezTo>
                  <a:cubicBezTo>
                    <a:pt x="181036" y="172217"/>
                    <a:pt x="149604" y="197934"/>
                    <a:pt x="101979" y="213174"/>
                  </a:cubicBezTo>
                  <a:cubicBezTo>
                    <a:pt x="98169" y="215079"/>
                    <a:pt x="91501" y="216032"/>
                    <a:pt x="84834" y="216984"/>
                  </a:cubicBezTo>
                  <a:close/>
                </a:path>
              </a:pathLst>
            </a:custGeom>
            <a:solidFill>
              <a:srgbClr val="C6D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92" name="Freeform: Shape 91"/>
            <p:cNvSpPr/>
            <p:nvPr>
              <p:custDataLst>
                <p:tags r:id="rId33"/>
              </p:custDataLst>
            </p:nvPr>
          </p:nvSpPr>
          <p:spPr>
            <a:xfrm>
              <a:off x="6266425" y="3326445"/>
              <a:ext cx="48720" cy="48897"/>
            </a:xfrm>
            <a:custGeom>
              <a:avLst/>
              <a:gdLst>
                <a:gd name="connsiteX0" fmla="*/ 42934 w 48720"/>
                <a:gd name="connsiteY0" fmla="*/ 9209 h 48897"/>
                <a:gd name="connsiteX1" fmla="*/ 40076 w 48720"/>
                <a:gd name="connsiteY1" fmla="*/ 43499 h 48897"/>
                <a:gd name="connsiteX2" fmla="*/ 5786 w 48720"/>
                <a:gd name="connsiteY2" fmla="*/ 39689 h 48897"/>
                <a:gd name="connsiteX3" fmla="*/ 8644 w 48720"/>
                <a:gd name="connsiteY3" fmla="*/ 5399 h 48897"/>
                <a:gd name="connsiteX4" fmla="*/ 42934 w 48720"/>
                <a:gd name="connsiteY4" fmla="*/ 9209 h 48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20" h="48897">
                  <a:moveTo>
                    <a:pt x="42934" y="9209"/>
                  </a:moveTo>
                  <a:cubicBezTo>
                    <a:pt x="51506" y="19686"/>
                    <a:pt x="50554" y="34926"/>
                    <a:pt x="40076" y="43499"/>
                  </a:cubicBezTo>
                  <a:cubicBezTo>
                    <a:pt x="29599" y="52071"/>
                    <a:pt x="14359" y="50166"/>
                    <a:pt x="5786" y="39689"/>
                  </a:cubicBezTo>
                  <a:cubicBezTo>
                    <a:pt x="-2786" y="29211"/>
                    <a:pt x="-1834" y="13971"/>
                    <a:pt x="8644" y="5399"/>
                  </a:cubicBezTo>
                  <a:cubicBezTo>
                    <a:pt x="19121" y="-3174"/>
                    <a:pt x="34361" y="-1269"/>
                    <a:pt x="42934" y="9209"/>
                  </a:cubicBezTo>
                  <a:close/>
                </a:path>
              </a:pathLst>
            </a:custGeom>
            <a:solidFill>
              <a:srgbClr val="82B3B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93" name="Freeform: Shape 92"/>
            <p:cNvSpPr/>
            <p:nvPr>
              <p:custDataLst>
                <p:tags r:id="rId34"/>
              </p:custDataLst>
            </p:nvPr>
          </p:nvSpPr>
          <p:spPr>
            <a:xfrm>
              <a:off x="6263568" y="3330255"/>
              <a:ext cx="48720" cy="48897"/>
            </a:xfrm>
            <a:custGeom>
              <a:avLst/>
              <a:gdLst>
                <a:gd name="connsiteX0" fmla="*/ 42934 w 48720"/>
                <a:gd name="connsiteY0" fmla="*/ 9209 h 48897"/>
                <a:gd name="connsiteX1" fmla="*/ 40076 w 48720"/>
                <a:gd name="connsiteY1" fmla="*/ 43499 h 48897"/>
                <a:gd name="connsiteX2" fmla="*/ 5786 w 48720"/>
                <a:gd name="connsiteY2" fmla="*/ 39689 h 48897"/>
                <a:gd name="connsiteX3" fmla="*/ 8644 w 48720"/>
                <a:gd name="connsiteY3" fmla="*/ 5399 h 48897"/>
                <a:gd name="connsiteX4" fmla="*/ 42934 w 48720"/>
                <a:gd name="connsiteY4" fmla="*/ 9209 h 48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720" h="48897">
                  <a:moveTo>
                    <a:pt x="42934" y="9209"/>
                  </a:moveTo>
                  <a:cubicBezTo>
                    <a:pt x="51506" y="19686"/>
                    <a:pt x="50554" y="34926"/>
                    <a:pt x="40076" y="43499"/>
                  </a:cubicBezTo>
                  <a:cubicBezTo>
                    <a:pt x="29599" y="52071"/>
                    <a:pt x="14359" y="50166"/>
                    <a:pt x="5786" y="39689"/>
                  </a:cubicBezTo>
                  <a:cubicBezTo>
                    <a:pt x="-2786" y="29211"/>
                    <a:pt x="-1834" y="13971"/>
                    <a:pt x="8644" y="5399"/>
                  </a:cubicBezTo>
                  <a:cubicBezTo>
                    <a:pt x="18169" y="-3174"/>
                    <a:pt x="34361" y="-1269"/>
                    <a:pt x="42934" y="9209"/>
                  </a:cubicBezTo>
                  <a:close/>
                </a:path>
              </a:pathLst>
            </a:custGeom>
            <a:solidFill>
              <a:srgbClr val="CCE0E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94" name="Freeform: Shape 93"/>
            <p:cNvSpPr/>
            <p:nvPr>
              <p:custDataLst>
                <p:tags r:id="rId35"/>
              </p:custDataLst>
            </p:nvPr>
          </p:nvSpPr>
          <p:spPr>
            <a:xfrm>
              <a:off x="6273925" y="3341177"/>
              <a:ext cx="27053" cy="27053"/>
            </a:xfrm>
            <a:custGeom>
              <a:avLst/>
              <a:gdLst>
                <a:gd name="connsiteX0" fmla="*/ 24004 w 27053"/>
                <a:gd name="connsiteY0" fmla="*/ 4954 h 27053"/>
                <a:gd name="connsiteX1" fmla="*/ 22099 w 27053"/>
                <a:gd name="connsiteY1" fmla="*/ 24004 h 27053"/>
                <a:gd name="connsiteX2" fmla="*/ 3049 w 27053"/>
                <a:gd name="connsiteY2" fmla="*/ 22099 h 27053"/>
                <a:gd name="connsiteX3" fmla="*/ 4954 w 27053"/>
                <a:gd name="connsiteY3" fmla="*/ 3049 h 27053"/>
                <a:gd name="connsiteX4" fmla="*/ 24004 w 27053"/>
                <a:gd name="connsiteY4" fmla="*/ 4954 h 2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53" h="27053">
                  <a:moveTo>
                    <a:pt x="24004" y="4954"/>
                  </a:moveTo>
                  <a:cubicBezTo>
                    <a:pt x="28767" y="10669"/>
                    <a:pt x="27814" y="19242"/>
                    <a:pt x="22099" y="24004"/>
                  </a:cubicBezTo>
                  <a:cubicBezTo>
                    <a:pt x="16384" y="28767"/>
                    <a:pt x="7812" y="27814"/>
                    <a:pt x="3049" y="22099"/>
                  </a:cubicBezTo>
                  <a:cubicBezTo>
                    <a:pt x="-1713" y="16384"/>
                    <a:pt x="-761" y="7812"/>
                    <a:pt x="4954" y="3049"/>
                  </a:cubicBezTo>
                  <a:cubicBezTo>
                    <a:pt x="10669" y="-1713"/>
                    <a:pt x="19242" y="-761"/>
                    <a:pt x="24004" y="4954"/>
                  </a:cubicBezTo>
                  <a:close/>
                </a:path>
              </a:pathLst>
            </a:custGeom>
            <a:solidFill>
              <a:srgbClr val="A7CAC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grpSp>
          <p:nvGrpSpPr>
            <p:cNvPr id="95" name="Graphic 2"/>
            <p:cNvGrpSpPr/>
            <p:nvPr/>
          </p:nvGrpSpPr>
          <p:grpSpPr>
            <a:xfrm>
              <a:off x="6279770" y="3227069"/>
              <a:ext cx="205740" cy="218598"/>
              <a:chOff x="6279770" y="3227069"/>
              <a:chExt cx="205740" cy="218598"/>
            </a:xfrm>
          </p:grpSpPr>
          <p:sp>
            <p:nvSpPr>
              <p:cNvPr id="96" name="Freeform: Shape 95"/>
              <p:cNvSpPr/>
              <p:nvPr>
                <p:custDataLst>
                  <p:tags r:id="rId97"/>
                </p:custDataLst>
              </p:nvPr>
            </p:nvSpPr>
            <p:spPr>
              <a:xfrm>
                <a:off x="6280723" y="3227255"/>
                <a:ext cx="204788" cy="218413"/>
              </a:xfrm>
              <a:custGeom>
                <a:avLst/>
                <a:gdLst>
                  <a:gd name="connsiteX0" fmla="*/ 84834 w 204788"/>
                  <a:gd name="connsiteY0" fmla="*/ 216984 h 218413"/>
                  <a:gd name="connsiteX1" fmla="*/ 30541 w 204788"/>
                  <a:gd name="connsiteY1" fmla="*/ 205554 h 218413"/>
                  <a:gd name="connsiteX2" fmla="*/ 61 w 204788"/>
                  <a:gd name="connsiteY2" fmla="*/ 123639 h 218413"/>
                  <a:gd name="connsiteX3" fmla="*/ 8634 w 204788"/>
                  <a:gd name="connsiteY3" fmla="*/ 114114 h 218413"/>
                  <a:gd name="connsiteX4" fmla="*/ 16254 w 204788"/>
                  <a:gd name="connsiteY4" fmla="*/ 124592 h 218413"/>
                  <a:gd name="connsiteX5" fmla="*/ 40066 w 204788"/>
                  <a:gd name="connsiteY5" fmla="*/ 193172 h 218413"/>
                  <a:gd name="connsiteX6" fmla="*/ 99121 w 204788"/>
                  <a:gd name="connsiteY6" fmla="*/ 196982 h 218413"/>
                  <a:gd name="connsiteX7" fmla="*/ 181989 w 204788"/>
                  <a:gd name="connsiteY7" fmla="*/ 130307 h 218413"/>
                  <a:gd name="connsiteX8" fmla="*/ 173416 w 204788"/>
                  <a:gd name="connsiteY8" fmla="*/ 16007 h 218413"/>
                  <a:gd name="connsiteX9" fmla="*/ 173416 w 204788"/>
                  <a:gd name="connsiteY9" fmla="*/ 3624 h 218413"/>
                  <a:gd name="connsiteX10" fmla="*/ 173416 w 204788"/>
                  <a:gd name="connsiteY10" fmla="*/ 3624 h 218413"/>
                  <a:gd name="connsiteX11" fmla="*/ 181036 w 204788"/>
                  <a:gd name="connsiteY11" fmla="*/ 767 h 218413"/>
                  <a:gd name="connsiteX12" fmla="*/ 181036 w 204788"/>
                  <a:gd name="connsiteY12" fmla="*/ 767 h 218413"/>
                  <a:gd name="connsiteX13" fmla="*/ 185799 w 204788"/>
                  <a:gd name="connsiteY13" fmla="*/ 6482 h 218413"/>
                  <a:gd name="connsiteX14" fmla="*/ 195324 w 204788"/>
                  <a:gd name="connsiteY14" fmla="*/ 136974 h 218413"/>
                  <a:gd name="connsiteX15" fmla="*/ 101979 w 204788"/>
                  <a:gd name="connsiteY15" fmla="*/ 213174 h 218413"/>
                  <a:gd name="connsiteX16" fmla="*/ 84834 w 204788"/>
                  <a:gd name="connsiteY16" fmla="*/ 216984 h 21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4787" h="218413">
                    <a:moveTo>
                      <a:pt x="84834" y="216984"/>
                    </a:moveTo>
                    <a:cubicBezTo>
                      <a:pt x="62926" y="220794"/>
                      <a:pt x="44829" y="216984"/>
                      <a:pt x="30541" y="205554"/>
                    </a:cubicBezTo>
                    <a:cubicBezTo>
                      <a:pt x="-2796" y="179837"/>
                      <a:pt x="61" y="125544"/>
                      <a:pt x="61" y="123639"/>
                    </a:cubicBezTo>
                    <a:cubicBezTo>
                      <a:pt x="61" y="123639"/>
                      <a:pt x="-891" y="112209"/>
                      <a:pt x="8634" y="114114"/>
                    </a:cubicBezTo>
                    <a:cubicBezTo>
                      <a:pt x="18159" y="115067"/>
                      <a:pt x="16254" y="124592"/>
                      <a:pt x="16254" y="124592"/>
                    </a:cubicBezTo>
                    <a:cubicBezTo>
                      <a:pt x="16254" y="124592"/>
                      <a:pt x="14349" y="173169"/>
                      <a:pt x="40066" y="193172"/>
                    </a:cubicBezTo>
                    <a:cubicBezTo>
                      <a:pt x="54354" y="203649"/>
                      <a:pt x="73404" y="204602"/>
                      <a:pt x="99121" y="196982"/>
                    </a:cubicBezTo>
                    <a:cubicBezTo>
                      <a:pt x="141984" y="183647"/>
                      <a:pt x="169606" y="160787"/>
                      <a:pt x="181989" y="130307"/>
                    </a:cubicBezTo>
                    <a:cubicBezTo>
                      <a:pt x="201039" y="84587"/>
                      <a:pt x="181036" y="33152"/>
                      <a:pt x="173416" y="16007"/>
                    </a:cubicBezTo>
                    <a:cubicBezTo>
                      <a:pt x="171511" y="12197"/>
                      <a:pt x="171511" y="7434"/>
                      <a:pt x="173416" y="3624"/>
                    </a:cubicBezTo>
                    <a:lnTo>
                      <a:pt x="173416" y="3624"/>
                    </a:lnTo>
                    <a:cubicBezTo>
                      <a:pt x="174369" y="767"/>
                      <a:pt x="178179" y="-1138"/>
                      <a:pt x="181036" y="767"/>
                    </a:cubicBezTo>
                    <a:lnTo>
                      <a:pt x="181036" y="767"/>
                    </a:lnTo>
                    <a:cubicBezTo>
                      <a:pt x="182941" y="1719"/>
                      <a:pt x="184846" y="3624"/>
                      <a:pt x="185799" y="6482"/>
                    </a:cubicBezTo>
                    <a:cubicBezTo>
                      <a:pt x="193419" y="21722"/>
                      <a:pt x="218184" y="81729"/>
                      <a:pt x="195324" y="136974"/>
                    </a:cubicBezTo>
                    <a:cubicBezTo>
                      <a:pt x="181036" y="172217"/>
                      <a:pt x="149604" y="197934"/>
                      <a:pt x="101979" y="213174"/>
                    </a:cubicBezTo>
                    <a:cubicBezTo>
                      <a:pt x="97216" y="214127"/>
                      <a:pt x="90549" y="216032"/>
                      <a:pt x="84834" y="216984"/>
                    </a:cubicBezTo>
                    <a:close/>
                  </a:path>
                </a:pathLst>
              </a:custGeom>
              <a:solidFill>
                <a:srgbClr val="00A9D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grpSp>
            <p:nvGrpSpPr>
              <p:cNvPr id="97" name="Graphic 2"/>
              <p:cNvGrpSpPr/>
              <p:nvPr/>
            </p:nvGrpSpPr>
            <p:grpSpPr>
              <a:xfrm>
                <a:off x="6279770" y="3227069"/>
                <a:ext cx="195695" cy="218088"/>
                <a:chOff x="6279770" y="3227069"/>
                <a:chExt cx="195695" cy="218088"/>
              </a:xfrm>
              <a:solidFill>
                <a:srgbClr val="0072A9"/>
              </a:solidFill>
            </p:grpSpPr>
            <p:sp>
              <p:nvSpPr>
                <p:cNvPr id="98" name="Freeform: Shape 97"/>
                <p:cNvSpPr/>
                <p:nvPr>
                  <p:custDataLst>
                    <p:tags r:id="rId99"/>
                  </p:custDataLst>
                </p:nvPr>
              </p:nvSpPr>
              <p:spPr>
                <a:xfrm>
                  <a:off x="6279770" y="3341369"/>
                  <a:ext cx="181988" cy="103788"/>
                </a:xfrm>
                <a:custGeom>
                  <a:avLst/>
                  <a:gdLst>
                    <a:gd name="connsiteX0" fmla="*/ 108646 w 181988"/>
                    <a:gd name="connsiteY0" fmla="*/ 93345 h 103788"/>
                    <a:gd name="connsiteX1" fmla="*/ 88644 w 181988"/>
                    <a:gd name="connsiteY1" fmla="*/ 98107 h 103788"/>
                    <a:gd name="connsiteX2" fmla="*/ 34351 w 181988"/>
                    <a:gd name="connsiteY2" fmla="*/ 86678 h 103788"/>
                    <a:gd name="connsiteX3" fmla="*/ 3871 w 181988"/>
                    <a:gd name="connsiteY3" fmla="*/ 4763 h 103788"/>
                    <a:gd name="connsiteX4" fmla="*/ 4824 w 181988"/>
                    <a:gd name="connsiteY4" fmla="*/ 0 h 103788"/>
                    <a:gd name="connsiteX5" fmla="*/ 61 w 181988"/>
                    <a:gd name="connsiteY5" fmla="*/ 9525 h 103788"/>
                    <a:gd name="connsiteX6" fmla="*/ 30541 w 181988"/>
                    <a:gd name="connsiteY6" fmla="*/ 91440 h 103788"/>
                    <a:gd name="connsiteX7" fmla="*/ 84834 w 181988"/>
                    <a:gd name="connsiteY7" fmla="*/ 102870 h 103788"/>
                    <a:gd name="connsiteX8" fmla="*/ 104836 w 181988"/>
                    <a:gd name="connsiteY8" fmla="*/ 98107 h 103788"/>
                    <a:gd name="connsiteX9" fmla="*/ 181989 w 181988"/>
                    <a:gd name="connsiteY9" fmla="*/ 48578 h 103788"/>
                    <a:gd name="connsiteX10" fmla="*/ 108646 w 181988"/>
                    <a:gd name="connsiteY10" fmla="*/ 93345 h 1037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81988" h="103788">
                      <a:moveTo>
                        <a:pt x="108646" y="93345"/>
                      </a:moveTo>
                      <a:cubicBezTo>
                        <a:pt x="101979" y="95250"/>
                        <a:pt x="95311" y="97155"/>
                        <a:pt x="88644" y="98107"/>
                      </a:cubicBezTo>
                      <a:cubicBezTo>
                        <a:pt x="66736" y="101918"/>
                        <a:pt x="48639" y="98107"/>
                        <a:pt x="34351" y="86678"/>
                      </a:cubicBezTo>
                      <a:cubicBezTo>
                        <a:pt x="1014" y="60960"/>
                        <a:pt x="3871" y="6668"/>
                        <a:pt x="3871" y="4763"/>
                      </a:cubicBezTo>
                      <a:cubicBezTo>
                        <a:pt x="3871" y="4763"/>
                        <a:pt x="3871" y="1905"/>
                        <a:pt x="4824" y="0"/>
                      </a:cubicBezTo>
                      <a:cubicBezTo>
                        <a:pt x="61" y="1905"/>
                        <a:pt x="61" y="9525"/>
                        <a:pt x="61" y="9525"/>
                      </a:cubicBezTo>
                      <a:cubicBezTo>
                        <a:pt x="61" y="11430"/>
                        <a:pt x="-2796" y="66675"/>
                        <a:pt x="30541" y="91440"/>
                      </a:cubicBezTo>
                      <a:cubicBezTo>
                        <a:pt x="44829" y="101918"/>
                        <a:pt x="62926" y="105728"/>
                        <a:pt x="84834" y="102870"/>
                      </a:cubicBezTo>
                      <a:cubicBezTo>
                        <a:pt x="91501" y="101918"/>
                        <a:pt x="98169" y="100013"/>
                        <a:pt x="104836" y="98107"/>
                      </a:cubicBezTo>
                      <a:cubicBezTo>
                        <a:pt x="139126" y="86678"/>
                        <a:pt x="164844" y="70485"/>
                        <a:pt x="181989" y="48578"/>
                      </a:cubicBezTo>
                      <a:cubicBezTo>
                        <a:pt x="165796" y="68580"/>
                        <a:pt x="141031" y="83820"/>
                        <a:pt x="108646" y="93345"/>
                      </a:cubicBezTo>
                      <a:close/>
                    </a:path>
                  </a:pathLst>
                </a:custGeom>
                <a:solidFill>
                  <a:srgbClr val="0072A9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  <p:sp>
              <p:nvSpPr>
                <p:cNvPr id="99" name="Freeform: Shape 98"/>
                <p:cNvSpPr/>
                <p:nvPr>
                  <p:custDataLst>
                    <p:tags r:id="rId100"/>
                  </p:custDataLst>
                </p:nvPr>
              </p:nvSpPr>
              <p:spPr>
                <a:xfrm>
                  <a:off x="6450329" y="3227069"/>
                  <a:ext cx="25136" cy="152400"/>
                </a:xfrm>
                <a:custGeom>
                  <a:avLst/>
                  <a:gdLst>
                    <a:gd name="connsiteX0" fmla="*/ 17145 w 25136"/>
                    <a:gd name="connsiteY0" fmla="*/ 125730 h 152400"/>
                    <a:gd name="connsiteX1" fmla="*/ 8573 w 25136"/>
                    <a:gd name="connsiteY1" fmla="*/ 11430 h 152400"/>
                    <a:gd name="connsiteX2" fmla="*/ 7620 w 25136"/>
                    <a:gd name="connsiteY2" fmla="*/ 0 h 152400"/>
                    <a:gd name="connsiteX3" fmla="*/ 4763 w 25136"/>
                    <a:gd name="connsiteY3" fmla="*/ 2857 h 152400"/>
                    <a:gd name="connsiteX4" fmla="*/ 4763 w 25136"/>
                    <a:gd name="connsiteY4" fmla="*/ 15240 h 152400"/>
                    <a:gd name="connsiteX5" fmla="*/ 13335 w 25136"/>
                    <a:gd name="connsiteY5" fmla="*/ 129540 h 152400"/>
                    <a:gd name="connsiteX6" fmla="*/ 0 w 25136"/>
                    <a:gd name="connsiteY6" fmla="*/ 152400 h 152400"/>
                    <a:gd name="connsiteX7" fmla="*/ 17145 w 25136"/>
                    <a:gd name="connsiteY7" fmla="*/ 125730 h 152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5136" h="152400">
                      <a:moveTo>
                        <a:pt x="17145" y="125730"/>
                      </a:moveTo>
                      <a:cubicBezTo>
                        <a:pt x="36195" y="80010"/>
                        <a:pt x="16193" y="28575"/>
                        <a:pt x="8573" y="11430"/>
                      </a:cubicBezTo>
                      <a:cubicBezTo>
                        <a:pt x="6668" y="7620"/>
                        <a:pt x="6668" y="3810"/>
                        <a:pt x="7620" y="0"/>
                      </a:cubicBezTo>
                      <a:cubicBezTo>
                        <a:pt x="5715" y="953"/>
                        <a:pt x="4763" y="1905"/>
                        <a:pt x="4763" y="2857"/>
                      </a:cubicBezTo>
                      <a:cubicBezTo>
                        <a:pt x="2858" y="6668"/>
                        <a:pt x="3810" y="11430"/>
                        <a:pt x="4763" y="15240"/>
                      </a:cubicBezTo>
                      <a:cubicBezTo>
                        <a:pt x="12383" y="32385"/>
                        <a:pt x="31433" y="83820"/>
                        <a:pt x="13335" y="129540"/>
                      </a:cubicBezTo>
                      <a:cubicBezTo>
                        <a:pt x="9525" y="138113"/>
                        <a:pt x="5715" y="145733"/>
                        <a:pt x="0" y="152400"/>
                      </a:cubicBezTo>
                      <a:cubicBezTo>
                        <a:pt x="6668" y="144780"/>
                        <a:pt x="12383" y="135255"/>
                        <a:pt x="17145" y="125730"/>
                      </a:cubicBezTo>
                      <a:close/>
                    </a:path>
                  </a:pathLst>
                </a:custGeom>
                <a:solidFill>
                  <a:srgbClr val="0072A9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</p:grpSp>
          <p:sp>
            <p:nvSpPr>
              <p:cNvPr id="100" name="Freeform: Shape 99"/>
              <p:cNvSpPr/>
              <p:nvPr>
                <p:custDataLst>
                  <p:tags r:id="rId98"/>
                </p:custDataLst>
              </p:nvPr>
            </p:nvSpPr>
            <p:spPr>
              <a:xfrm>
                <a:off x="6289333" y="3227069"/>
                <a:ext cx="194805" cy="207736"/>
              </a:xfrm>
              <a:custGeom>
                <a:avLst/>
                <a:gdLst>
                  <a:gd name="connsiteX0" fmla="*/ 78129 w 194805"/>
                  <a:gd name="connsiteY0" fmla="*/ 206693 h 207736"/>
                  <a:gd name="connsiteX1" fmla="*/ 28599 w 194805"/>
                  <a:gd name="connsiteY1" fmla="*/ 196215 h 207736"/>
                  <a:gd name="connsiteX2" fmla="*/ 24 w 194805"/>
                  <a:gd name="connsiteY2" fmla="*/ 119063 h 207736"/>
                  <a:gd name="connsiteX3" fmla="*/ 24 w 194805"/>
                  <a:gd name="connsiteY3" fmla="*/ 119063 h 207736"/>
                  <a:gd name="connsiteX4" fmla="*/ 24 w 194805"/>
                  <a:gd name="connsiteY4" fmla="*/ 119063 h 207736"/>
                  <a:gd name="connsiteX5" fmla="*/ 976 w 194805"/>
                  <a:gd name="connsiteY5" fmla="*/ 115253 h 207736"/>
                  <a:gd name="connsiteX6" fmla="*/ 1929 w 194805"/>
                  <a:gd name="connsiteY6" fmla="*/ 115253 h 207736"/>
                  <a:gd name="connsiteX7" fmla="*/ 3834 w 194805"/>
                  <a:gd name="connsiteY7" fmla="*/ 116205 h 207736"/>
                  <a:gd name="connsiteX8" fmla="*/ 4786 w 194805"/>
                  <a:gd name="connsiteY8" fmla="*/ 119063 h 207736"/>
                  <a:gd name="connsiteX9" fmla="*/ 4786 w 194805"/>
                  <a:gd name="connsiteY9" fmla="*/ 119063 h 207736"/>
                  <a:gd name="connsiteX10" fmla="*/ 4786 w 194805"/>
                  <a:gd name="connsiteY10" fmla="*/ 119063 h 207736"/>
                  <a:gd name="connsiteX11" fmla="*/ 31456 w 194805"/>
                  <a:gd name="connsiteY11" fmla="*/ 192405 h 207736"/>
                  <a:gd name="connsiteX12" fmla="*/ 77176 w 194805"/>
                  <a:gd name="connsiteY12" fmla="*/ 201930 h 207736"/>
                  <a:gd name="connsiteX13" fmla="*/ 95274 w 194805"/>
                  <a:gd name="connsiteY13" fmla="*/ 197168 h 207736"/>
                  <a:gd name="connsiteX14" fmla="*/ 181951 w 194805"/>
                  <a:gd name="connsiteY14" fmla="*/ 126682 h 207736"/>
                  <a:gd name="connsiteX15" fmla="*/ 173379 w 194805"/>
                  <a:gd name="connsiteY15" fmla="*/ 7620 h 207736"/>
                  <a:gd name="connsiteX16" fmla="*/ 173379 w 194805"/>
                  <a:gd name="connsiteY16" fmla="*/ 0 h 207736"/>
                  <a:gd name="connsiteX17" fmla="*/ 173379 w 194805"/>
                  <a:gd name="connsiteY17" fmla="*/ 0 h 207736"/>
                  <a:gd name="connsiteX18" fmla="*/ 176236 w 194805"/>
                  <a:gd name="connsiteY18" fmla="*/ 2857 h 207736"/>
                  <a:gd name="connsiteX19" fmla="*/ 185761 w 194805"/>
                  <a:gd name="connsiteY19" fmla="*/ 128588 h 207736"/>
                  <a:gd name="connsiteX20" fmla="*/ 96226 w 194805"/>
                  <a:gd name="connsiteY20" fmla="*/ 201930 h 207736"/>
                  <a:gd name="connsiteX21" fmla="*/ 78129 w 194805"/>
                  <a:gd name="connsiteY21" fmla="*/ 206693 h 207736"/>
                  <a:gd name="connsiteX22" fmla="*/ 78129 w 194805"/>
                  <a:gd name="connsiteY22" fmla="*/ 206693 h 207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4805" h="207735">
                    <a:moveTo>
                      <a:pt x="78129" y="206693"/>
                    </a:moveTo>
                    <a:cubicBezTo>
                      <a:pt x="58126" y="209550"/>
                      <a:pt x="40981" y="206693"/>
                      <a:pt x="28599" y="196215"/>
                    </a:cubicBezTo>
                    <a:cubicBezTo>
                      <a:pt x="-1881" y="172403"/>
                      <a:pt x="24" y="120968"/>
                      <a:pt x="24" y="119063"/>
                    </a:cubicBezTo>
                    <a:lnTo>
                      <a:pt x="24" y="119063"/>
                    </a:lnTo>
                    <a:lnTo>
                      <a:pt x="24" y="119063"/>
                    </a:lnTo>
                    <a:cubicBezTo>
                      <a:pt x="24" y="117157"/>
                      <a:pt x="24" y="115253"/>
                      <a:pt x="976" y="115253"/>
                    </a:cubicBezTo>
                    <a:cubicBezTo>
                      <a:pt x="976" y="115253"/>
                      <a:pt x="976" y="115253"/>
                      <a:pt x="1929" y="115253"/>
                    </a:cubicBezTo>
                    <a:cubicBezTo>
                      <a:pt x="2881" y="115253"/>
                      <a:pt x="3834" y="115253"/>
                      <a:pt x="3834" y="116205"/>
                    </a:cubicBezTo>
                    <a:cubicBezTo>
                      <a:pt x="4786" y="117157"/>
                      <a:pt x="4786" y="119063"/>
                      <a:pt x="4786" y="119063"/>
                    </a:cubicBezTo>
                    <a:lnTo>
                      <a:pt x="4786" y="119063"/>
                    </a:lnTo>
                    <a:lnTo>
                      <a:pt x="4786" y="119063"/>
                    </a:lnTo>
                    <a:cubicBezTo>
                      <a:pt x="4786" y="120015"/>
                      <a:pt x="2881" y="170498"/>
                      <a:pt x="31456" y="192405"/>
                    </a:cubicBezTo>
                    <a:cubicBezTo>
                      <a:pt x="42886" y="200978"/>
                      <a:pt x="59079" y="204788"/>
                      <a:pt x="77176" y="201930"/>
                    </a:cubicBezTo>
                    <a:cubicBezTo>
                      <a:pt x="82891" y="200978"/>
                      <a:pt x="89559" y="199072"/>
                      <a:pt x="95274" y="197168"/>
                    </a:cubicBezTo>
                    <a:cubicBezTo>
                      <a:pt x="139089" y="182880"/>
                      <a:pt x="168616" y="159068"/>
                      <a:pt x="181951" y="126682"/>
                    </a:cubicBezTo>
                    <a:cubicBezTo>
                      <a:pt x="201001" y="80010"/>
                      <a:pt x="182904" y="27623"/>
                      <a:pt x="173379" y="7620"/>
                    </a:cubicBezTo>
                    <a:cubicBezTo>
                      <a:pt x="172426" y="4763"/>
                      <a:pt x="172426" y="1905"/>
                      <a:pt x="173379" y="0"/>
                    </a:cubicBezTo>
                    <a:lnTo>
                      <a:pt x="173379" y="0"/>
                    </a:lnTo>
                    <a:cubicBezTo>
                      <a:pt x="174331" y="953"/>
                      <a:pt x="175284" y="1905"/>
                      <a:pt x="176236" y="2857"/>
                    </a:cubicBezTo>
                    <a:cubicBezTo>
                      <a:pt x="183856" y="19050"/>
                      <a:pt x="207669" y="76200"/>
                      <a:pt x="185761" y="128588"/>
                    </a:cubicBezTo>
                    <a:cubicBezTo>
                      <a:pt x="171474" y="162878"/>
                      <a:pt x="141946" y="186690"/>
                      <a:pt x="96226" y="201930"/>
                    </a:cubicBezTo>
                    <a:cubicBezTo>
                      <a:pt x="91464" y="204788"/>
                      <a:pt x="84796" y="205740"/>
                      <a:pt x="78129" y="206693"/>
                    </a:cubicBezTo>
                    <a:lnTo>
                      <a:pt x="78129" y="206693"/>
                    </a:lnTo>
                    <a:close/>
                  </a:path>
                </a:pathLst>
              </a:custGeom>
              <a:solidFill>
                <a:srgbClr val="62CAE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  <p:grpSp>
          <p:nvGrpSpPr>
            <p:cNvPr id="101" name="Graphic 2"/>
            <p:cNvGrpSpPr/>
            <p:nvPr/>
          </p:nvGrpSpPr>
          <p:grpSpPr>
            <a:xfrm>
              <a:off x="6249280" y="3259770"/>
              <a:ext cx="51577" cy="52707"/>
              <a:chOff x="6249280" y="3259770"/>
              <a:chExt cx="51577" cy="52707"/>
            </a:xfrm>
          </p:grpSpPr>
          <p:sp>
            <p:nvSpPr>
              <p:cNvPr id="102" name="Freeform: Shape 101"/>
              <p:cNvSpPr/>
              <p:nvPr>
                <p:custDataLst>
                  <p:tags r:id="rId94"/>
                </p:custDataLst>
              </p:nvPr>
            </p:nvSpPr>
            <p:spPr>
              <a:xfrm>
                <a:off x="6252138" y="3259770"/>
                <a:ext cx="48720" cy="48897"/>
              </a:xfrm>
              <a:custGeom>
                <a:avLst/>
                <a:gdLst>
                  <a:gd name="connsiteX0" fmla="*/ 42934 w 48720"/>
                  <a:gd name="connsiteY0" fmla="*/ 9209 h 48897"/>
                  <a:gd name="connsiteX1" fmla="*/ 40076 w 48720"/>
                  <a:gd name="connsiteY1" fmla="*/ 43499 h 48897"/>
                  <a:gd name="connsiteX2" fmla="*/ 5786 w 48720"/>
                  <a:gd name="connsiteY2" fmla="*/ 39689 h 48897"/>
                  <a:gd name="connsiteX3" fmla="*/ 8644 w 48720"/>
                  <a:gd name="connsiteY3" fmla="*/ 5399 h 48897"/>
                  <a:gd name="connsiteX4" fmla="*/ 42934 w 48720"/>
                  <a:gd name="connsiteY4" fmla="*/ 9209 h 48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20" h="48897">
                    <a:moveTo>
                      <a:pt x="42934" y="9209"/>
                    </a:moveTo>
                    <a:cubicBezTo>
                      <a:pt x="51506" y="19686"/>
                      <a:pt x="50554" y="34926"/>
                      <a:pt x="40076" y="43499"/>
                    </a:cubicBezTo>
                    <a:cubicBezTo>
                      <a:pt x="29599" y="52071"/>
                      <a:pt x="14359" y="50166"/>
                      <a:pt x="5786" y="39689"/>
                    </a:cubicBezTo>
                    <a:cubicBezTo>
                      <a:pt x="-2786" y="29211"/>
                      <a:pt x="-1834" y="13971"/>
                      <a:pt x="8644" y="5399"/>
                    </a:cubicBezTo>
                    <a:cubicBezTo>
                      <a:pt x="19121" y="-3174"/>
                      <a:pt x="34361" y="-1269"/>
                      <a:pt x="42934" y="9209"/>
                    </a:cubicBezTo>
                    <a:close/>
                  </a:path>
                </a:pathLst>
              </a:custGeom>
              <a:solidFill>
                <a:srgbClr val="82B3B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03" name="Freeform: Shape 102"/>
              <p:cNvSpPr/>
              <p:nvPr>
                <p:custDataLst>
                  <p:tags r:id="rId95"/>
                </p:custDataLst>
              </p:nvPr>
            </p:nvSpPr>
            <p:spPr>
              <a:xfrm>
                <a:off x="6249280" y="3263580"/>
                <a:ext cx="48720" cy="48897"/>
              </a:xfrm>
              <a:custGeom>
                <a:avLst/>
                <a:gdLst>
                  <a:gd name="connsiteX0" fmla="*/ 42934 w 48720"/>
                  <a:gd name="connsiteY0" fmla="*/ 9209 h 48897"/>
                  <a:gd name="connsiteX1" fmla="*/ 40076 w 48720"/>
                  <a:gd name="connsiteY1" fmla="*/ 43499 h 48897"/>
                  <a:gd name="connsiteX2" fmla="*/ 5786 w 48720"/>
                  <a:gd name="connsiteY2" fmla="*/ 39689 h 48897"/>
                  <a:gd name="connsiteX3" fmla="*/ 8644 w 48720"/>
                  <a:gd name="connsiteY3" fmla="*/ 5399 h 48897"/>
                  <a:gd name="connsiteX4" fmla="*/ 42934 w 48720"/>
                  <a:gd name="connsiteY4" fmla="*/ 9209 h 48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20" h="48897">
                    <a:moveTo>
                      <a:pt x="42934" y="9209"/>
                    </a:moveTo>
                    <a:cubicBezTo>
                      <a:pt x="51506" y="19686"/>
                      <a:pt x="50554" y="34926"/>
                      <a:pt x="40076" y="43499"/>
                    </a:cubicBezTo>
                    <a:cubicBezTo>
                      <a:pt x="29599" y="52071"/>
                      <a:pt x="14359" y="50166"/>
                      <a:pt x="5786" y="39689"/>
                    </a:cubicBezTo>
                    <a:cubicBezTo>
                      <a:pt x="-2786" y="29211"/>
                      <a:pt x="-1834" y="13971"/>
                      <a:pt x="8644" y="5399"/>
                    </a:cubicBezTo>
                    <a:cubicBezTo>
                      <a:pt x="19121" y="-3174"/>
                      <a:pt x="34361" y="-1269"/>
                      <a:pt x="42934" y="9209"/>
                    </a:cubicBezTo>
                    <a:close/>
                  </a:path>
                </a:pathLst>
              </a:custGeom>
              <a:solidFill>
                <a:srgbClr val="CCE0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04" name="Freeform: Shape 103"/>
              <p:cNvSpPr/>
              <p:nvPr>
                <p:custDataLst>
                  <p:tags r:id="rId96"/>
                </p:custDataLst>
              </p:nvPr>
            </p:nvSpPr>
            <p:spPr>
              <a:xfrm>
                <a:off x="6259637" y="3274502"/>
                <a:ext cx="27053" cy="27053"/>
              </a:xfrm>
              <a:custGeom>
                <a:avLst/>
                <a:gdLst>
                  <a:gd name="connsiteX0" fmla="*/ 24004 w 27053"/>
                  <a:gd name="connsiteY0" fmla="*/ 4954 h 27053"/>
                  <a:gd name="connsiteX1" fmla="*/ 22099 w 27053"/>
                  <a:gd name="connsiteY1" fmla="*/ 24004 h 27053"/>
                  <a:gd name="connsiteX2" fmla="*/ 3049 w 27053"/>
                  <a:gd name="connsiteY2" fmla="*/ 22099 h 27053"/>
                  <a:gd name="connsiteX3" fmla="*/ 4954 w 27053"/>
                  <a:gd name="connsiteY3" fmla="*/ 3049 h 27053"/>
                  <a:gd name="connsiteX4" fmla="*/ 24004 w 27053"/>
                  <a:gd name="connsiteY4" fmla="*/ 4954 h 27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53" h="27053">
                    <a:moveTo>
                      <a:pt x="24004" y="4954"/>
                    </a:moveTo>
                    <a:cubicBezTo>
                      <a:pt x="28767" y="10669"/>
                      <a:pt x="27814" y="19242"/>
                      <a:pt x="22099" y="24004"/>
                    </a:cubicBezTo>
                    <a:cubicBezTo>
                      <a:pt x="16384" y="28767"/>
                      <a:pt x="7812" y="27814"/>
                      <a:pt x="3049" y="22099"/>
                    </a:cubicBezTo>
                    <a:cubicBezTo>
                      <a:pt x="-1713" y="16384"/>
                      <a:pt x="-761" y="7812"/>
                      <a:pt x="4954" y="3049"/>
                    </a:cubicBezTo>
                    <a:cubicBezTo>
                      <a:pt x="10669" y="-1713"/>
                      <a:pt x="19242" y="-761"/>
                      <a:pt x="24004" y="4954"/>
                    </a:cubicBezTo>
                    <a:close/>
                  </a:path>
                </a:pathLst>
              </a:custGeom>
              <a:solidFill>
                <a:srgbClr val="A7CAC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  <p:sp>
          <p:nvSpPr>
            <p:cNvPr id="105" name="Freeform: Shape 104"/>
            <p:cNvSpPr/>
            <p:nvPr>
              <p:custDataLst>
                <p:tags r:id="rId36"/>
              </p:custDataLst>
            </p:nvPr>
          </p:nvSpPr>
          <p:spPr>
            <a:xfrm>
              <a:off x="6162135" y="3168366"/>
              <a:ext cx="122464" cy="80049"/>
            </a:xfrm>
            <a:custGeom>
              <a:avLst/>
              <a:gdLst>
                <a:gd name="connsiteX0" fmla="*/ 115791 w 122464"/>
                <a:gd name="connsiteY0" fmla="*/ 20603 h 80049"/>
                <a:gd name="connsiteX1" fmla="*/ 86264 w 122464"/>
                <a:gd name="connsiteY1" fmla="*/ 74896 h 80049"/>
                <a:gd name="connsiteX2" fmla="*/ 4349 w 122464"/>
                <a:gd name="connsiteY2" fmla="*/ 63466 h 80049"/>
                <a:gd name="connsiteX3" fmla="*/ 21494 w 122464"/>
                <a:gd name="connsiteY3" fmla="*/ 11078 h 80049"/>
                <a:gd name="connsiteX4" fmla="*/ 115791 w 122464"/>
                <a:gd name="connsiteY4" fmla="*/ 20603 h 8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64" h="80049">
                  <a:moveTo>
                    <a:pt x="115791" y="20603"/>
                  </a:moveTo>
                  <a:cubicBezTo>
                    <a:pt x="115791" y="20603"/>
                    <a:pt x="143414" y="62513"/>
                    <a:pt x="86264" y="74896"/>
                  </a:cubicBezTo>
                  <a:cubicBezTo>
                    <a:pt x="29114" y="87278"/>
                    <a:pt x="14826" y="74896"/>
                    <a:pt x="4349" y="63466"/>
                  </a:cubicBezTo>
                  <a:cubicBezTo>
                    <a:pt x="-6129" y="52036"/>
                    <a:pt x="3396" y="17746"/>
                    <a:pt x="21494" y="11078"/>
                  </a:cubicBezTo>
                  <a:cubicBezTo>
                    <a:pt x="38639" y="3458"/>
                    <a:pt x="82454" y="-13687"/>
                    <a:pt x="115791" y="20603"/>
                  </a:cubicBezTo>
                  <a:close/>
                </a:path>
              </a:pathLst>
            </a:custGeom>
            <a:solidFill>
              <a:srgbClr val="779B9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06" name="Freeform: Shape 105"/>
            <p:cNvSpPr/>
            <p:nvPr>
              <p:custDataLst>
                <p:tags r:id="rId37"/>
              </p:custDataLst>
            </p:nvPr>
          </p:nvSpPr>
          <p:spPr>
            <a:xfrm>
              <a:off x="5963662" y="3349307"/>
              <a:ext cx="62566" cy="55953"/>
            </a:xfrm>
            <a:custGeom>
              <a:avLst/>
              <a:gdLst>
                <a:gd name="connsiteX0" fmla="*/ 58042 w 62566"/>
                <a:gd name="connsiteY0" fmla="*/ 48260 h 55953"/>
                <a:gd name="connsiteX1" fmla="*/ 38039 w 62566"/>
                <a:gd name="connsiteY1" fmla="*/ 55880 h 55953"/>
                <a:gd name="connsiteX2" fmla="*/ 24704 w 62566"/>
                <a:gd name="connsiteY2" fmla="*/ 55880 h 55953"/>
                <a:gd name="connsiteX3" fmla="*/ 2797 w 62566"/>
                <a:gd name="connsiteY3" fmla="*/ 44450 h 55953"/>
                <a:gd name="connsiteX4" fmla="*/ 8512 w 62566"/>
                <a:gd name="connsiteY4" fmla="*/ 2540 h 55953"/>
                <a:gd name="connsiteX5" fmla="*/ 32324 w 62566"/>
                <a:gd name="connsiteY5" fmla="*/ 2540 h 55953"/>
                <a:gd name="connsiteX6" fmla="*/ 59947 w 62566"/>
                <a:gd name="connsiteY6" fmla="*/ 17780 h 55953"/>
                <a:gd name="connsiteX7" fmla="*/ 58042 w 62566"/>
                <a:gd name="connsiteY7" fmla="*/ 48260 h 55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566" h="55952">
                  <a:moveTo>
                    <a:pt x="58042" y="48260"/>
                  </a:moveTo>
                  <a:cubicBezTo>
                    <a:pt x="58042" y="48260"/>
                    <a:pt x="50422" y="56832"/>
                    <a:pt x="38039" y="55880"/>
                  </a:cubicBezTo>
                  <a:cubicBezTo>
                    <a:pt x="26609" y="54928"/>
                    <a:pt x="24704" y="55880"/>
                    <a:pt x="24704" y="55880"/>
                  </a:cubicBezTo>
                  <a:cubicBezTo>
                    <a:pt x="24704" y="55880"/>
                    <a:pt x="7559" y="53023"/>
                    <a:pt x="2797" y="44450"/>
                  </a:cubicBezTo>
                  <a:cubicBezTo>
                    <a:pt x="-1966" y="35878"/>
                    <a:pt x="-1013" y="2540"/>
                    <a:pt x="8512" y="2540"/>
                  </a:cubicBezTo>
                  <a:cubicBezTo>
                    <a:pt x="18037" y="2540"/>
                    <a:pt x="18037" y="-3175"/>
                    <a:pt x="32324" y="2540"/>
                  </a:cubicBezTo>
                  <a:cubicBezTo>
                    <a:pt x="46612" y="7303"/>
                    <a:pt x="58042" y="13017"/>
                    <a:pt x="59947" y="17780"/>
                  </a:cubicBezTo>
                  <a:cubicBezTo>
                    <a:pt x="62804" y="22542"/>
                    <a:pt x="64709" y="37782"/>
                    <a:pt x="58042" y="48260"/>
                  </a:cubicBezTo>
                  <a:close/>
                </a:path>
              </a:pathLst>
            </a:custGeom>
            <a:solidFill>
              <a:srgbClr val="93BBB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07" name="Freeform: Shape 106"/>
            <p:cNvSpPr/>
            <p:nvPr>
              <p:custDataLst>
                <p:tags r:id="rId38"/>
              </p:custDataLst>
            </p:nvPr>
          </p:nvSpPr>
          <p:spPr>
            <a:xfrm>
              <a:off x="5948251" y="3350115"/>
              <a:ext cx="49747" cy="59833"/>
            </a:xfrm>
            <a:custGeom>
              <a:avLst/>
              <a:gdLst>
                <a:gd name="connsiteX0" fmla="*/ 45830 w 49747"/>
                <a:gd name="connsiteY0" fmla="*/ 37926 h 59833"/>
                <a:gd name="connsiteX1" fmla="*/ 49640 w 49747"/>
                <a:gd name="connsiteY1" fmla="*/ 41736 h 59833"/>
                <a:gd name="connsiteX2" fmla="*/ 44878 w 49747"/>
                <a:gd name="connsiteY2" fmla="*/ 48404 h 59833"/>
                <a:gd name="connsiteX3" fmla="*/ 42020 w 49747"/>
                <a:gd name="connsiteY3" fmla="*/ 56024 h 59833"/>
                <a:gd name="connsiteX4" fmla="*/ 25828 w 49747"/>
                <a:gd name="connsiteY4" fmla="*/ 59834 h 59833"/>
                <a:gd name="connsiteX5" fmla="*/ 19160 w 49747"/>
                <a:gd name="connsiteY5" fmla="*/ 56976 h 59833"/>
                <a:gd name="connsiteX6" fmla="*/ 12493 w 49747"/>
                <a:gd name="connsiteY6" fmla="*/ 47451 h 59833"/>
                <a:gd name="connsiteX7" fmla="*/ 9635 w 49747"/>
                <a:gd name="connsiteY7" fmla="*/ 39831 h 59833"/>
                <a:gd name="connsiteX8" fmla="*/ 7730 w 49747"/>
                <a:gd name="connsiteY8" fmla="*/ 30306 h 59833"/>
                <a:gd name="connsiteX9" fmla="*/ 2015 w 49747"/>
                <a:gd name="connsiteY9" fmla="*/ 22686 h 59833"/>
                <a:gd name="connsiteX10" fmla="*/ 1063 w 49747"/>
                <a:gd name="connsiteY10" fmla="*/ 16971 h 59833"/>
                <a:gd name="connsiteX11" fmla="*/ 22018 w 49747"/>
                <a:gd name="connsiteY11" fmla="*/ 779 h 59833"/>
                <a:gd name="connsiteX12" fmla="*/ 30590 w 49747"/>
                <a:gd name="connsiteY12" fmla="*/ 6494 h 59833"/>
                <a:gd name="connsiteX13" fmla="*/ 25828 w 49747"/>
                <a:gd name="connsiteY13" fmla="*/ 16019 h 59833"/>
                <a:gd name="connsiteX14" fmla="*/ 32495 w 49747"/>
                <a:gd name="connsiteY14" fmla="*/ 24591 h 59833"/>
                <a:gd name="connsiteX15" fmla="*/ 35353 w 49747"/>
                <a:gd name="connsiteY15" fmla="*/ 31259 h 59833"/>
                <a:gd name="connsiteX16" fmla="*/ 34400 w 49747"/>
                <a:gd name="connsiteY16" fmla="*/ 33164 h 59833"/>
                <a:gd name="connsiteX17" fmla="*/ 45830 w 49747"/>
                <a:gd name="connsiteY17" fmla="*/ 37926 h 59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747" h="59833">
                  <a:moveTo>
                    <a:pt x="45830" y="37926"/>
                  </a:moveTo>
                  <a:cubicBezTo>
                    <a:pt x="45830" y="37926"/>
                    <a:pt x="49640" y="38879"/>
                    <a:pt x="49640" y="41736"/>
                  </a:cubicBezTo>
                  <a:cubicBezTo>
                    <a:pt x="50593" y="44594"/>
                    <a:pt x="44878" y="48404"/>
                    <a:pt x="44878" y="48404"/>
                  </a:cubicBezTo>
                  <a:cubicBezTo>
                    <a:pt x="44878" y="48404"/>
                    <a:pt x="47735" y="54119"/>
                    <a:pt x="42020" y="56024"/>
                  </a:cubicBezTo>
                  <a:cubicBezTo>
                    <a:pt x="36305" y="57929"/>
                    <a:pt x="28685" y="59834"/>
                    <a:pt x="25828" y="59834"/>
                  </a:cubicBezTo>
                  <a:cubicBezTo>
                    <a:pt x="23923" y="59834"/>
                    <a:pt x="22970" y="59834"/>
                    <a:pt x="19160" y="56976"/>
                  </a:cubicBezTo>
                  <a:cubicBezTo>
                    <a:pt x="16303" y="54119"/>
                    <a:pt x="13445" y="51261"/>
                    <a:pt x="12493" y="47451"/>
                  </a:cubicBezTo>
                  <a:cubicBezTo>
                    <a:pt x="11540" y="43641"/>
                    <a:pt x="9635" y="39831"/>
                    <a:pt x="9635" y="39831"/>
                  </a:cubicBezTo>
                  <a:cubicBezTo>
                    <a:pt x="9635" y="39831"/>
                    <a:pt x="7730" y="33164"/>
                    <a:pt x="7730" y="30306"/>
                  </a:cubicBezTo>
                  <a:cubicBezTo>
                    <a:pt x="7730" y="28401"/>
                    <a:pt x="2015" y="23639"/>
                    <a:pt x="2015" y="22686"/>
                  </a:cubicBezTo>
                  <a:cubicBezTo>
                    <a:pt x="2015" y="20781"/>
                    <a:pt x="-1795" y="18876"/>
                    <a:pt x="1063" y="16971"/>
                  </a:cubicBezTo>
                  <a:cubicBezTo>
                    <a:pt x="3920" y="15066"/>
                    <a:pt x="14398" y="3636"/>
                    <a:pt x="22018" y="779"/>
                  </a:cubicBezTo>
                  <a:cubicBezTo>
                    <a:pt x="29638" y="-2079"/>
                    <a:pt x="30590" y="3636"/>
                    <a:pt x="30590" y="6494"/>
                  </a:cubicBezTo>
                  <a:cubicBezTo>
                    <a:pt x="30590" y="10304"/>
                    <a:pt x="25828" y="16019"/>
                    <a:pt x="25828" y="16019"/>
                  </a:cubicBezTo>
                  <a:cubicBezTo>
                    <a:pt x="25828" y="16019"/>
                    <a:pt x="30590" y="20781"/>
                    <a:pt x="32495" y="24591"/>
                  </a:cubicBezTo>
                  <a:cubicBezTo>
                    <a:pt x="34400" y="27449"/>
                    <a:pt x="36305" y="29354"/>
                    <a:pt x="35353" y="31259"/>
                  </a:cubicBezTo>
                  <a:cubicBezTo>
                    <a:pt x="34400" y="33164"/>
                    <a:pt x="34400" y="33164"/>
                    <a:pt x="34400" y="33164"/>
                  </a:cubicBezTo>
                  <a:cubicBezTo>
                    <a:pt x="34400" y="33164"/>
                    <a:pt x="50593" y="24591"/>
                    <a:pt x="45830" y="37926"/>
                  </a:cubicBezTo>
                  <a:close/>
                </a:path>
              </a:pathLst>
            </a:custGeom>
            <a:solidFill>
              <a:srgbClr val="629D9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08" name="Freeform: Shape 107"/>
            <p:cNvSpPr/>
            <p:nvPr>
              <p:custDataLst>
                <p:tags r:id="rId39"/>
              </p:custDataLst>
            </p:nvPr>
          </p:nvSpPr>
          <p:spPr>
            <a:xfrm>
              <a:off x="5956480" y="3349942"/>
              <a:ext cx="67249" cy="35983"/>
            </a:xfrm>
            <a:custGeom>
              <a:avLst/>
              <a:gdLst>
                <a:gd name="connsiteX0" fmla="*/ 59509 w 67249"/>
                <a:gd name="connsiteY0" fmla="*/ 34290 h 35983"/>
                <a:gd name="connsiteX1" fmla="*/ 49031 w 67249"/>
                <a:gd name="connsiteY1" fmla="*/ 34290 h 35983"/>
                <a:gd name="connsiteX2" fmla="*/ 31886 w 67249"/>
                <a:gd name="connsiteY2" fmla="*/ 22860 h 35983"/>
                <a:gd name="connsiteX3" fmla="*/ 28076 w 67249"/>
                <a:gd name="connsiteY3" fmla="*/ 17145 h 35983"/>
                <a:gd name="connsiteX4" fmla="*/ 11884 w 67249"/>
                <a:gd name="connsiteY4" fmla="*/ 20002 h 35983"/>
                <a:gd name="connsiteX5" fmla="*/ 454 w 67249"/>
                <a:gd name="connsiteY5" fmla="*/ 14288 h 35983"/>
                <a:gd name="connsiteX6" fmla="*/ 12836 w 67249"/>
                <a:gd name="connsiteY6" fmla="*/ 4763 h 35983"/>
                <a:gd name="connsiteX7" fmla="*/ 31886 w 67249"/>
                <a:gd name="connsiteY7" fmla="*/ 0 h 35983"/>
                <a:gd name="connsiteX8" fmla="*/ 56651 w 67249"/>
                <a:gd name="connsiteY8" fmla="*/ 9525 h 35983"/>
                <a:gd name="connsiteX9" fmla="*/ 59509 w 67249"/>
                <a:gd name="connsiteY9" fmla="*/ 34290 h 3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249" h="35983">
                  <a:moveTo>
                    <a:pt x="59509" y="34290"/>
                  </a:moveTo>
                  <a:cubicBezTo>
                    <a:pt x="59509" y="34290"/>
                    <a:pt x="56651" y="38100"/>
                    <a:pt x="49031" y="34290"/>
                  </a:cubicBezTo>
                  <a:cubicBezTo>
                    <a:pt x="41411" y="31432"/>
                    <a:pt x="32839" y="24765"/>
                    <a:pt x="31886" y="22860"/>
                  </a:cubicBezTo>
                  <a:cubicBezTo>
                    <a:pt x="30934" y="20955"/>
                    <a:pt x="28076" y="17145"/>
                    <a:pt x="28076" y="17145"/>
                  </a:cubicBezTo>
                  <a:cubicBezTo>
                    <a:pt x="28076" y="17145"/>
                    <a:pt x="17599" y="20002"/>
                    <a:pt x="11884" y="20002"/>
                  </a:cubicBezTo>
                  <a:cubicBezTo>
                    <a:pt x="6169" y="20002"/>
                    <a:pt x="3311" y="19050"/>
                    <a:pt x="454" y="14288"/>
                  </a:cubicBezTo>
                  <a:cubicBezTo>
                    <a:pt x="-2404" y="9525"/>
                    <a:pt x="9026" y="5715"/>
                    <a:pt x="12836" y="4763"/>
                  </a:cubicBezTo>
                  <a:cubicBezTo>
                    <a:pt x="16646" y="3810"/>
                    <a:pt x="20456" y="0"/>
                    <a:pt x="31886" y="0"/>
                  </a:cubicBezTo>
                  <a:cubicBezTo>
                    <a:pt x="43316" y="0"/>
                    <a:pt x="53794" y="7620"/>
                    <a:pt x="56651" y="9525"/>
                  </a:cubicBezTo>
                  <a:cubicBezTo>
                    <a:pt x="58556" y="11430"/>
                    <a:pt x="77606" y="26670"/>
                    <a:pt x="59509" y="34290"/>
                  </a:cubicBezTo>
                  <a:close/>
                </a:path>
              </a:pathLst>
            </a:custGeom>
            <a:solidFill>
              <a:srgbClr val="A6C7C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09" name="Freeform: Shape 108"/>
            <p:cNvSpPr/>
            <p:nvPr>
              <p:custDataLst>
                <p:tags r:id="rId40"/>
              </p:custDataLst>
            </p:nvPr>
          </p:nvSpPr>
          <p:spPr>
            <a:xfrm>
              <a:off x="6145473" y="3285172"/>
              <a:ext cx="240238" cy="239077"/>
            </a:xfrm>
            <a:custGeom>
              <a:avLst/>
              <a:gdLst>
                <a:gd name="connsiteX0" fmla="*/ 141026 w 240238"/>
                <a:gd name="connsiteY0" fmla="*/ 0 h 239077"/>
                <a:gd name="connsiteX1" fmla="*/ 127691 w 240238"/>
                <a:gd name="connsiteY1" fmla="*/ 85725 h 239077"/>
                <a:gd name="connsiteX2" fmla="*/ 110546 w 240238"/>
                <a:gd name="connsiteY2" fmla="*/ 113347 h 239077"/>
                <a:gd name="connsiteX3" fmla="*/ 103878 w 240238"/>
                <a:gd name="connsiteY3" fmla="*/ 122872 h 239077"/>
                <a:gd name="connsiteX4" fmla="*/ 71493 w 240238"/>
                <a:gd name="connsiteY4" fmla="*/ 140970 h 239077"/>
                <a:gd name="connsiteX5" fmla="*/ 33393 w 240238"/>
                <a:gd name="connsiteY5" fmla="*/ 171450 h 239077"/>
                <a:gd name="connsiteX6" fmla="*/ 18153 w 240238"/>
                <a:gd name="connsiteY6" fmla="*/ 177165 h 239077"/>
                <a:gd name="connsiteX7" fmla="*/ 56 w 240238"/>
                <a:gd name="connsiteY7" fmla="*/ 209550 h 239077"/>
                <a:gd name="connsiteX8" fmla="*/ 26726 w 240238"/>
                <a:gd name="connsiteY8" fmla="*/ 218123 h 239077"/>
                <a:gd name="connsiteX9" fmla="*/ 65778 w 240238"/>
                <a:gd name="connsiteY9" fmla="*/ 224790 h 239077"/>
                <a:gd name="connsiteX10" fmla="*/ 93401 w 240238"/>
                <a:gd name="connsiteY10" fmla="*/ 233363 h 239077"/>
                <a:gd name="connsiteX11" fmla="*/ 104831 w 240238"/>
                <a:gd name="connsiteY11" fmla="*/ 239077 h 239077"/>
                <a:gd name="connsiteX12" fmla="*/ 112451 w 240238"/>
                <a:gd name="connsiteY12" fmla="*/ 237173 h 239077"/>
                <a:gd name="connsiteX13" fmla="*/ 132453 w 240238"/>
                <a:gd name="connsiteY13" fmla="*/ 231457 h 239077"/>
                <a:gd name="connsiteX14" fmla="*/ 148646 w 240238"/>
                <a:gd name="connsiteY14" fmla="*/ 224790 h 239077"/>
                <a:gd name="connsiteX15" fmla="*/ 193413 w 240238"/>
                <a:gd name="connsiteY15" fmla="*/ 217170 h 239077"/>
                <a:gd name="connsiteX16" fmla="*/ 212463 w 240238"/>
                <a:gd name="connsiteY16" fmla="*/ 215265 h 239077"/>
                <a:gd name="connsiteX17" fmla="*/ 219131 w 240238"/>
                <a:gd name="connsiteY17" fmla="*/ 209550 h 239077"/>
                <a:gd name="connsiteX18" fmla="*/ 234371 w 240238"/>
                <a:gd name="connsiteY18" fmla="*/ 189548 h 239077"/>
                <a:gd name="connsiteX19" fmla="*/ 240086 w 240238"/>
                <a:gd name="connsiteY19" fmla="*/ 174307 h 239077"/>
                <a:gd name="connsiteX20" fmla="*/ 237228 w 240238"/>
                <a:gd name="connsiteY20" fmla="*/ 152400 h 239077"/>
                <a:gd name="connsiteX21" fmla="*/ 240086 w 240238"/>
                <a:gd name="connsiteY21" fmla="*/ 132398 h 239077"/>
                <a:gd name="connsiteX22" fmla="*/ 236276 w 240238"/>
                <a:gd name="connsiteY22" fmla="*/ 102870 h 239077"/>
                <a:gd name="connsiteX23" fmla="*/ 141026 w 240238"/>
                <a:gd name="connsiteY23" fmla="*/ 0 h 239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0238" h="239077">
                  <a:moveTo>
                    <a:pt x="141026" y="0"/>
                  </a:moveTo>
                  <a:cubicBezTo>
                    <a:pt x="141026" y="0"/>
                    <a:pt x="136263" y="77152"/>
                    <a:pt x="127691" y="85725"/>
                  </a:cubicBezTo>
                  <a:cubicBezTo>
                    <a:pt x="119118" y="94297"/>
                    <a:pt x="110546" y="113347"/>
                    <a:pt x="110546" y="113347"/>
                  </a:cubicBezTo>
                  <a:lnTo>
                    <a:pt x="103878" y="122872"/>
                  </a:lnTo>
                  <a:cubicBezTo>
                    <a:pt x="103878" y="122872"/>
                    <a:pt x="77208" y="141923"/>
                    <a:pt x="71493" y="140970"/>
                  </a:cubicBezTo>
                  <a:cubicBezTo>
                    <a:pt x="65778" y="140017"/>
                    <a:pt x="36251" y="156210"/>
                    <a:pt x="33393" y="171450"/>
                  </a:cubicBezTo>
                  <a:cubicBezTo>
                    <a:pt x="31488" y="186690"/>
                    <a:pt x="18153" y="177165"/>
                    <a:pt x="18153" y="177165"/>
                  </a:cubicBezTo>
                  <a:cubicBezTo>
                    <a:pt x="10533" y="184785"/>
                    <a:pt x="-897" y="198120"/>
                    <a:pt x="56" y="209550"/>
                  </a:cubicBezTo>
                  <a:cubicBezTo>
                    <a:pt x="56" y="220027"/>
                    <a:pt x="19106" y="217170"/>
                    <a:pt x="26726" y="218123"/>
                  </a:cubicBezTo>
                  <a:cubicBezTo>
                    <a:pt x="40061" y="220027"/>
                    <a:pt x="52443" y="221932"/>
                    <a:pt x="65778" y="224790"/>
                  </a:cubicBezTo>
                  <a:cubicBezTo>
                    <a:pt x="75303" y="226695"/>
                    <a:pt x="85781" y="228600"/>
                    <a:pt x="93401" y="233363"/>
                  </a:cubicBezTo>
                  <a:cubicBezTo>
                    <a:pt x="97211" y="235267"/>
                    <a:pt x="101021" y="239077"/>
                    <a:pt x="104831" y="239077"/>
                  </a:cubicBezTo>
                  <a:cubicBezTo>
                    <a:pt x="107688" y="239077"/>
                    <a:pt x="110546" y="238125"/>
                    <a:pt x="112451" y="237173"/>
                  </a:cubicBezTo>
                  <a:cubicBezTo>
                    <a:pt x="119118" y="235267"/>
                    <a:pt x="125786" y="233363"/>
                    <a:pt x="132453" y="231457"/>
                  </a:cubicBezTo>
                  <a:cubicBezTo>
                    <a:pt x="138168" y="229552"/>
                    <a:pt x="142931" y="226695"/>
                    <a:pt x="148646" y="224790"/>
                  </a:cubicBezTo>
                  <a:cubicBezTo>
                    <a:pt x="162933" y="219075"/>
                    <a:pt x="178173" y="216217"/>
                    <a:pt x="193413" y="217170"/>
                  </a:cubicBezTo>
                  <a:cubicBezTo>
                    <a:pt x="200081" y="217170"/>
                    <a:pt x="206748" y="218123"/>
                    <a:pt x="212463" y="215265"/>
                  </a:cubicBezTo>
                  <a:cubicBezTo>
                    <a:pt x="215321" y="214313"/>
                    <a:pt x="217226" y="211455"/>
                    <a:pt x="219131" y="209550"/>
                  </a:cubicBezTo>
                  <a:cubicBezTo>
                    <a:pt x="224846" y="202882"/>
                    <a:pt x="229608" y="196215"/>
                    <a:pt x="234371" y="189548"/>
                  </a:cubicBezTo>
                  <a:cubicBezTo>
                    <a:pt x="237228" y="184785"/>
                    <a:pt x="240086" y="180023"/>
                    <a:pt x="240086" y="174307"/>
                  </a:cubicBezTo>
                  <a:cubicBezTo>
                    <a:pt x="241038" y="166688"/>
                    <a:pt x="237228" y="160020"/>
                    <a:pt x="237228" y="152400"/>
                  </a:cubicBezTo>
                  <a:cubicBezTo>
                    <a:pt x="237228" y="145732"/>
                    <a:pt x="240086" y="140017"/>
                    <a:pt x="240086" y="132398"/>
                  </a:cubicBezTo>
                  <a:cubicBezTo>
                    <a:pt x="240086" y="122872"/>
                    <a:pt x="239133" y="112395"/>
                    <a:pt x="236276" y="102870"/>
                  </a:cubicBezTo>
                  <a:lnTo>
                    <a:pt x="141026" y="0"/>
                  </a:lnTo>
                  <a:close/>
                </a:path>
              </a:pathLst>
            </a:custGeom>
            <a:solidFill>
              <a:srgbClr val="C6D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10" name="Freeform: Shape 109"/>
            <p:cNvSpPr/>
            <p:nvPr>
              <p:custDataLst>
                <p:tags r:id="rId41"/>
              </p:custDataLst>
            </p:nvPr>
          </p:nvSpPr>
          <p:spPr>
            <a:xfrm>
              <a:off x="6231959" y="3227598"/>
              <a:ext cx="172512" cy="264389"/>
            </a:xfrm>
            <a:custGeom>
              <a:avLst/>
              <a:gdLst>
                <a:gd name="connsiteX0" fmla="*/ 170745 w 172512"/>
                <a:gd name="connsiteY0" fmla="*/ 124249 h 264389"/>
                <a:gd name="connsiteX1" fmla="*/ 149790 w 172512"/>
                <a:gd name="connsiteY1" fmla="*/ 198544 h 264389"/>
                <a:gd name="connsiteX2" fmla="*/ 100260 w 172512"/>
                <a:gd name="connsiteY2" fmla="*/ 237596 h 264389"/>
                <a:gd name="connsiteX3" fmla="*/ 32633 w 172512"/>
                <a:gd name="connsiteY3" fmla="*/ 261409 h 264389"/>
                <a:gd name="connsiteX4" fmla="*/ 8820 w 172512"/>
                <a:gd name="connsiteY4" fmla="*/ 253789 h 264389"/>
                <a:gd name="connsiteX5" fmla="*/ 6915 w 172512"/>
                <a:gd name="connsiteY5" fmla="*/ 249979 h 264389"/>
                <a:gd name="connsiteX6" fmla="*/ 248 w 172512"/>
                <a:gd name="connsiteY6" fmla="*/ 227119 h 264389"/>
                <a:gd name="connsiteX7" fmla="*/ 4058 w 172512"/>
                <a:gd name="connsiteY7" fmla="*/ 212831 h 264389"/>
                <a:gd name="connsiteX8" fmla="*/ 8820 w 172512"/>
                <a:gd name="connsiteY8" fmla="*/ 208069 h 264389"/>
                <a:gd name="connsiteX9" fmla="*/ 25013 w 172512"/>
                <a:gd name="connsiteY9" fmla="*/ 197591 h 264389"/>
                <a:gd name="connsiteX10" fmla="*/ 63113 w 172512"/>
                <a:gd name="connsiteY10" fmla="*/ 175684 h 264389"/>
                <a:gd name="connsiteX11" fmla="*/ 77400 w 172512"/>
                <a:gd name="connsiteY11" fmla="*/ 165206 h 264389"/>
                <a:gd name="connsiteX12" fmla="*/ 78353 w 172512"/>
                <a:gd name="connsiteY12" fmla="*/ 159491 h 264389"/>
                <a:gd name="connsiteX13" fmla="*/ 67875 w 172512"/>
                <a:gd name="connsiteY13" fmla="*/ 116629 h 264389"/>
                <a:gd name="connsiteX14" fmla="*/ 67875 w 172512"/>
                <a:gd name="connsiteY14" fmla="*/ 116629 h 264389"/>
                <a:gd name="connsiteX15" fmla="*/ 57398 w 172512"/>
                <a:gd name="connsiteY15" fmla="*/ 49954 h 264389"/>
                <a:gd name="connsiteX16" fmla="*/ 93593 w 172512"/>
                <a:gd name="connsiteY16" fmla="*/ 1376 h 264389"/>
                <a:gd name="connsiteX17" fmla="*/ 155505 w 172512"/>
                <a:gd name="connsiteY17" fmla="*/ 32809 h 264389"/>
                <a:gd name="connsiteX18" fmla="*/ 163125 w 172512"/>
                <a:gd name="connsiteY18" fmla="*/ 87101 h 264389"/>
                <a:gd name="connsiteX19" fmla="*/ 170745 w 172512"/>
                <a:gd name="connsiteY19" fmla="*/ 124249 h 26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2512" h="264389">
                  <a:moveTo>
                    <a:pt x="170745" y="124249"/>
                  </a:moveTo>
                  <a:cubicBezTo>
                    <a:pt x="177413" y="153776"/>
                    <a:pt x="164078" y="179494"/>
                    <a:pt x="149790" y="198544"/>
                  </a:cubicBezTo>
                  <a:cubicBezTo>
                    <a:pt x="144075" y="206164"/>
                    <a:pt x="122168" y="225214"/>
                    <a:pt x="100260" y="237596"/>
                  </a:cubicBezTo>
                  <a:cubicBezTo>
                    <a:pt x="79305" y="249026"/>
                    <a:pt x="39300" y="259504"/>
                    <a:pt x="32633" y="261409"/>
                  </a:cubicBezTo>
                  <a:cubicBezTo>
                    <a:pt x="26918" y="263314"/>
                    <a:pt x="19298" y="269981"/>
                    <a:pt x="8820" y="253789"/>
                  </a:cubicBezTo>
                  <a:cubicBezTo>
                    <a:pt x="7868" y="252836"/>
                    <a:pt x="7868" y="251884"/>
                    <a:pt x="6915" y="249979"/>
                  </a:cubicBezTo>
                  <a:cubicBezTo>
                    <a:pt x="3105" y="242359"/>
                    <a:pt x="2153" y="235691"/>
                    <a:pt x="248" y="227119"/>
                  </a:cubicBezTo>
                  <a:cubicBezTo>
                    <a:pt x="-705" y="221404"/>
                    <a:pt x="1200" y="216641"/>
                    <a:pt x="4058" y="212831"/>
                  </a:cubicBezTo>
                  <a:cubicBezTo>
                    <a:pt x="5010" y="210926"/>
                    <a:pt x="6915" y="209974"/>
                    <a:pt x="8820" y="208069"/>
                  </a:cubicBezTo>
                  <a:cubicBezTo>
                    <a:pt x="13583" y="203306"/>
                    <a:pt x="19298" y="200449"/>
                    <a:pt x="25013" y="197591"/>
                  </a:cubicBezTo>
                  <a:cubicBezTo>
                    <a:pt x="37395" y="190924"/>
                    <a:pt x="50730" y="183304"/>
                    <a:pt x="63113" y="175684"/>
                  </a:cubicBezTo>
                  <a:cubicBezTo>
                    <a:pt x="68828" y="171874"/>
                    <a:pt x="72638" y="169969"/>
                    <a:pt x="77400" y="165206"/>
                  </a:cubicBezTo>
                  <a:cubicBezTo>
                    <a:pt x="79305" y="163301"/>
                    <a:pt x="79305" y="162349"/>
                    <a:pt x="78353" y="159491"/>
                  </a:cubicBezTo>
                  <a:cubicBezTo>
                    <a:pt x="74543" y="145204"/>
                    <a:pt x="72638" y="130916"/>
                    <a:pt x="67875" y="116629"/>
                  </a:cubicBezTo>
                  <a:cubicBezTo>
                    <a:pt x="67875" y="116629"/>
                    <a:pt x="67875" y="116629"/>
                    <a:pt x="67875" y="116629"/>
                  </a:cubicBezTo>
                  <a:cubicBezTo>
                    <a:pt x="65018" y="108056"/>
                    <a:pt x="54540" y="73766"/>
                    <a:pt x="57398" y="49954"/>
                  </a:cubicBezTo>
                  <a:cubicBezTo>
                    <a:pt x="60255" y="26141"/>
                    <a:pt x="73590" y="-7196"/>
                    <a:pt x="93593" y="1376"/>
                  </a:cubicBezTo>
                  <a:cubicBezTo>
                    <a:pt x="113595" y="9949"/>
                    <a:pt x="151695" y="25189"/>
                    <a:pt x="155505" y="32809"/>
                  </a:cubicBezTo>
                  <a:cubicBezTo>
                    <a:pt x="157410" y="37571"/>
                    <a:pt x="160268" y="62336"/>
                    <a:pt x="163125" y="87101"/>
                  </a:cubicBezTo>
                  <a:cubicBezTo>
                    <a:pt x="166935" y="100436"/>
                    <a:pt x="168840" y="113771"/>
                    <a:pt x="170745" y="124249"/>
                  </a:cubicBezTo>
                  <a:close/>
                </a:path>
              </a:pathLst>
            </a:custGeom>
            <a:solidFill>
              <a:srgbClr val="D3E4E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11" name="Freeform: Shape 110"/>
            <p:cNvSpPr/>
            <p:nvPr>
              <p:custDataLst>
                <p:tags r:id="rId42"/>
              </p:custDataLst>
            </p:nvPr>
          </p:nvSpPr>
          <p:spPr>
            <a:xfrm>
              <a:off x="6242684" y="3228519"/>
              <a:ext cx="163692" cy="264421"/>
            </a:xfrm>
            <a:custGeom>
              <a:avLst/>
              <a:gdLst>
                <a:gd name="connsiteX0" fmla="*/ 155257 w 163692"/>
                <a:gd name="connsiteY0" fmla="*/ 96657 h 264421"/>
                <a:gd name="connsiteX1" fmla="*/ 155257 w 163692"/>
                <a:gd name="connsiteY1" fmla="*/ 96657 h 264421"/>
                <a:gd name="connsiteX2" fmla="*/ 154305 w 163692"/>
                <a:gd name="connsiteY2" fmla="*/ 87132 h 264421"/>
                <a:gd name="connsiteX3" fmla="*/ 154305 w 163692"/>
                <a:gd name="connsiteY3" fmla="*/ 87132 h 264421"/>
                <a:gd name="connsiteX4" fmla="*/ 145732 w 163692"/>
                <a:gd name="connsiteY4" fmla="*/ 32840 h 264421"/>
                <a:gd name="connsiteX5" fmla="*/ 83820 w 163692"/>
                <a:gd name="connsiteY5" fmla="*/ 1407 h 264421"/>
                <a:gd name="connsiteX6" fmla="*/ 47625 w 163692"/>
                <a:gd name="connsiteY6" fmla="*/ 49985 h 264421"/>
                <a:gd name="connsiteX7" fmla="*/ 58102 w 163692"/>
                <a:gd name="connsiteY7" fmla="*/ 116660 h 264421"/>
                <a:gd name="connsiteX8" fmla="*/ 58102 w 163692"/>
                <a:gd name="connsiteY8" fmla="*/ 116660 h 264421"/>
                <a:gd name="connsiteX9" fmla="*/ 60960 w 163692"/>
                <a:gd name="connsiteY9" fmla="*/ 123327 h 264421"/>
                <a:gd name="connsiteX10" fmla="*/ 140017 w 163692"/>
                <a:gd name="connsiteY10" fmla="*/ 111897 h 264421"/>
                <a:gd name="connsiteX11" fmla="*/ 142875 w 163692"/>
                <a:gd name="connsiteY11" fmla="*/ 109992 h 264421"/>
                <a:gd name="connsiteX12" fmla="*/ 142875 w 163692"/>
                <a:gd name="connsiteY12" fmla="*/ 162380 h 264421"/>
                <a:gd name="connsiteX13" fmla="*/ 8572 w 163692"/>
                <a:gd name="connsiteY13" fmla="*/ 252867 h 264421"/>
                <a:gd name="connsiteX14" fmla="*/ 0 w 163692"/>
                <a:gd name="connsiteY14" fmla="*/ 253820 h 264421"/>
                <a:gd name="connsiteX15" fmla="*/ 23813 w 163692"/>
                <a:gd name="connsiteY15" fmla="*/ 261440 h 264421"/>
                <a:gd name="connsiteX16" fmla="*/ 91440 w 163692"/>
                <a:gd name="connsiteY16" fmla="*/ 237627 h 264421"/>
                <a:gd name="connsiteX17" fmla="*/ 140970 w 163692"/>
                <a:gd name="connsiteY17" fmla="*/ 198575 h 264421"/>
                <a:gd name="connsiteX18" fmla="*/ 161925 w 163692"/>
                <a:gd name="connsiteY18" fmla="*/ 124280 h 264421"/>
                <a:gd name="connsiteX19" fmla="*/ 155257 w 163692"/>
                <a:gd name="connsiteY19" fmla="*/ 96657 h 264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3692" h="264421">
                  <a:moveTo>
                    <a:pt x="155257" y="96657"/>
                  </a:moveTo>
                  <a:cubicBezTo>
                    <a:pt x="155257" y="96657"/>
                    <a:pt x="155257" y="96657"/>
                    <a:pt x="155257" y="96657"/>
                  </a:cubicBezTo>
                  <a:cubicBezTo>
                    <a:pt x="154305" y="92847"/>
                    <a:pt x="154305" y="89990"/>
                    <a:pt x="154305" y="87132"/>
                  </a:cubicBezTo>
                  <a:lnTo>
                    <a:pt x="154305" y="87132"/>
                  </a:lnTo>
                  <a:cubicBezTo>
                    <a:pt x="151448" y="62367"/>
                    <a:pt x="148590" y="37602"/>
                    <a:pt x="145732" y="32840"/>
                  </a:cubicBezTo>
                  <a:cubicBezTo>
                    <a:pt x="141923" y="25220"/>
                    <a:pt x="103823" y="9980"/>
                    <a:pt x="83820" y="1407"/>
                  </a:cubicBezTo>
                  <a:cubicBezTo>
                    <a:pt x="63817" y="-7165"/>
                    <a:pt x="49530" y="25220"/>
                    <a:pt x="47625" y="49985"/>
                  </a:cubicBezTo>
                  <a:cubicBezTo>
                    <a:pt x="44767" y="73797"/>
                    <a:pt x="55245" y="108087"/>
                    <a:pt x="58102" y="116660"/>
                  </a:cubicBezTo>
                  <a:cubicBezTo>
                    <a:pt x="58102" y="116660"/>
                    <a:pt x="58102" y="116660"/>
                    <a:pt x="58102" y="116660"/>
                  </a:cubicBezTo>
                  <a:cubicBezTo>
                    <a:pt x="59055" y="118565"/>
                    <a:pt x="60007" y="121422"/>
                    <a:pt x="60960" y="123327"/>
                  </a:cubicBezTo>
                  <a:cubicBezTo>
                    <a:pt x="89535" y="129995"/>
                    <a:pt x="120015" y="122375"/>
                    <a:pt x="140017" y="111897"/>
                  </a:cubicBezTo>
                  <a:cubicBezTo>
                    <a:pt x="140970" y="110945"/>
                    <a:pt x="141923" y="110945"/>
                    <a:pt x="142875" y="109992"/>
                  </a:cubicBezTo>
                  <a:cubicBezTo>
                    <a:pt x="144780" y="116660"/>
                    <a:pt x="149542" y="141425"/>
                    <a:pt x="142875" y="162380"/>
                  </a:cubicBezTo>
                  <a:cubicBezTo>
                    <a:pt x="134302" y="187145"/>
                    <a:pt x="97155" y="240485"/>
                    <a:pt x="8572" y="252867"/>
                  </a:cubicBezTo>
                  <a:cubicBezTo>
                    <a:pt x="5715" y="252867"/>
                    <a:pt x="2857" y="253820"/>
                    <a:pt x="0" y="253820"/>
                  </a:cubicBezTo>
                  <a:cubicBezTo>
                    <a:pt x="10477" y="270012"/>
                    <a:pt x="17145" y="263345"/>
                    <a:pt x="23813" y="261440"/>
                  </a:cubicBezTo>
                  <a:cubicBezTo>
                    <a:pt x="30480" y="259535"/>
                    <a:pt x="70485" y="249057"/>
                    <a:pt x="91440" y="237627"/>
                  </a:cubicBezTo>
                  <a:cubicBezTo>
                    <a:pt x="112395" y="226197"/>
                    <a:pt x="135255" y="206195"/>
                    <a:pt x="140970" y="198575"/>
                  </a:cubicBezTo>
                  <a:cubicBezTo>
                    <a:pt x="155257" y="179525"/>
                    <a:pt x="168592" y="153807"/>
                    <a:pt x="161925" y="124280"/>
                  </a:cubicBezTo>
                  <a:cubicBezTo>
                    <a:pt x="158115" y="115707"/>
                    <a:pt x="157163" y="106182"/>
                    <a:pt x="155257" y="96657"/>
                  </a:cubicBezTo>
                  <a:close/>
                </a:path>
              </a:pathLst>
            </a:custGeom>
            <a:solidFill>
              <a:srgbClr val="C6D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12" name="Freeform: Shape 111"/>
            <p:cNvSpPr/>
            <p:nvPr>
              <p:custDataLst>
                <p:tags r:id="rId43"/>
              </p:custDataLst>
            </p:nvPr>
          </p:nvSpPr>
          <p:spPr>
            <a:xfrm>
              <a:off x="6175918" y="3446640"/>
              <a:ext cx="81263" cy="68083"/>
            </a:xfrm>
            <a:custGeom>
              <a:avLst/>
              <a:gdLst>
                <a:gd name="connsiteX0" fmla="*/ 81054 w 81263"/>
                <a:gd name="connsiteY0" fmla="*/ 37604 h 68083"/>
                <a:gd name="connsiteX1" fmla="*/ 62956 w 81263"/>
                <a:gd name="connsiteY1" fmla="*/ 54749 h 68083"/>
                <a:gd name="connsiteX2" fmla="*/ 36286 w 81263"/>
                <a:gd name="connsiteY2" fmla="*/ 68084 h 68083"/>
                <a:gd name="connsiteX3" fmla="*/ 24856 w 81263"/>
                <a:gd name="connsiteY3" fmla="*/ 62369 h 68083"/>
                <a:gd name="connsiteX4" fmla="*/ 18188 w 81263"/>
                <a:gd name="connsiteY4" fmla="*/ 57606 h 68083"/>
                <a:gd name="connsiteX5" fmla="*/ 13426 w 81263"/>
                <a:gd name="connsiteY5" fmla="*/ 49034 h 68083"/>
                <a:gd name="connsiteX6" fmla="*/ 5806 w 81263"/>
                <a:gd name="connsiteY6" fmla="*/ 44271 h 68083"/>
                <a:gd name="connsiteX7" fmla="*/ 5806 w 81263"/>
                <a:gd name="connsiteY7" fmla="*/ 36651 h 68083"/>
                <a:gd name="connsiteX8" fmla="*/ 91 w 81263"/>
                <a:gd name="connsiteY8" fmla="*/ 27126 h 68083"/>
                <a:gd name="connsiteX9" fmla="*/ 13426 w 81263"/>
                <a:gd name="connsiteY9" fmla="*/ 10934 h 68083"/>
                <a:gd name="connsiteX10" fmla="*/ 62004 w 81263"/>
                <a:gd name="connsiteY10" fmla="*/ 456 h 68083"/>
                <a:gd name="connsiteX11" fmla="*/ 81054 w 81263"/>
                <a:gd name="connsiteY11" fmla="*/ 37604 h 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1263" h="68083">
                  <a:moveTo>
                    <a:pt x="81054" y="37604"/>
                  </a:moveTo>
                  <a:cubicBezTo>
                    <a:pt x="81054" y="37604"/>
                    <a:pt x="72481" y="49986"/>
                    <a:pt x="62956" y="54749"/>
                  </a:cubicBezTo>
                  <a:cubicBezTo>
                    <a:pt x="53431" y="59511"/>
                    <a:pt x="42001" y="68084"/>
                    <a:pt x="36286" y="68084"/>
                  </a:cubicBezTo>
                  <a:cubicBezTo>
                    <a:pt x="30571" y="68084"/>
                    <a:pt x="24856" y="62369"/>
                    <a:pt x="24856" y="62369"/>
                  </a:cubicBezTo>
                  <a:cubicBezTo>
                    <a:pt x="24856" y="62369"/>
                    <a:pt x="20093" y="60463"/>
                    <a:pt x="18188" y="57606"/>
                  </a:cubicBezTo>
                  <a:cubicBezTo>
                    <a:pt x="15331" y="54749"/>
                    <a:pt x="13426" y="49034"/>
                    <a:pt x="13426" y="49034"/>
                  </a:cubicBezTo>
                  <a:cubicBezTo>
                    <a:pt x="13426" y="49034"/>
                    <a:pt x="7711" y="48081"/>
                    <a:pt x="5806" y="44271"/>
                  </a:cubicBezTo>
                  <a:cubicBezTo>
                    <a:pt x="3901" y="40461"/>
                    <a:pt x="5806" y="36651"/>
                    <a:pt x="5806" y="36651"/>
                  </a:cubicBezTo>
                  <a:cubicBezTo>
                    <a:pt x="5806" y="36651"/>
                    <a:pt x="1043" y="29031"/>
                    <a:pt x="91" y="27126"/>
                  </a:cubicBezTo>
                  <a:cubicBezTo>
                    <a:pt x="-862" y="25221"/>
                    <a:pt x="5806" y="12838"/>
                    <a:pt x="13426" y="10934"/>
                  </a:cubicBezTo>
                  <a:cubicBezTo>
                    <a:pt x="21046" y="9029"/>
                    <a:pt x="53431" y="-2401"/>
                    <a:pt x="62004" y="456"/>
                  </a:cubicBezTo>
                  <a:cubicBezTo>
                    <a:pt x="71529" y="1409"/>
                    <a:pt x="82958" y="31888"/>
                    <a:pt x="81054" y="37604"/>
                  </a:cubicBezTo>
                  <a:close/>
                </a:path>
              </a:pathLst>
            </a:custGeom>
            <a:solidFill>
              <a:srgbClr val="78AAA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13" name="Freeform: Shape 112"/>
            <p:cNvSpPr/>
            <p:nvPr>
              <p:custDataLst>
                <p:tags r:id="rId44"/>
              </p:custDataLst>
            </p:nvPr>
          </p:nvSpPr>
          <p:spPr>
            <a:xfrm>
              <a:off x="6167256" y="3445191"/>
              <a:ext cx="59987" cy="22290"/>
            </a:xfrm>
            <a:custGeom>
              <a:avLst/>
              <a:gdLst>
                <a:gd name="connsiteX0" fmla="*/ 42091 w 59987"/>
                <a:gd name="connsiteY0" fmla="*/ 6668 h 22290"/>
                <a:gd name="connsiteX1" fmla="*/ 20183 w 59987"/>
                <a:gd name="connsiteY1" fmla="*/ 16193 h 22290"/>
                <a:gd name="connsiteX2" fmla="*/ 7800 w 59987"/>
                <a:gd name="connsiteY2" fmla="*/ 21908 h 22290"/>
                <a:gd name="connsiteX3" fmla="*/ 180 w 59987"/>
                <a:gd name="connsiteY3" fmla="*/ 15240 h 22290"/>
                <a:gd name="connsiteX4" fmla="*/ 12563 w 59987"/>
                <a:gd name="connsiteY4" fmla="*/ 11430 h 22290"/>
                <a:gd name="connsiteX5" fmla="*/ 34470 w 59987"/>
                <a:gd name="connsiteY5" fmla="*/ 2858 h 22290"/>
                <a:gd name="connsiteX6" fmla="*/ 59236 w 59987"/>
                <a:gd name="connsiteY6" fmla="*/ 0 h 22290"/>
                <a:gd name="connsiteX7" fmla="*/ 42091 w 59987"/>
                <a:gd name="connsiteY7" fmla="*/ 6668 h 22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987" h="22290">
                  <a:moveTo>
                    <a:pt x="42091" y="6668"/>
                  </a:moveTo>
                  <a:cubicBezTo>
                    <a:pt x="42091" y="6668"/>
                    <a:pt x="23041" y="15240"/>
                    <a:pt x="20183" y="16193"/>
                  </a:cubicBezTo>
                  <a:cubicBezTo>
                    <a:pt x="17325" y="18098"/>
                    <a:pt x="13516" y="23813"/>
                    <a:pt x="7800" y="21908"/>
                  </a:cubicBezTo>
                  <a:cubicBezTo>
                    <a:pt x="2086" y="20003"/>
                    <a:pt x="-772" y="20955"/>
                    <a:pt x="180" y="15240"/>
                  </a:cubicBezTo>
                  <a:cubicBezTo>
                    <a:pt x="1133" y="9525"/>
                    <a:pt x="8753" y="13335"/>
                    <a:pt x="12563" y="11430"/>
                  </a:cubicBezTo>
                  <a:cubicBezTo>
                    <a:pt x="16373" y="9525"/>
                    <a:pt x="30661" y="2858"/>
                    <a:pt x="34470" y="2858"/>
                  </a:cubicBezTo>
                  <a:cubicBezTo>
                    <a:pt x="38280" y="2858"/>
                    <a:pt x="55425" y="0"/>
                    <a:pt x="59236" y="0"/>
                  </a:cubicBezTo>
                  <a:cubicBezTo>
                    <a:pt x="63045" y="953"/>
                    <a:pt x="51616" y="6668"/>
                    <a:pt x="42091" y="6668"/>
                  </a:cubicBezTo>
                  <a:close/>
                </a:path>
              </a:pathLst>
            </a:custGeom>
            <a:solidFill>
              <a:srgbClr val="8DB7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14" name="Freeform: Shape 113"/>
            <p:cNvSpPr/>
            <p:nvPr>
              <p:custDataLst>
                <p:tags r:id="rId45"/>
              </p:custDataLst>
            </p:nvPr>
          </p:nvSpPr>
          <p:spPr>
            <a:xfrm>
              <a:off x="6153890" y="3070039"/>
              <a:ext cx="111654" cy="173222"/>
            </a:xfrm>
            <a:custGeom>
              <a:avLst/>
              <a:gdLst>
                <a:gd name="connsiteX0" fmla="*/ 102129 w 111654"/>
                <a:gd name="connsiteY0" fmla="*/ 127503 h 173222"/>
                <a:gd name="connsiteX1" fmla="*/ 100224 w 111654"/>
                <a:gd name="connsiteY1" fmla="*/ 99880 h 173222"/>
                <a:gd name="connsiteX2" fmla="*/ 111654 w 111654"/>
                <a:gd name="connsiteY2" fmla="*/ 50350 h 173222"/>
                <a:gd name="connsiteX3" fmla="*/ 85937 w 111654"/>
                <a:gd name="connsiteY3" fmla="*/ 8440 h 173222"/>
                <a:gd name="connsiteX4" fmla="*/ 38312 w 111654"/>
                <a:gd name="connsiteY4" fmla="*/ 3678 h 173222"/>
                <a:gd name="connsiteX5" fmla="*/ 2117 w 111654"/>
                <a:gd name="connsiteY5" fmla="*/ 37968 h 173222"/>
                <a:gd name="connsiteX6" fmla="*/ 2117 w 111654"/>
                <a:gd name="connsiteY6" fmla="*/ 57018 h 173222"/>
                <a:gd name="connsiteX7" fmla="*/ 3069 w 111654"/>
                <a:gd name="connsiteY7" fmla="*/ 86545 h 173222"/>
                <a:gd name="connsiteX8" fmla="*/ 8784 w 111654"/>
                <a:gd name="connsiteY8" fmla="*/ 99880 h 173222"/>
                <a:gd name="connsiteX9" fmla="*/ 28787 w 111654"/>
                <a:gd name="connsiteY9" fmla="*/ 157030 h 173222"/>
                <a:gd name="connsiteX10" fmla="*/ 43074 w 111654"/>
                <a:gd name="connsiteY10" fmla="*/ 160840 h 173222"/>
                <a:gd name="connsiteX11" fmla="*/ 46884 w 111654"/>
                <a:gd name="connsiteY11" fmla="*/ 173223 h 173222"/>
                <a:gd name="connsiteX12" fmla="*/ 72602 w 111654"/>
                <a:gd name="connsiteY12" fmla="*/ 163698 h 173222"/>
                <a:gd name="connsiteX13" fmla="*/ 102129 w 111654"/>
                <a:gd name="connsiteY13" fmla="*/ 127503 h 173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1654" h="173222">
                  <a:moveTo>
                    <a:pt x="102129" y="127503"/>
                  </a:moveTo>
                  <a:cubicBezTo>
                    <a:pt x="102129" y="127503"/>
                    <a:pt x="95462" y="110358"/>
                    <a:pt x="100224" y="99880"/>
                  </a:cubicBezTo>
                  <a:cubicBezTo>
                    <a:pt x="104034" y="89403"/>
                    <a:pt x="111654" y="90355"/>
                    <a:pt x="111654" y="50350"/>
                  </a:cubicBezTo>
                  <a:cubicBezTo>
                    <a:pt x="110702" y="11298"/>
                    <a:pt x="85937" y="8440"/>
                    <a:pt x="85937" y="8440"/>
                  </a:cubicBezTo>
                  <a:cubicBezTo>
                    <a:pt x="85937" y="8440"/>
                    <a:pt x="64982" y="-6800"/>
                    <a:pt x="38312" y="3678"/>
                  </a:cubicBezTo>
                  <a:cubicBezTo>
                    <a:pt x="11642" y="14155"/>
                    <a:pt x="6879" y="27490"/>
                    <a:pt x="2117" y="37968"/>
                  </a:cubicBezTo>
                  <a:cubicBezTo>
                    <a:pt x="-2646" y="49398"/>
                    <a:pt x="2117" y="57018"/>
                    <a:pt x="2117" y="57018"/>
                  </a:cubicBezTo>
                  <a:cubicBezTo>
                    <a:pt x="2117" y="57018"/>
                    <a:pt x="3069" y="83688"/>
                    <a:pt x="3069" y="86545"/>
                  </a:cubicBezTo>
                  <a:cubicBezTo>
                    <a:pt x="3069" y="88450"/>
                    <a:pt x="7832" y="93213"/>
                    <a:pt x="8784" y="99880"/>
                  </a:cubicBezTo>
                  <a:cubicBezTo>
                    <a:pt x="9737" y="105595"/>
                    <a:pt x="19262" y="152268"/>
                    <a:pt x="28787" y="157030"/>
                  </a:cubicBezTo>
                  <a:cubicBezTo>
                    <a:pt x="37359" y="161793"/>
                    <a:pt x="43074" y="160840"/>
                    <a:pt x="43074" y="160840"/>
                  </a:cubicBezTo>
                  <a:lnTo>
                    <a:pt x="46884" y="173223"/>
                  </a:lnTo>
                  <a:cubicBezTo>
                    <a:pt x="46884" y="173223"/>
                    <a:pt x="64029" y="173223"/>
                    <a:pt x="72602" y="163698"/>
                  </a:cubicBezTo>
                  <a:cubicBezTo>
                    <a:pt x="81174" y="156078"/>
                    <a:pt x="102129" y="135123"/>
                    <a:pt x="102129" y="127503"/>
                  </a:cubicBezTo>
                  <a:close/>
                </a:path>
              </a:pathLst>
            </a:custGeom>
            <a:solidFill>
              <a:srgbClr val="DCEA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grpSp>
          <p:nvGrpSpPr>
            <p:cNvPr id="115" name="Graphic 2"/>
            <p:cNvGrpSpPr/>
            <p:nvPr/>
          </p:nvGrpSpPr>
          <p:grpSpPr>
            <a:xfrm>
              <a:off x="6286854" y="3194367"/>
              <a:ext cx="116281" cy="151273"/>
              <a:chOff x="6286854" y="3194367"/>
              <a:chExt cx="116281" cy="151273"/>
            </a:xfrm>
          </p:grpSpPr>
          <p:sp>
            <p:nvSpPr>
              <p:cNvPr id="116" name="Freeform: Shape 115"/>
              <p:cNvSpPr/>
              <p:nvPr>
                <p:custDataLst>
                  <p:tags r:id="rId89"/>
                </p:custDataLst>
              </p:nvPr>
            </p:nvSpPr>
            <p:spPr>
              <a:xfrm>
                <a:off x="6286854" y="3194367"/>
                <a:ext cx="116281" cy="150494"/>
              </a:xfrm>
              <a:custGeom>
                <a:avLst/>
                <a:gdLst>
                  <a:gd name="connsiteX0" fmla="*/ 114898 w 116281"/>
                  <a:gd name="connsiteY0" fmla="*/ 118427 h 150494"/>
                  <a:gd name="connsiteX1" fmla="*/ 93943 w 116281"/>
                  <a:gd name="connsiteY1" fmla="*/ 136525 h 150494"/>
                  <a:gd name="connsiteX2" fmla="*/ 7265 w 116281"/>
                  <a:gd name="connsiteY2" fmla="*/ 145097 h 150494"/>
                  <a:gd name="connsiteX3" fmla="*/ 17743 w 116281"/>
                  <a:gd name="connsiteY3" fmla="*/ 26988 h 150494"/>
                  <a:gd name="connsiteX4" fmla="*/ 37745 w 116281"/>
                  <a:gd name="connsiteY4" fmla="*/ 8890 h 150494"/>
                  <a:gd name="connsiteX5" fmla="*/ 70130 w 116281"/>
                  <a:gd name="connsiteY5" fmla="*/ 318 h 150494"/>
                  <a:gd name="connsiteX6" fmla="*/ 114898 w 116281"/>
                  <a:gd name="connsiteY6" fmla="*/ 118427 h 15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6280" h="150494">
                    <a:moveTo>
                      <a:pt x="114898" y="118427"/>
                    </a:moveTo>
                    <a:cubicBezTo>
                      <a:pt x="112993" y="124143"/>
                      <a:pt x="105373" y="130810"/>
                      <a:pt x="93943" y="136525"/>
                    </a:cubicBezTo>
                    <a:cubicBezTo>
                      <a:pt x="72035" y="147955"/>
                      <a:pt x="37745" y="156527"/>
                      <a:pt x="7265" y="145097"/>
                    </a:cubicBezTo>
                    <a:cubicBezTo>
                      <a:pt x="598" y="117475"/>
                      <a:pt x="-8927" y="58420"/>
                      <a:pt x="17743" y="26988"/>
                    </a:cubicBezTo>
                    <a:cubicBezTo>
                      <a:pt x="24410" y="19368"/>
                      <a:pt x="31078" y="13652"/>
                      <a:pt x="37745" y="8890"/>
                    </a:cubicBezTo>
                    <a:cubicBezTo>
                      <a:pt x="55843" y="-2540"/>
                      <a:pt x="70130" y="318"/>
                      <a:pt x="70130" y="318"/>
                    </a:cubicBezTo>
                    <a:cubicBezTo>
                      <a:pt x="109183" y="12700"/>
                      <a:pt x="120613" y="103188"/>
                      <a:pt x="114898" y="118427"/>
                    </a:cubicBezTo>
                    <a:close/>
                  </a:path>
                </a:pathLst>
              </a:custGeom>
              <a:solidFill>
                <a:srgbClr val="E3EEE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17" name="Freeform: Shape 116"/>
              <p:cNvSpPr/>
              <p:nvPr>
                <p:custDataLst>
                  <p:tags r:id="rId90"/>
                </p:custDataLst>
              </p:nvPr>
            </p:nvSpPr>
            <p:spPr>
              <a:xfrm>
                <a:off x="6293053" y="3210852"/>
                <a:ext cx="80123" cy="134788"/>
              </a:xfrm>
              <a:custGeom>
                <a:avLst/>
                <a:gdLst>
                  <a:gd name="connsiteX0" fmla="*/ 23926 w 80123"/>
                  <a:gd name="connsiteY0" fmla="*/ 25 h 134788"/>
                  <a:gd name="connsiteX1" fmla="*/ 1066 w 80123"/>
                  <a:gd name="connsiteY1" fmla="*/ 32410 h 134788"/>
                  <a:gd name="connsiteX2" fmla="*/ 23926 w 80123"/>
                  <a:gd name="connsiteY2" fmla="*/ 115277 h 134788"/>
                  <a:gd name="connsiteX3" fmla="*/ 26784 w 80123"/>
                  <a:gd name="connsiteY3" fmla="*/ 134327 h 134788"/>
                  <a:gd name="connsiteX4" fmla="*/ 80124 w 80123"/>
                  <a:gd name="connsiteY4" fmla="*/ 123850 h 134788"/>
                  <a:gd name="connsiteX5" fmla="*/ 64884 w 80123"/>
                  <a:gd name="connsiteY5" fmla="*/ 27647 h 134788"/>
                  <a:gd name="connsiteX6" fmla="*/ 23926 w 80123"/>
                  <a:gd name="connsiteY6" fmla="*/ 25 h 134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0123" h="134788">
                    <a:moveTo>
                      <a:pt x="23926" y="25"/>
                    </a:moveTo>
                    <a:cubicBezTo>
                      <a:pt x="23926" y="25"/>
                      <a:pt x="7734" y="9550"/>
                      <a:pt x="1066" y="32410"/>
                    </a:cubicBezTo>
                    <a:cubicBezTo>
                      <a:pt x="-5601" y="55270"/>
                      <a:pt x="21069" y="95275"/>
                      <a:pt x="23926" y="115277"/>
                    </a:cubicBezTo>
                    <a:cubicBezTo>
                      <a:pt x="26784" y="134327"/>
                      <a:pt x="26784" y="134327"/>
                      <a:pt x="26784" y="134327"/>
                    </a:cubicBezTo>
                    <a:cubicBezTo>
                      <a:pt x="26784" y="134327"/>
                      <a:pt x="57264" y="138137"/>
                      <a:pt x="80124" y="123850"/>
                    </a:cubicBezTo>
                    <a:cubicBezTo>
                      <a:pt x="80124" y="123850"/>
                      <a:pt x="79171" y="56222"/>
                      <a:pt x="64884" y="27647"/>
                    </a:cubicBezTo>
                    <a:cubicBezTo>
                      <a:pt x="49644" y="-1880"/>
                      <a:pt x="23926" y="25"/>
                      <a:pt x="23926" y="25"/>
                    </a:cubicBezTo>
                    <a:close/>
                  </a:path>
                </a:pathLst>
              </a:custGeom>
              <a:solidFill>
                <a:srgbClr val="EBF4F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18" name="Freeform: Shape 117"/>
              <p:cNvSpPr/>
              <p:nvPr>
                <p:custDataLst>
                  <p:tags r:id="rId91"/>
                </p:custDataLst>
              </p:nvPr>
            </p:nvSpPr>
            <p:spPr>
              <a:xfrm>
                <a:off x="6336926" y="3244163"/>
                <a:ext cx="53451" cy="58205"/>
              </a:xfrm>
              <a:custGeom>
                <a:avLst/>
                <a:gdLst>
                  <a:gd name="connsiteX0" fmla="*/ 53396 w 53451"/>
                  <a:gd name="connsiteY0" fmla="*/ 27674 h 58205"/>
                  <a:gd name="connsiteX1" fmla="*/ 28631 w 53451"/>
                  <a:gd name="connsiteY1" fmla="*/ 58154 h 58205"/>
                  <a:gd name="connsiteX2" fmla="*/ 56 w 53451"/>
                  <a:gd name="connsiteY2" fmla="*/ 30531 h 58205"/>
                  <a:gd name="connsiteX3" fmla="*/ 24820 w 53451"/>
                  <a:gd name="connsiteY3" fmla="*/ 51 h 58205"/>
                  <a:gd name="connsiteX4" fmla="*/ 53396 w 53451"/>
                  <a:gd name="connsiteY4" fmla="*/ 27674 h 58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451" h="58204">
                    <a:moveTo>
                      <a:pt x="53396" y="27674"/>
                    </a:moveTo>
                    <a:cubicBezTo>
                      <a:pt x="54348" y="43866"/>
                      <a:pt x="42918" y="57201"/>
                      <a:pt x="28631" y="58154"/>
                    </a:cubicBezTo>
                    <a:cubicBezTo>
                      <a:pt x="14343" y="59106"/>
                      <a:pt x="1008" y="46724"/>
                      <a:pt x="56" y="30531"/>
                    </a:cubicBezTo>
                    <a:cubicBezTo>
                      <a:pt x="-897" y="14339"/>
                      <a:pt x="10533" y="1004"/>
                      <a:pt x="24820" y="51"/>
                    </a:cubicBezTo>
                    <a:cubicBezTo>
                      <a:pt x="39108" y="-901"/>
                      <a:pt x="52443" y="11481"/>
                      <a:pt x="53396" y="27674"/>
                    </a:cubicBezTo>
                    <a:close/>
                  </a:path>
                </a:pathLst>
              </a:custGeom>
              <a:solidFill>
                <a:srgbClr val="62CFF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19" name="Freeform: Shape 118"/>
              <p:cNvSpPr/>
              <p:nvPr>
                <p:custDataLst>
                  <p:tags r:id="rId92"/>
                </p:custDataLst>
              </p:nvPr>
            </p:nvSpPr>
            <p:spPr>
              <a:xfrm>
                <a:off x="6348412" y="3252787"/>
                <a:ext cx="27622" cy="41910"/>
              </a:xfrm>
              <a:custGeom>
                <a:avLst/>
                <a:gdLst>
                  <a:gd name="connsiteX0" fmla="*/ 27623 w 27622"/>
                  <a:gd name="connsiteY0" fmla="*/ 0 h 41910"/>
                  <a:gd name="connsiteX1" fmla="*/ 0 w 27622"/>
                  <a:gd name="connsiteY1" fmla="*/ 28575 h 41910"/>
                  <a:gd name="connsiteX2" fmla="*/ 13335 w 27622"/>
                  <a:gd name="connsiteY2" fmla="*/ 27623 h 41910"/>
                  <a:gd name="connsiteX3" fmla="*/ 15240 w 27622"/>
                  <a:gd name="connsiteY3" fmla="*/ 41910 h 41910"/>
                  <a:gd name="connsiteX4" fmla="*/ 27623 w 27622"/>
                  <a:gd name="connsiteY4" fmla="*/ 0 h 41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622" h="41910">
                    <a:moveTo>
                      <a:pt x="27623" y="0"/>
                    </a:moveTo>
                    <a:lnTo>
                      <a:pt x="0" y="28575"/>
                    </a:lnTo>
                    <a:lnTo>
                      <a:pt x="13335" y="27623"/>
                    </a:lnTo>
                    <a:cubicBezTo>
                      <a:pt x="13335" y="27623"/>
                      <a:pt x="14288" y="41910"/>
                      <a:pt x="15240" y="41910"/>
                    </a:cubicBezTo>
                    <a:cubicBezTo>
                      <a:pt x="15240" y="40005"/>
                      <a:pt x="27623" y="0"/>
                      <a:pt x="27623" y="0"/>
                    </a:cubicBezTo>
                    <a:close/>
                  </a:path>
                </a:pathLst>
              </a:custGeom>
              <a:solidFill>
                <a:srgbClr val="FF615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20" name="Freeform: Shape 119"/>
              <p:cNvSpPr/>
              <p:nvPr>
                <p:custDataLst>
                  <p:tags r:id="rId93"/>
                </p:custDataLst>
              </p:nvPr>
            </p:nvSpPr>
            <p:spPr>
              <a:xfrm>
                <a:off x="6324599" y="3195319"/>
                <a:ext cx="78536" cy="135572"/>
              </a:xfrm>
              <a:custGeom>
                <a:avLst/>
                <a:gdLst>
                  <a:gd name="connsiteX0" fmla="*/ 77152 w 78536"/>
                  <a:gd name="connsiteY0" fmla="*/ 117475 h 135572"/>
                  <a:gd name="connsiteX1" fmla="*/ 56198 w 78536"/>
                  <a:gd name="connsiteY1" fmla="*/ 135573 h 135572"/>
                  <a:gd name="connsiteX2" fmla="*/ 40005 w 78536"/>
                  <a:gd name="connsiteY2" fmla="*/ 38417 h 135572"/>
                  <a:gd name="connsiteX3" fmla="*/ 0 w 78536"/>
                  <a:gd name="connsiteY3" fmla="*/ 8890 h 135572"/>
                  <a:gd name="connsiteX4" fmla="*/ 32385 w 78536"/>
                  <a:gd name="connsiteY4" fmla="*/ 317 h 135572"/>
                  <a:gd name="connsiteX5" fmla="*/ 77152 w 78536"/>
                  <a:gd name="connsiteY5" fmla="*/ 117475 h 135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536" h="135572">
                    <a:moveTo>
                      <a:pt x="77152" y="117475"/>
                    </a:moveTo>
                    <a:cubicBezTo>
                      <a:pt x="75248" y="123190"/>
                      <a:pt x="67627" y="129857"/>
                      <a:pt x="56198" y="135573"/>
                    </a:cubicBezTo>
                    <a:cubicBezTo>
                      <a:pt x="56198" y="100330"/>
                      <a:pt x="47625" y="57467"/>
                      <a:pt x="40005" y="38417"/>
                    </a:cubicBezTo>
                    <a:cubicBezTo>
                      <a:pt x="32385" y="19367"/>
                      <a:pt x="8573" y="10795"/>
                      <a:pt x="0" y="8890"/>
                    </a:cubicBezTo>
                    <a:cubicBezTo>
                      <a:pt x="18098" y="-2540"/>
                      <a:pt x="32385" y="317"/>
                      <a:pt x="32385" y="317"/>
                    </a:cubicBezTo>
                    <a:cubicBezTo>
                      <a:pt x="71438" y="11748"/>
                      <a:pt x="82867" y="102235"/>
                      <a:pt x="77152" y="117475"/>
                    </a:cubicBezTo>
                    <a:close/>
                  </a:path>
                </a:pathLst>
              </a:custGeom>
              <a:solidFill>
                <a:srgbClr val="C6DBD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  <p:grpSp>
          <p:nvGrpSpPr>
            <p:cNvPr id="121" name="Graphic 2"/>
            <p:cNvGrpSpPr/>
            <p:nvPr/>
          </p:nvGrpSpPr>
          <p:grpSpPr>
            <a:xfrm>
              <a:off x="6089673" y="3014555"/>
              <a:ext cx="222690" cy="238341"/>
              <a:chOff x="6089673" y="3014555"/>
              <a:chExt cx="222690" cy="238341"/>
            </a:xfrm>
          </p:grpSpPr>
          <p:sp>
            <p:nvSpPr>
              <p:cNvPr id="122" name="Freeform: Shape 121"/>
              <p:cNvSpPr/>
              <p:nvPr>
                <p:custDataLst>
                  <p:tags r:id="rId61"/>
                </p:custDataLst>
              </p:nvPr>
            </p:nvSpPr>
            <p:spPr>
              <a:xfrm>
                <a:off x="6089673" y="3116579"/>
                <a:ext cx="39663" cy="58407"/>
              </a:xfrm>
              <a:custGeom>
                <a:avLst/>
                <a:gdLst>
                  <a:gd name="connsiteX0" fmla="*/ 12041 w 39663"/>
                  <a:gd name="connsiteY0" fmla="*/ 0 h 58407"/>
                  <a:gd name="connsiteX1" fmla="*/ 611 w 39663"/>
                  <a:gd name="connsiteY1" fmla="*/ 18097 h 58407"/>
                  <a:gd name="connsiteX2" fmla="*/ 15851 w 39663"/>
                  <a:gd name="connsiteY2" fmla="*/ 54293 h 58407"/>
                  <a:gd name="connsiteX3" fmla="*/ 39664 w 39663"/>
                  <a:gd name="connsiteY3" fmla="*/ 58102 h 58407"/>
                  <a:gd name="connsiteX4" fmla="*/ 12041 w 39663"/>
                  <a:gd name="connsiteY4" fmla="*/ 0 h 5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663" h="58407">
                    <a:moveTo>
                      <a:pt x="12041" y="0"/>
                    </a:moveTo>
                    <a:cubicBezTo>
                      <a:pt x="12041" y="0"/>
                      <a:pt x="-3199" y="0"/>
                      <a:pt x="611" y="18097"/>
                    </a:cubicBezTo>
                    <a:cubicBezTo>
                      <a:pt x="4421" y="36195"/>
                      <a:pt x="4421" y="49530"/>
                      <a:pt x="15851" y="54293"/>
                    </a:cubicBezTo>
                    <a:cubicBezTo>
                      <a:pt x="27281" y="60007"/>
                      <a:pt x="39664" y="58102"/>
                      <a:pt x="39664" y="58102"/>
                    </a:cubicBezTo>
                    <a:lnTo>
                      <a:pt x="12041" y="0"/>
                    </a:lnTo>
                    <a:close/>
                  </a:path>
                </a:pathLst>
              </a:custGeom>
              <a:solidFill>
                <a:srgbClr val="779B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23" name="Freeform: Shape 122"/>
              <p:cNvSpPr/>
              <p:nvPr>
                <p:custDataLst>
                  <p:tags r:id="rId62"/>
                </p:custDataLst>
              </p:nvPr>
            </p:nvSpPr>
            <p:spPr>
              <a:xfrm>
                <a:off x="6094094" y="3093315"/>
                <a:ext cx="167278" cy="60152"/>
              </a:xfrm>
              <a:custGeom>
                <a:avLst/>
                <a:gdLst>
                  <a:gd name="connsiteX0" fmla="*/ 0 w 167278"/>
                  <a:gd name="connsiteY0" fmla="*/ 25169 h 60152"/>
                  <a:gd name="connsiteX1" fmla="*/ 10478 w 167278"/>
                  <a:gd name="connsiteY1" fmla="*/ 41362 h 60152"/>
                  <a:gd name="connsiteX2" fmla="*/ 166688 w 167278"/>
                  <a:gd name="connsiteY2" fmla="*/ 43267 h 60152"/>
                  <a:gd name="connsiteX3" fmla="*/ 17145 w 167278"/>
                  <a:gd name="connsiteY3" fmla="*/ 5167 h 60152"/>
                  <a:gd name="connsiteX4" fmla="*/ 0 w 167278"/>
                  <a:gd name="connsiteY4" fmla="*/ 25169 h 60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7278" h="60152">
                    <a:moveTo>
                      <a:pt x="0" y="25169"/>
                    </a:moveTo>
                    <a:cubicBezTo>
                      <a:pt x="0" y="25169"/>
                      <a:pt x="0" y="36599"/>
                      <a:pt x="10478" y="41362"/>
                    </a:cubicBezTo>
                    <a:cubicBezTo>
                      <a:pt x="20003" y="47077"/>
                      <a:pt x="178118" y="79462"/>
                      <a:pt x="166688" y="43267"/>
                    </a:cubicBezTo>
                    <a:cubicBezTo>
                      <a:pt x="155258" y="7072"/>
                      <a:pt x="30480" y="-9121"/>
                      <a:pt x="17145" y="5167"/>
                    </a:cubicBezTo>
                    <a:cubicBezTo>
                      <a:pt x="2857" y="18502"/>
                      <a:pt x="3810" y="2309"/>
                      <a:pt x="0" y="25169"/>
                    </a:cubicBezTo>
                    <a:close/>
                  </a:path>
                </a:pathLst>
              </a:custGeom>
              <a:solidFill>
                <a:srgbClr val="84A9A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24" name="Freeform: Shape 123"/>
              <p:cNvSpPr/>
              <p:nvPr>
                <p:custDataLst>
                  <p:tags r:id="rId63"/>
                </p:custDataLst>
              </p:nvPr>
            </p:nvSpPr>
            <p:spPr>
              <a:xfrm>
                <a:off x="6140973" y="3148699"/>
                <a:ext cx="155693" cy="104197"/>
              </a:xfrm>
              <a:custGeom>
                <a:avLst/>
                <a:gdLst>
                  <a:gd name="connsiteX0" fmla="*/ 131239 w 155693"/>
                  <a:gd name="connsiteY0" fmla="*/ 12647 h 104197"/>
                  <a:gd name="connsiteX1" fmla="*/ 135049 w 155693"/>
                  <a:gd name="connsiteY1" fmla="*/ 81227 h 104197"/>
                  <a:gd name="connsiteX2" fmla="*/ 3604 w 155693"/>
                  <a:gd name="connsiteY2" fmla="*/ 75512 h 104197"/>
                  <a:gd name="connsiteX3" fmla="*/ 26464 w 155693"/>
                  <a:gd name="connsiteY3" fmla="*/ 22172 h 104197"/>
                  <a:gd name="connsiteX4" fmla="*/ 131239 w 155693"/>
                  <a:gd name="connsiteY4" fmla="*/ 12647 h 104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693" h="104196">
                    <a:moveTo>
                      <a:pt x="131239" y="12647"/>
                    </a:moveTo>
                    <a:cubicBezTo>
                      <a:pt x="131239" y="12647"/>
                      <a:pt x="183626" y="42175"/>
                      <a:pt x="135049" y="81227"/>
                    </a:cubicBezTo>
                    <a:cubicBezTo>
                      <a:pt x="86471" y="121232"/>
                      <a:pt x="13129" y="102182"/>
                      <a:pt x="3604" y="75512"/>
                    </a:cubicBezTo>
                    <a:cubicBezTo>
                      <a:pt x="-2111" y="59320"/>
                      <a:pt x="-4969" y="39317"/>
                      <a:pt x="26464" y="22172"/>
                    </a:cubicBezTo>
                    <a:cubicBezTo>
                      <a:pt x="56944" y="4075"/>
                      <a:pt x="87424" y="-12118"/>
                      <a:pt x="131239" y="12647"/>
                    </a:cubicBezTo>
                    <a:close/>
                  </a:path>
                </a:pathLst>
              </a:custGeom>
              <a:solidFill>
                <a:srgbClr val="C8D7D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25" name="Freeform: Shape 124"/>
              <p:cNvSpPr/>
              <p:nvPr>
                <p:custDataLst>
                  <p:tags r:id="rId64"/>
                </p:custDataLst>
              </p:nvPr>
            </p:nvSpPr>
            <p:spPr>
              <a:xfrm>
                <a:off x="6140020" y="3137554"/>
                <a:ext cx="152877" cy="104865"/>
              </a:xfrm>
              <a:custGeom>
                <a:avLst/>
                <a:gdLst>
                  <a:gd name="connsiteX0" fmla="*/ 119809 w 152877"/>
                  <a:gd name="connsiteY0" fmla="*/ 12363 h 104865"/>
                  <a:gd name="connsiteX1" fmla="*/ 135049 w 152877"/>
                  <a:gd name="connsiteY1" fmla="*/ 81895 h 104865"/>
                  <a:gd name="connsiteX2" fmla="*/ 3604 w 152877"/>
                  <a:gd name="connsiteY2" fmla="*/ 76180 h 104865"/>
                  <a:gd name="connsiteX3" fmla="*/ 26464 w 152877"/>
                  <a:gd name="connsiteY3" fmla="*/ 22840 h 104865"/>
                  <a:gd name="connsiteX4" fmla="*/ 119809 w 152877"/>
                  <a:gd name="connsiteY4" fmla="*/ 12363 h 104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877" h="104865">
                    <a:moveTo>
                      <a:pt x="119809" y="12363"/>
                    </a:moveTo>
                    <a:cubicBezTo>
                      <a:pt x="119809" y="12363"/>
                      <a:pt x="182674" y="42843"/>
                      <a:pt x="135049" y="81895"/>
                    </a:cubicBezTo>
                    <a:cubicBezTo>
                      <a:pt x="86471" y="121900"/>
                      <a:pt x="13129" y="102850"/>
                      <a:pt x="3604" y="76180"/>
                    </a:cubicBezTo>
                    <a:cubicBezTo>
                      <a:pt x="-2111" y="59988"/>
                      <a:pt x="-4969" y="39985"/>
                      <a:pt x="26464" y="22840"/>
                    </a:cubicBezTo>
                    <a:cubicBezTo>
                      <a:pt x="55991" y="4743"/>
                      <a:pt x="75041" y="-12402"/>
                      <a:pt x="119809" y="12363"/>
                    </a:cubicBezTo>
                    <a:close/>
                  </a:path>
                </a:pathLst>
              </a:custGeom>
              <a:solidFill>
                <a:srgbClr val="779B9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26" name="Freeform: Shape 125"/>
              <p:cNvSpPr/>
              <p:nvPr>
                <p:custDataLst>
                  <p:tags r:id="rId65"/>
                </p:custDataLst>
              </p:nvPr>
            </p:nvSpPr>
            <p:spPr>
              <a:xfrm>
                <a:off x="6103946" y="3019091"/>
                <a:ext cx="206365" cy="214902"/>
              </a:xfrm>
              <a:custGeom>
                <a:avLst/>
                <a:gdLst>
                  <a:gd name="connsiteX0" fmla="*/ 205413 w 206365"/>
                  <a:gd name="connsiteY0" fmla="*/ 91773 h 214902"/>
                  <a:gd name="connsiteX1" fmla="*/ 206366 w 206365"/>
                  <a:gd name="connsiteY1" fmla="*/ 104156 h 214902"/>
                  <a:gd name="connsiteX2" fmla="*/ 206366 w 206365"/>
                  <a:gd name="connsiteY2" fmla="*/ 104156 h 214902"/>
                  <a:gd name="connsiteX3" fmla="*/ 206366 w 206365"/>
                  <a:gd name="connsiteY3" fmla="*/ 104156 h 214902"/>
                  <a:gd name="connsiteX4" fmla="*/ 185411 w 206365"/>
                  <a:gd name="connsiteY4" fmla="*/ 151781 h 214902"/>
                  <a:gd name="connsiteX5" fmla="*/ 133976 w 206365"/>
                  <a:gd name="connsiteY5" fmla="*/ 209883 h 214902"/>
                  <a:gd name="connsiteX6" fmla="*/ 133976 w 206365"/>
                  <a:gd name="connsiteY6" fmla="*/ 209883 h 214902"/>
                  <a:gd name="connsiteX7" fmla="*/ 133976 w 206365"/>
                  <a:gd name="connsiteY7" fmla="*/ 209883 h 214902"/>
                  <a:gd name="connsiteX8" fmla="*/ 120641 w 206365"/>
                  <a:gd name="connsiteY8" fmla="*/ 213693 h 214902"/>
                  <a:gd name="connsiteX9" fmla="*/ 37773 w 206365"/>
                  <a:gd name="connsiteY9" fmla="*/ 188928 h 214902"/>
                  <a:gd name="connsiteX10" fmla="*/ 1578 w 206365"/>
                  <a:gd name="connsiteY10" fmla="*/ 123206 h 214902"/>
                  <a:gd name="connsiteX11" fmla="*/ 626 w 206365"/>
                  <a:gd name="connsiteY11" fmla="*/ 96536 h 214902"/>
                  <a:gd name="connsiteX12" fmla="*/ 2531 w 206365"/>
                  <a:gd name="connsiteY12" fmla="*/ 82248 h 214902"/>
                  <a:gd name="connsiteX13" fmla="*/ 77778 w 206365"/>
                  <a:gd name="connsiteY13" fmla="*/ 3191 h 214902"/>
                  <a:gd name="connsiteX14" fmla="*/ 86351 w 206365"/>
                  <a:gd name="connsiteY14" fmla="*/ 1286 h 214902"/>
                  <a:gd name="connsiteX15" fmla="*/ 138738 w 206365"/>
                  <a:gd name="connsiteY15" fmla="*/ 7001 h 214902"/>
                  <a:gd name="connsiteX16" fmla="*/ 205413 w 206365"/>
                  <a:gd name="connsiteY16" fmla="*/ 91773 h 214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6364" h="214902">
                    <a:moveTo>
                      <a:pt x="205413" y="91773"/>
                    </a:moveTo>
                    <a:cubicBezTo>
                      <a:pt x="206366" y="96536"/>
                      <a:pt x="206366" y="100346"/>
                      <a:pt x="206366" y="104156"/>
                    </a:cubicBezTo>
                    <a:cubicBezTo>
                      <a:pt x="206366" y="104156"/>
                      <a:pt x="206366" y="104156"/>
                      <a:pt x="206366" y="104156"/>
                    </a:cubicBezTo>
                    <a:cubicBezTo>
                      <a:pt x="206366" y="104156"/>
                      <a:pt x="206366" y="104156"/>
                      <a:pt x="206366" y="104156"/>
                    </a:cubicBezTo>
                    <a:cubicBezTo>
                      <a:pt x="206366" y="105108"/>
                      <a:pt x="197793" y="139398"/>
                      <a:pt x="185411" y="151781"/>
                    </a:cubicBezTo>
                    <a:cubicBezTo>
                      <a:pt x="172076" y="164163"/>
                      <a:pt x="173028" y="191786"/>
                      <a:pt x="133976" y="209883"/>
                    </a:cubicBezTo>
                    <a:cubicBezTo>
                      <a:pt x="133976" y="209883"/>
                      <a:pt x="133976" y="209883"/>
                      <a:pt x="133976" y="209883"/>
                    </a:cubicBezTo>
                    <a:cubicBezTo>
                      <a:pt x="133976" y="209883"/>
                      <a:pt x="133976" y="209883"/>
                      <a:pt x="133976" y="209883"/>
                    </a:cubicBezTo>
                    <a:cubicBezTo>
                      <a:pt x="130166" y="210836"/>
                      <a:pt x="124451" y="213693"/>
                      <a:pt x="120641" y="213693"/>
                    </a:cubicBezTo>
                    <a:cubicBezTo>
                      <a:pt x="90161" y="218456"/>
                      <a:pt x="59681" y="208931"/>
                      <a:pt x="37773" y="188928"/>
                    </a:cubicBezTo>
                    <a:cubicBezTo>
                      <a:pt x="19676" y="172736"/>
                      <a:pt x="6341" y="149876"/>
                      <a:pt x="1578" y="123206"/>
                    </a:cubicBezTo>
                    <a:cubicBezTo>
                      <a:pt x="-327" y="113681"/>
                      <a:pt x="-327" y="105108"/>
                      <a:pt x="626" y="96536"/>
                    </a:cubicBezTo>
                    <a:cubicBezTo>
                      <a:pt x="626" y="91773"/>
                      <a:pt x="1578" y="87011"/>
                      <a:pt x="2531" y="82248"/>
                    </a:cubicBezTo>
                    <a:cubicBezTo>
                      <a:pt x="11103" y="44148"/>
                      <a:pt x="39678" y="12716"/>
                      <a:pt x="77778" y="3191"/>
                    </a:cubicBezTo>
                    <a:cubicBezTo>
                      <a:pt x="80636" y="2238"/>
                      <a:pt x="83493" y="2238"/>
                      <a:pt x="86351" y="1286"/>
                    </a:cubicBezTo>
                    <a:cubicBezTo>
                      <a:pt x="104448" y="-1572"/>
                      <a:pt x="122546" y="333"/>
                      <a:pt x="138738" y="7001"/>
                    </a:cubicBezTo>
                    <a:cubicBezTo>
                      <a:pt x="172076" y="21288"/>
                      <a:pt x="198746" y="52721"/>
                      <a:pt x="205413" y="91773"/>
                    </a:cubicBezTo>
                    <a:close/>
                  </a:path>
                </a:pathLst>
              </a:custGeom>
              <a:solidFill>
                <a:srgbClr val="E3EEE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27" name="Freeform: Shape 126"/>
              <p:cNvSpPr/>
              <p:nvPr>
                <p:custDataLst>
                  <p:tags r:id="rId66"/>
                </p:custDataLst>
              </p:nvPr>
            </p:nvSpPr>
            <p:spPr>
              <a:xfrm>
                <a:off x="6095047" y="3014555"/>
                <a:ext cx="111442" cy="194936"/>
              </a:xfrm>
              <a:custGeom>
                <a:avLst/>
                <a:gdLst>
                  <a:gd name="connsiteX0" fmla="*/ 111442 w 111442"/>
                  <a:gd name="connsiteY0" fmla="*/ 106 h 194936"/>
                  <a:gd name="connsiteX1" fmla="*/ 86677 w 111442"/>
                  <a:gd name="connsiteY1" fmla="*/ 8679 h 194936"/>
                  <a:gd name="connsiteX2" fmla="*/ 34290 w 111442"/>
                  <a:gd name="connsiteY2" fmla="*/ 80116 h 194936"/>
                  <a:gd name="connsiteX3" fmla="*/ 34290 w 111442"/>
                  <a:gd name="connsiteY3" fmla="*/ 99166 h 194936"/>
                  <a:gd name="connsiteX4" fmla="*/ 46672 w 111442"/>
                  <a:gd name="connsiteY4" fmla="*/ 194416 h 194936"/>
                  <a:gd name="connsiteX5" fmla="*/ 10477 w 111442"/>
                  <a:gd name="connsiteY5" fmla="*/ 128694 h 194936"/>
                  <a:gd name="connsiteX6" fmla="*/ 9525 w 111442"/>
                  <a:gd name="connsiteY6" fmla="*/ 102024 h 194936"/>
                  <a:gd name="connsiteX7" fmla="*/ 11430 w 111442"/>
                  <a:gd name="connsiteY7" fmla="*/ 87736 h 194936"/>
                  <a:gd name="connsiteX8" fmla="*/ 2857 w 111442"/>
                  <a:gd name="connsiteY8" fmla="*/ 97261 h 194936"/>
                  <a:gd name="connsiteX9" fmla="*/ 0 w 111442"/>
                  <a:gd name="connsiteY9" fmla="*/ 96309 h 194936"/>
                  <a:gd name="connsiteX10" fmla="*/ 111442 w 111442"/>
                  <a:gd name="connsiteY10" fmla="*/ 106 h 194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1442" h="194936">
                    <a:moveTo>
                      <a:pt x="111442" y="106"/>
                    </a:moveTo>
                    <a:cubicBezTo>
                      <a:pt x="111442" y="106"/>
                      <a:pt x="100013" y="2011"/>
                      <a:pt x="86677" y="8679"/>
                    </a:cubicBezTo>
                    <a:cubicBezTo>
                      <a:pt x="65722" y="18204"/>
                      <a:pt x="38100" y="39159"/>
                      <a:pt x="34290" y="80116"/>
                    </a:cubicBezTo>
                    <a:cubicBezTo>
                      <a:pt x="33338" y="85831"/>
                      <a:pt x="33338" y="92499"/>
                      <a:pt x="34290" y="99166"/>
                    </a:cubicBezTo>
                    <a:cubicBezTo>
                      <a:pt x="39052" y="171556"/>
                      <a:pt x="65722" y="199179"/>
                      <a:pt x="46672" y="194416"/>
                    </a:cubicBezTo>
                    <a:cubicBezTo>
                      <a:pt x="28575" y="178224"/>
                      <a:pt x="15240" y="155364"/>
                      <a:pt x="10477" y="128694"/>
                    </a:cubicBezTo>
                    <a:cubicBezTo>
                      <a:pt x="8572" y="119169"/>
                      <a:pt x="8572" y="110596"/>
                      <a:pt x="9525" y="102024"/>
                    </a:cubicBezTo>
                    <a:cubicBezTo>
                      <a:pt x="9525" y="97261"/>
                      <a:pt x="10477" y="92499"/>
                      <a:pt x="11430" y="87736"/>
                    </a:cubicBezTo>
                    <a:cubicBezTo>
                      <a:pt x="4763" y="92499"/>
                      <a:pt x="3810" y="96309"/>
                      <a:pt x="2857" y="97261"/>
                    </a:cubicBezTo>
                    <a:cubicBezTo>
                      <a:pt x="0" y="98214"/>
                      <a:pt x="0" y="96309"/>
                      <a:pt x="0" y="96309"/>
                    </a:cubicBezTo>
                    <a:cubicBezTo>
                      <a:pt x="0" y="96309"/>
                      <a:pt x="5715" y="-3704"/>
                      <a:pt x="111442" y="106"/>
                    </a:cubicBezTo>
                    <a:close/>
                  </a:path>
                </a:pathLst>
              </a:custGeom>
              <a:solidFill>
                <a:srgbClr val="CCE0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28" name="Freeform: Shape 127"/>
              <p:cNvSpPr/>
              <p:nvPr>
                <p:custDataLst>
                  <p:tags r:id="rId67"/>
                </p:custDataLst>
              </p:nvPr>
            </p:nvSpPr>
            <p:spPr>
              <a:xfrm>
                <a:off x="6167437" y="3027044"/>
                <a:ext cx="142882" cy="202882"/>
              </a:xfrm>
              <a:custGeom>
                <a:avLst/>
                <a:gdLst>
                  <a:gd name="connsiteX0" fmla="*/ 142875 w 142882"/>
                  <a:gd name="connsiteY0" fmla="*/ 97155 h 202882"/>
                  <a:gd name="connsiteX1" fmla="*/ 142875 w 142882"/>
                  <a:gd name="connsiteY1" fmla="*/ 97155 h 202882"/>
                  <a:gd name="connsiteX2" fmla="*/ 121920 w 142882"/>
                  <a:gd name="connsiteY2" fmla="*/ 144780 h 202882"/>
                  <a:gd name="connsiteX3" fmla="*/ 70485 w 142882"/>
                  <a:gd name="connsiteY3" fmla="*/ 202883 h 202882"/>
                  <a:gd name="connsiteX4" fmla="*/ 70485 w 142882"/>
                  <a:gd name="connsiteY4" fmla="*/ 202883 h 202882"/>
                  <a:gd name="connsiteX5" fmla="*/ 70485 w 142882"/>
                  <a:gd name="connsiteY5" fmla="*/ 202883 h 202882"/>
                  <a:gd name="connsiteX6" fmla="*/ 0 w 142882"/>
                  <a:gd name="connsiteY6" fmla="*/ 101918 h 202882"/>
                  <a:gd name="connsiteX7" fmla="*/ 3810 w 142882"/>
                  <a:gd name="connsiteY7" fmla="*/ 66675 h 202882"/>
                  <a:gd name="connsiteX8" fmla="*/ 3810 w 142882"/>
                  <a:gd name="connsiteY8" fmla="*/ 66675 h 202882"/>
                  <a:gd name="connsiteX9" fmla="*/ 75248 w 142882"/>
                  <a:gd name="connsiteY9" fmla="*/ 953 h 202882"/>
                  <a:gd name="connsiteX10" fmla="*/ 88582 w 142882"/>
                  <a:gd name="connsiteY10" fmla="*/ 0 h 202882"/>
                  <a:gd name="connsiteX11" fmla="*/ 88582 w 142882"/>
                  <a:gd name="connsiteY11" fmla="*/ 0 h 202882"/>
                  <a:gd name="connsiteX12" fmla="*/ 142875 w 142882"/>
                  <a:gd name="connsiteY12" fmla="*/ 97155 h 20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2882" h="202882">
                    <a:moveTo>
                      <a:pt x="142875" y="97155"/>
                    </a:moveTo>
                    <a:cubicBezTo>
                      <a:pt x="142875" y="97155"/>
                      <a:pt x="142875" y="97155"/>
                      <a:pt x="142875" y="97155"/>
                    </a:cubicBezTo>
                    <a:cubicBezTo>
                      <a:pt x="142875" y="98107"/>
                      <a:pt x="134302" y="132398"/>
                      <a:pt x="121920" y="144780"/>
                    </a:cubicBezTo>
                    <a:cubicBezTo>
                      <a:pt x="108585" y="157163"/>
                      <a:pt x="109538" y="184785"/>
                      <a:pt x="70485" y="202883"/>
                    </a:cubicBezTo>
                    <a:cubicBezTo>
                      <a:pt x="70485" y="202883"/>
                      <a:pt x="70485" y="202883"/>
                      <a:pt x="70485" y="202883"/>
                    </a:cubicBezTo>
                    <a:cubicBezTo>
                      <a:pt x="70485" y="202883"/>
                      <a:pt x="70485" y="202883"/>
                      <a:pt x="70485" y="202883"/>
                    </a:cubicBezTo>
                    <a:cubicBezTo>
                      <a:pt x="38100" y="198120"/>
                      <a:pt x="0" y="174308"/>
                      <a:pt x="0" y="101918"/>
                    </a:cubicBezTo>
                    <a:cubicBezTo>
                      <a:pt x="0" y="88582"/>
                      <a:pt x="1905" y="76200"/>
                      <a:pt x="3810" y="66675"/>
                    </a:cubicBezTo>
                    <a:cubicBezTo>
                      <a:pt x="3810" y="66675"/>
                      <a:pt x="3810" y="66675"/>
                      <a:pt x="3810" y="66675"/>
                    </a:cubicBezTo>
                    <a:cubicBezTo>
                      <a:pt x="16193" y="17145"/>
                      <a:pt x="54293" y="3810"/>
                      <a:pt x="75248" y="953"/>
                    </a:cubicBezTo>
                    <a:cubicBezTo>
                      <a:pt x="82868" y="0"/>
                      <a:pt x="88582" y="0"/>
                      <a:pt x="88582" y="0"/>
                    </a:cubicBezTo>
                    <a:cubicBezTo>
                      <a:pt x="88582" y="0"/>
                      <a:pt x="88582" y="0"/>
                      <a:pt x="88582" y="0"/>
                    </a:cubicBezTo>
                    <a:cubicBezTo>
                      <a:pt x="144780" y="26670"/>
                      <a:pt x="142875" y="94298"/>
                      <a:pt x="142875" y="97155"/>
                    </a:cubicBezTo>
                    <a:close/>
                  </a:path>
                </a:pathLst>
              </a:custGeom>
              <a:solidFill>
                <a:srgbClr val="E3EEE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grpSp>
            <p:nvGrpSpPr>
              <p:cNvPr id="129" name="Graphic 2"/>
              <p:cNvGrpSpPr/>
              <p:nvPr/>
            </p:nvGrpSpPr>
            <p:grpSpPr>
              <a:xfrm>
                <a:off x="6272212" y="3112769"/>
                <a:ext cx="34476" cy="66855"/>
                <a:chOff x="6272212" y="3112769"/>
                <a:chExt cx="34476" cy="66855"/>
              </a:xfrm>
            </p:grpSpPr>
            <p:sp>
              <p:nvSpPr>
                <p:cNvPr id="130" name="Freeform: Shape 129"/>
                <p:cNvSpPr/>
                <p:nvPr>
                  <p:custDataLst>
                    <p:tags r:id="rId83"/>
                  </p:custDataLst>
                </p:nvPr>
              </p:nvSpPr>
              <p:spPr>
                <a:xfrm>
                  <a:off x="6272212" y="3112769"/>
                  <a:ext cx="34476" cy="61912"/>
                </a:xfrm>
                <a:custGeom>
                  <a:avLst/>
                  <a:gdLst>
                    <a:gd name="connsiteX0" fmla="*/ 34290 w 34476"/>
                    <a:gd name="connsiteY0" fmla="*/ 30480 h 61912"/>
                    <a:gd name="connsiteX1" fmla="*/ 22860 w 34476"/>
                    <a:gd name="connsiteY1" fmla="*/ 61913 h 61912"/>
                    <a:gd name="connsiteX2" fmla="*/ 12382 w 34476"/>
                    <a:gd name="connsiteY2" fmla="*/ 41910 h 61912"/>
                    <a:gd name="connsiteX3" fmla="*/ 0 w 34476"/>
                    <a:gd name="connsiteY3" fmla="*/ 18098 h 61912"/>
                    <a:gd name="connsiteX4" fmla="*/ 19050 w 34476"/>
                    <a:gd name="connsiteY4" fmla="*/ 6668 h 61912"/>
                    <a:gd name="connsiteX5" fmla="*/ 27623 w 34476"/>
                    <a:gd name="connsiteY5" fmla="*/ 0 h 61912"/>
                    <a:gd name="connsiteX6" fmla="*/ 34290 w 34476"/>
                    <a:gd name="connsiteY6" fmla="*/ 30480 h 61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476" h="61912">
                      <a:moveTo>
                        <a:pt x="34290" y="30480"/>
                      </a:moveTo>
                      <a:cubicBezTo>
                        <a:pt x="36195" y="51435"/>
                        <a:pt x="22860" y="61913"/>
                        <a:pt x="22860" y="61913"/>
                      </a:cubicBezTo>
                      <a:lnTo>
                        <a:pt x="12382" y="41910"/>
                      </a:lnTo>
                      <a:lnTo>
                        <a:pt x="0" y="18098"/>
                      </a:lnTo>
                      <a:cubicBezTo>
                        <a:pt x="0" y="18098"/>
                        <a:pt x="11430" y="13335"/>
                        <a:pt x="19050" y="6668"/>
                      </a:cubicBezTo>
                      <a:cubicBezTo>
                        <a:pt x="27623" y="0"/>
                        <a:pt x="27623" y="0"/>
                        <a:pt x="27623" y="0"/>
                      </a:cubicBezTo>
                      <a:cubicBezTo>
                        <a:pt x="27623" y="0"/>
                        <a:pt x="32385" y="9525"/>
                        <a:pt x="34290" y="30480"/>
                      </a:cubicBezTo>
                      <a:close/>
                    </a:path>
                  </a:pathLst>
                </a:custGeom>
                <a:solidFill>
                  <a:srgbClr val="CADFE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  <p:sp>
              <p:nvSpPr>
                <p:cNvPr id="131" name="Freeform: Shape 130"/>
                <p:cNvSpPr/>
                <p:nvPr>
                  <p:custDataLst>
                    <p:tags r:id="rId84"/>
                  </p:custDataLst>
                </p:nvPr>
              </p:nvSpPr>
              <p:spPr>
                <a:xfrm>
                  <a:off x="6284594" y="3112769"/>
                  <a:ext cx="22093" cy="61912"/>
                </a:xfrm>
                <a:custGeom>
                  <a:avLst/>
                  <a:gdLst>
                    <a:gd name="connsiteX0" fmla="*/ 21907 w 22093"/>
                    <a:gd name="connsiteY0" fmla="*/ 30480 h 61912"/>
                    <a:gd name="connsiteX1" fmla="*/ 10478 w 22093"/>
                    <a:gd name="connsiteY1" fmla="*/ 61913 h 61912"/>
                    <a:gd name="connsiteX2" fmla="*/ 0 w 22093"/>
                    <a:gd name="connsiteY2" fmla="*/ 41910 h 61912"/>
                    <a:gd name="connsiteX3" fmla="*/ 5715 w 22093"/>
                    <a:gd name="connsiteY3" fmla="*/ 20955 h 61912"/>
                    <a:gd name="connsiteX4" fmla="*/ 15240 w 22093"/>
                    <a:gd name="connsiteY4" fmla="*/ 0 h 61912"/>
                    <a:gd name="connsiteX5" fmla="*/ 21907 w 22093"/>
                    <a:gd name="connsiteY5" fmla="*/ 30480 h 619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093" h="61912">
                      <a:moveTo>
                        <a:pt x="21907" y="30480"/>
                      </a:moveTo>
                      <a:cubicBezTo>
                        <a:pt x="23813" y="51435"/>
                        <a:pt x="10478" y="61913"/>
                        <a:pt x="10478" y="61913"/>
                      </a:cubicBezTo>
                      <a:lnTo>
                        <a:pt x="0" y="41910"/>
                      </a:lnTo>
                      <a:cubicBezTo>
                        <a:pt x="0" y="33338"/>
                        <a:pt x="953" y="24765"/>
                        <a:pt x="5715" y="20955"/>
                      </a:cubicBezTo>
                      <a:cubicBezTo>
                        <a:pt x="16193" y="12382"/>
                        <a:pt x="15240" y="0"/>
                        <a:pt x="15240" y="0"/>
                      </a:cubicBezTo>
                      <a:cubicBezTo>
                        <a:pt x="15240" y="0"/>
                        <a:pt x="20003" y="9525"/>
                        <a:pt x="21907" y="30480"/>
                      </a:cubicBezTo>
                      <a:close/>
                    </a:path>
                  </a:pathLst>
                </a:custGeom>
                <a:solidFill>
                  <a:srgbClr val="E3EEE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  <p:sp>
              <p:nvSpPr>
                <p:cNvPr id="132" name="Freeform: Shape 131"/>
                <p:cNvSpPr/>
                <p:nvPr>
                  <p:custDataLst>
                    <p:tags r:id="rId85"/>
                  </p:custDataLst>
                </p:nvPr>
              </p:nvSpPr>
              <p:spPr>
                <a:xfrm>
                  <a:off x="6272212" y="3130867"/>
                  <a:ext cx="27037" cy="48757"/>
                </a:xfrm>
                <a:custGeom>
                  <a:avLst/>
                  <a:gdLst>
                    <a:gd name="connsiteX0" fmla="*/ 0 w 27037"/>
                    <a:gd name="connsiteY0" fmla="*/ 0 h 48757"/>
                    <a:gd name="connsiteX1" fmla="*/ 22860 w 27037"/>
                    <a:gd name="connsiteY1" fmla="*/ 6668 h 48757"/>
                    <a:gd name="connsiteX2" fmla="*/ 24765 w 27037"/>
                    <a:gd name="connsiteY2" fmla="*/ 41910 h 48757"/>
                    <a:gd name="connsiteX3" fmla="*/ 3810 w 27037"/>
                    <a:gd name="connsiteY3" fmla="*/ 48577 h 48757"/>
                    <a:gd name="connsiteX4" fmla="*/ 0 w 27037"/>
                    <a:gd name="connsiteY4" fmla="*/ 0 h 487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037" h="48757">
                      <a:moveTo>
                        <a:pt x="0" y="0"/>
                      </a:moveTo>
                      <a:cubicBezTo>
                        <a:pt x="0" y="0"/>
                        <a:pt x="20002" y="952"/>
                        <a:pt x="22860" y="6668"/>
                      </a:cubicBezTo>
                      <a:cubicBezTo>
                        <a:pt x="28575" y="20002"/>
                        <a:pt x="27623" y="33338"/>
                        <a:pt x="24765" y="41910"/>
                      </a:cubicBezTo>
                      <a:cubicBezTo>
                        <a:pt x="22860" y="50482"/>
                        <a:pt x="3810" y="48577"/>
                        <a:pt x="3810" y="48577"/>
                      </a:cubicBezTo>
                      <a:cubicBezTo>
                        <a:pt x="3810" y="48577"/>
                        <a:pt x="7620" y="25718"/>
                        <a:pt x="0" y="0"/>
                      </a:cubicBezTo>
                      <a:close/>
                    </a:path>
                  </a:pathLst>
                </a:custGeom>
                <a:solidFill>
                  <a:srgbClr val="A4C6C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  <p:sp>
              <p:nvSpPr>
                <p:cNvPr id="133" name="Freeform: Shape 132"/>
                <p:cNvSpPr/>
                <p:nvPr>
                  <p:custDataLst>
                    <p:tags r:id="rId86"/>
                  </p:custDataLst>
                </p:nvPr>
              </p:nvSpPr>
              <p:spPr>
                <a:xfrm>
                  <a:off x="6276022" y="3134676"/>
                  <a:ext cx="19658" cy="39304"/>
                </a:xfrm>
                <a:custGeom>
                  <a:avLst/>
                  <a:gdLst>
                    <a:gd name="connsiteX0" fmla="*/ 0 w 19658"/>
                    <a:gd name="connsiteY0" fmla="*/ 0 h 39304"/>
                    <a:gd name="connsiteX1" fmla="*/ 16192 w 19658"/>
                    <a:gd name="connsiteY1" fmla="*/ 5715 h 39304"/>
                    <a:gd name="connsiteX2" fmla="*/ 18097 w 19658"/>
                    <a:gd name="connsiteY2" fmla="*/ 34290 h 39304"/>
                    <a:gd name="connsiteX3" fmla="*/ 2857 w 19658"/>
                    <a:gd name="connsiteY3" fmla="*/ 39053 h 39304"/>
                    <a:gd name="connsiteX4" fmla="*/ 0 w 19658"/>
                    <a:gd name="connsiteY4" fmla="*/ 0 h 39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658" h="39304">
                      <a:moveTo>
                        <a:pt x="0" y="0"/>
                      </a:moveTo>
                      <a:cubicBezTo>
                        <a:pt x="0" y="0"/>
                        <a:pt x="14288" y="953"/>
                        <a:pt x="16192" y="5715"/>
                      </a:cubicBezTo>
                      <a:cubicBezTo>
                        <a:pt x="20955" y="17145"/>
                        <a:pt x="20002" y="27623"/>
                        <a:pt x="18097" y="34290"/>
                      </a:cubicBezTo>
                      <a:cubicBezTo>
                        <a:pt x="17145" y="40958"/>
                        <a:pt x="2857" y="39053"/>
                        <a:pt x="2857" y="39053"/>
                      </a:cubicBezTo>
                      <a:cubicBezTo>
                        <a:pt x="2857" y="39053"/>
                        <a:pt x="5715" y="20955"/>
                        <a:pt x="0" y="0"/>
                      </a:cubicBezTo>
                      <a:close/>
                    </a:path>
                  </a:pathLst>
                </a:custGeom>
                <a:solidFill>
                  <a:srgbClr val="D2E3E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  <p:sp>
              <p:nvSpPr>
                <p:cNvPr id="134" name="Freeform: Shape 133"/>
                <p:cNvSpPr/>
                <p:nvPr>
                  <p:custDataLst>
                    <p:tags r:id="rId87"/>
                  </p:custDataLst>
                </p:nvPr>
              </p:nvSpPr>
              <p:spPr>
                <a:xfrm>
                  <a:off x="6275069" y="3135629"/>
                  <a:ext cx="18097" cy="40005"/>
                </a:xfrm>
                <a:custGeom>
                  <a:avLst/>
                  <a:gdLst>
                    <a:gd name="connsiteX0" fmla="*/ 12382 w 18097"/>
                    <a:gd name="connsiteY0" fmla="*/ 20002 h 40005"/>
                    <a:gd name="connsiteX1" fmla="*/ 18098 w 18097"/>
                    <a:gd name="connsiteY1" fmla="*/ 10477 h 40005"/>
                    <a:gd name="connsiteX2" fmla="*/ 16193 w 18097"/>
                    <a:gd name="connsiteY2" fmla="*/ 5715 h 40005"/>
                    <a:gd name="connsiteX3" fmla="*/ 0 w 18097"/>
                    <a:gd name="connsiteY3" fmla="*/ 0 h 40005"/>
                    <a:gd name="connsiteX4" fmla="*/ 2857 w 18097"/>
                    <a:gd name="connsiteY4" fmla="*/ 40005 h 40005"/>
                    <a:gd name="connsiteX5" fmla="*/ 12382 w 18097"/>
                    <a:gd name="connsiteY5" fmla="*/ 20002 h 400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097" h="40005">
                      <a:moveTo>
                        <a:pt x="12382" y="20002"/>
                      </a:moveTo>
                      <a:cubicBezTo>
                        <a:pt x="12382" y="17145"/>
                        <a:pt x="10478" y="10477"/>
                        <a:pt x="18098" y="10477"/>
                      </a:cubicBezTo>
                      <a:cubicBezTo>
                        <a:pt x="18098" y="8572"/>
                        <a:pt x="17145" y="6668"/>
                        <a:pt x="16193" y="5715"/>
                      </a:cubicBezTo>
                      <a:cubicBezTo>
                        <a:pt x="14288" y="952"/>
                        <a:pt x="0" y="0"/>
                        <a:pt x="0" y="0"/>
                      </a:cubicBezTo>
                      <a:cubicBezTo>
                        <a:pt x="5715" y="20955"/>
                        <a:pt x="2857" y="40005"/>
                        <a:pt x="2857" y="40005"/>
                      </a:cubicBezTo>
                      <a:cubicBezTo>
                        <a:pt x="2857" y="40005"/>
                        <a:pt x="13335" y="23813"/>
                        <a:pt x="12382" y="20002"/>
                      </a:cubicBezTo>
                      <a:close/>
                    </a:path>
                  </a:pathLst>
                </a:custGeom>
                <a:solidFill>
                  <a:srgbClr val="B0CEC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  <p:sp>
              <p:nvSpPr>
                <p:cNvPr id="135" name="Freeform: Shape 134"/>
                <p:cNvSpPr/>
                <p:nvPr>
                  <p:custDataLst>
                    <p:tags r:id="rId88"/>
                  </p:custDataLst>
                </p:nvPr>
              </p:nvSpPr>
              <p:spPr>
                <a:xfrm>
                  <a:off x="6283642" y="3142297"/>
                  <a:ext cx="8572" cy="22028"/>
                </a:xfrm>
                <a:custGeom>
                  <a:avLst/>
                  <a:gdLst>
                    <a:gd name="connsiteX0" fmla="*/ 0 w 8572"/>
                    <a:gd name="connsiteY0" fmla="*/ 10477 h 22028"/>
                    <a:gd name="connsiteX1" fmla="*/ 4763 w 8572"/>
                    <a:gd name="connsiteY1" fmla="*/ 21907 h 22028"/>
                    <a:gd name="connsiteX2" fmla="*/ 8572 w 8572"/>
                    <a:gd name="connsiteY2" fmla="*/ 11430 h 22028"/>
                    <a:gd name="connsiteX3" fmla="*/ 3810 w 8572"/>
                    <a:gd name="connsiteY3" fmla="*/ 0 h 22028"/>
                    <a:gd name="connsiteX4" fmla="*/ 0 w 8572"/>
                    <a:gd name="connsiteY4" fmla="*/ 10477 h 22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72" h="22028">
                      <a:moveTo>
                        <a:pt x="0" y="10477"/>
                      </a:moveTo>
                      <a:cubicBezTo>
                        <a:pt x="0" y="16192"/>
                        <a:pt x="1905" y="20955"/>
                        <a:pt x="4763" y="21907"/>
                      </a:cubicBezTo>
                      <a:cubicBezTo>
                        <a:pt x="7620" y="22860"/>
                        <a:pt x="8572" y="18097"/>
                        <a:pt x="8572" y="11430"/>
                      </a:cubicBezTo>
                      <a:cubicBezTo>
                        <a:pt x="8572" y="5715"/>
                        <a:pt x="6668" y="952"/>
                        <a:pt x="3810" y="0"/>
                      </a:cubicBezTo>
                      <a:cubicBezTo>
                        <a:pt x="1905" y="0"/>
                        <a:pt x="0" y="4763"/>
                        <a:pt x="0" y="10477"/>
                      </a:cubicBezTo>
                      <a:close/>
                    </a:path>
                  </a:pathLst>
                </a:custGeom>
                <a:solidFill>
                  <a:srgbClr val="E4EFF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</p:grpSp>
          <p:sp>
            <p:nvSpPr>
              <p:cNvPr id="136" name="Freeform: Shape 135"/>
              <p:cNvSpPr/>
              <p:nvPr>
                <p:custDataLst>
                  <p:tags r:id="rId68"/>
                </p:custDataLst>
              </p:nvPr>
            </p:nvSpPr>
            <p:spPr>
              <a:xfrm>
                <a:off x="6094094" y="3014555"/>
                <a:ext cx="216218" cy="109643"/>
              </a:xfrm>
              <a:custGeom>
                <a:avLst/>
                <a:gdLst>
                  <a:gd name="connsiteX0" fmla="*/ 216218 w 216218"/>
                  <a:gd name="connsiteY0" fmla="*/ 109644 h 109643"/>
                  <a:gd name="connsiteX1" fmla="*/ 216218 w 216218"/>
                  <a:gd name="connsiteY1" fmla="*/ 109644 h 109643"/>
                  <a:gd name="connsiteX2" fmla="*/ 216218 w 216218"/>
                  <a:gd name="connsiteY2" fmla="*/ 109644 h 109643"/>
                  <a:gd name="connsiteX3" fmla="*/ 77153 w 216218"/>
                  <a:gd name="connsiteY3" fmla="*/ 78211 h 109643"/>
                  <a:gd name="connsiteX4" fmla="*/ 76200 w 216218"/>
                  <a:gd name="connsiteY4" fmla="*/ 78211 h 109643"/>
                  <a:gd name="connsiteX5" fmla="*/ 76200 w 216218"/>
                  <a:gd name="connsiteY5" fmla="*/ 78211 h 109643"/>
                  <a:gd name="connsiteX6" fmla="*/ 34290 w 216218"/>
                  <a:gd name="connsiteY6" fmla="*/ 80116 h 109643"/>
                  <a:gd name="connsiteX7" fmla="*/ 11430 w 216218"/>
                  <a:gd name="connsiteY7" fmla="*/ 87736 h 109643"/>
                  <a:gd name="connsiteX8" fmla="*/ 2857 w 216218"/>
                  <a:gd name="connsiteY8" fmla="*/ 97261 h 109643"/>
                  <a:gd name="connsiteX9" fmla="*/ 0 w 216218"/>
                  <a:gd name="connsiteY9" fmla="*/ 96309 h 109643"/>
                  <a:gd name="connsiteX10" fmla="*/ 112395 w 216218"/>
                  <a:gd name="connsiteY10" fmla="*/ 106 h 109643"/>
                  <a:gd name="connsiteX11" fmla="*/ 161925 w 216218"/>
                  <a:gd name="connsiteY11" fmla="*/ 11536 h 109643"/>
                  <a:gd name="connsiteX12" fmla="*/ 161925 w 216218"/>
                  <a:gd name="connsiteY12" fmla="*/ 11536 h 109643"/>
                  <a:gd name="connsiteX13" fmla="*/ 216218 w 216218"/>
                  <a:gd name="connsiteY13" fmla="*/ 109644 h 109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6218" h="109643">
                    <a:moveTo>
                      <a:pt x="216218" y="109644"/>
                    </a:moveTo>
                    <a:cubicBezTo>
                      <a:pt x="216218" y="109644"/>
                      <a:pt x="216218" y="109644"/>
                      <a:pt x="216218" y="109644"/>
                    </a:cubicBezTo>
                    <a:cubicBezTo>
                      <a:pt x="216218" y="109644"/>
                      <a:pt x="216218" y="109644"/>
                      <a:pt x="216218" y="109644"/>
                    </a:cubicBezTo>
                    <a:cubicBezTo>
                      <a:pt x="216218" y="109644"/>
                      <a:pt x="144780" y="80116"/>
                      <a:pt x="77153" y="78211"/>
                    </a:cubicBezTo>
                    <a:cubicBezTo>
                      <a:pt x="77153" y="78211"/>
                      <a:pt x="77153" y="78211"/>
                      <a:pt x="76200" y="78211"/>
                    </a:cubicBezTo>
                    <a:cubicBezTo>
                      <a:pt x="76200" y="78211"/>
                      <a:pt x="76200" y="78211"/>
                      <a:pt x="76200" y="78211"/>
                    </a:cubicBezTo>
                    <a:cubicBezTo>
                      <a:pt x="58103" y="78211"/>
                      <a:pt x="44768" y="79164"/>
                      <a:pt x="34290" y="80116"/>
                    </a:cubicBezTo>
                    <a:cubicBezTo>
                      <a:pt x="22860" y="82021"/>
                      <a:pt x="16193" y="84879"/>
                      <a:pt x="11430" y="87736"/>
                    </a:cubicBezTo>
                    <a:cubicBezTo>
                      <a:pt x="4763" y="92499"/>
                      <a:pt x="3810" y="96309"/>
                      <a:pt x="2857" y="97261"/>
                    </a:cubicBezTo>
                    <a:cubicBezTo>
                      <a:pt x="0" y="98214"/>
                      <a:pt x="0" y="96309"/>
                      <a:pt x="0" y="96309"/>
                    </a:cubicBezTo>
                    <a:cubicBezTo>
                      <a:pt x="0" y="96309"/>
                      <a:pt x="6668" y="-3704"/>
                      <a:pt x="112395" y="106"/>
                    </a:cubicBezTo>
                    <a:cubicBezTo>
                      <a:pt x="132398" y="1059"/>
                      <a:pt x="148590" y="4869"/>
                      <a:pt x="161925" y="11536"/>
                    </a:cubicBezTo>
                    <a:cubicBezTo>
                      <a:pt x="161925" y="11536"/>
                      <a:pt x="161925" y="11536"/>
                      <a:pt x="161925" y="11536"/>
                    </a:cubicBezTo>
                    <a:cubicBezTo>
                      <a:pt x="217170" y="38206"/>
                      <a:pt x="216218" y="104881"/>
                      <a:pt x="216218" y="109644"/>
                    </a:cubicBezTo>
                    <a:close/>
                  </a:path>
                </a:pathLst>
              </a:custGeom>
              <a:solidFill>
                <a:srgbClr val="E3EEE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37" name="Freeform: Shape 136"/>
              <p:cNvSpPr/>
              <p:nvPr>
                <p:custDataLst>
                  <p:tags r:id="rId69"/>
                </p:custDataLst>
              </p:nvPr>
            </p:nvSpPr>
            <p:spPr>
              <a:xfrm>
                <a:off x="6097509" y="3014561"/>
                <a:ext cx="108979" cy="82253"/>
              </a:xfrm>
              <a:custGeom>
                <a:avLst/>
                <a:gdLst>
                  <a:gd name="connsiteX0" fmla="*/ 108980 w 108979"/>
                  <a:gd name="connsiteY0" fmla="*/ 100 h 82253"/>
                  <a:gd name="connsiteX1" fmla="*/ 84215 w 108979"/>
                  <a:gd name="connsiteY1" fmla="*/ 8673 h 82253"/>
                  <a:gd name="connsiteX2" fmla="*/ 68975 w 108979"/>
                  <a:gd name="connsiteY2" fmla="*/ 17245 h 82253"/>
                  <a:gd name="connsiteX3" fmla="*/ 42305 w 108979"/>
                  <a:gd name="connsiteY3" fmla="*/ 45820 h 82253"/>
                  <a:gd name="connsiteX4" fmla="*/ 33732 w 108979"/>
                  <a:gd name="connsiteY4" fmla="*/ 67728 h 82253"/>
                  <a:gd name="connsiteX5" fmla="*/ 17540 w 108979"/>
                  <a:gd name="connsiteY5" fmla="*/ 80110 h 82253"/>
                  <a:gd name="connsiteX6" fmla="*/ 9920 w 108979"/>
                  <a:gd name="connsiteY6" fmla="*/ 82015 h 82253"/>
                  <a:gd name="connsiteX7" fmla="*/ 395 w 108979"/>
                  <a:gd name="connsiteY7" fmla="*/ 81063 h 82253"/>
                  <a:gd name="connsiteX8" fmla="*/ 1347 w 108979"/>
                  <a:gd name="connsiteY8" fmla="*/ 77253 h 82253"/>
                  <a:gd name="connsiteX9" fmla="*/ 3252 w 108979"/>
                  <a:gd name="connsiteY9" fmla="*/ 69633 h 82253"/>
                  <a:gd name="connsiteX10" fmla="*/ 33732 w 108979"/>
                  <a:gd name="connsiteY10" fmla="*/ 22960 h 82253"/>
                  <a:gd name="connsiteX11" fmla="*/ 108980 w 108979"/>
                  <a:gd name="connsiteY11" fmla="*/ 100 h 82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8979" h="82253">
                    <a:moveTo>
                      <a:pt x="108980" y="100"/>
                    </a:moveTo>
                    <a:cubicBezTo>
                      <a:pt x="108980" y="100"/>
                      <a:pt x="97550" y="2005"/>
                      <a:pt x="84215" y="8673"/>
                    </a:cubicBezTo>
                    <a:cubicBezTo>
                      <a:pt x="78500" y="11530"/>
                      <a:pt x="73737" y="14388"/>
                      <a:pt x="68975" y="17245"/>
                    </a:cubicBezTo>
                    <a:cubicBezTo>
                      <a:pt x="58497" y="24865"/>
                      <a:pt x="48972" y="34390"/>
                      <a:pt x="42305" y="45820"/>
                    </a:cubicBezTo>
                    <a:cubicBezTo>
                      <a:pt x="38495" y="52488"/>
                      <a:pt x="35637" y="60108"/>
                      <a:pt x="33732" y="67728"/>
                    </a:cubicBezTo>
                    <a:cubicBezTo>
                      <a:pt x="31827" y="75348"/>
                      <a:pt x="23255" y="78205"/>
                      <a:pt x="17540" y="80110"/>
                    </a:cubicBezTo>
                    <a:cubicBezTo>
                      <a:pt x="14682" y="81063"/>
                      <a:pt x="12777" y="81063"/>
                      <a:pt x="9920" y="82015"/>
                    </a:cubicBezTo>
                    <a:cubicBezTo>
                      <a:pt x="8015" y="82015"/>
                      <a:pt x="1347" y="82968"/>
                      <a:pt x="395" y="81063"/>
                    </a:cubicBezTo>
                    <a:cubicBezTo>
                      <a:pt x="-558" y="80110"/>
                      <a:pt x="395" y="78205"/>
                      <a:pt x="1347" y="77253"/>
                    </a:cubicBezTo>
                    <a:cubicBezTo>
                      <a:pt x="2300" y="74395"/>
                      <a:pt x="3252" y="72490"/>
                      <a:pt x="3252" y="69633"/>
                    </a:cubicBezTo>
                    <a:cubicBezTo>
                      <a:pt x="8967" y="51535"/>
                      <a:pt x="19445" y="35343"/>
                      <a:pt x="33732" y="22960"/>
                    </a:cubicBezTo>
                    <a:cubicBezTo>
                      <a:pt x="54687" y="4863"/>
                      <a:pt x="82310" y="-852"/>
                      <a:pt x="108980" y="100"/>
                    </a:cubicBezTo>
                    <a:close/>
                  </a:path>
                </a:pathLst>
              </a:custGeom>
              <a:solidFill>
                <a:srgbClr val="CCE0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grpSp>
            <p:nvGrpSpPr>
              <p:cNvPr id="138" name="Graphic 2"/>
              <p:cNvGrpSpPr/>
              <p:nvPr/>
            </p:nvGrpSpPr>
            <p:grpSpPr>
              <a:xfrm>
                <a:off x="6093842" y="3071812"/>
                <a:ext cx="218521" cy="58929"/>
                <a:chOff x="6093842" y="3071812"/>
                <a:chExt cx="218521" cy="58929"/>
              </a:xfrm>
            </p:grpSpPr>
            <p:grpSp>
              <p:nvGrpSpPr>
                <p:cNvPr id="139" name="Graphic 2"/>
                <p:cNvGrpSpPr/>
                <p:nvPr/>
              </p:nvGrpSpPr>
              <p:grpSpPr>
                <a:xfrm>
                  <a:off x="6093842" y="3071812"/>
                  <a:ext cx="205277" cy="58929"/>
                  <a:chOff x="6093842" y="3071812"/>
                  <a:chExt cx="205277" cy="58929"/>
                </a:xfrm>
              </p:grpSpPr>
              <p:sp>
                <p:nvSpPr>
                  <p:cNvPr id="140" name="Freeform: Shape 139"/>
                  <p:cNvSpPr/>
                  <p:nvPr>
                    <p:custDataLst>
                      <p:tags r:id="rId78"/>
                    </p:custDataLst>
                  </p:nvPr>
                </p:nvSpPr>
                <p:spPr>
                  <a:xfrm>
                    <a:off x="6095939" y="3083196"/>
                    <a:ext cx="203180" cy="47544"/>
                  </a:xfrm>
                  <a:custGeom>
                    <a:avLst/>
                    <a:gdLst>
                      <a:gd name="connsiteX0" fmla="*/ 71497 w 203180"/>
                      <a:gd name="connsiteY0" fmla="*/ 45 h 47544"/>
                      <a:gd name="connsiteX1" fmla="*/ 4822 w 203180"/>
                      <a:gd name="connsiteY1" fmla="*/ 17190 h 47544"/>
                      <a:gd name="connsiteX2" fmla="*/ 60 w 203180"/>
                      <a:gd name="connsiteY2" fmla="*/ 42908 h 47544"/>
                      <a:gd name="connsiteX3" fmla="*/ 3870 w 203180"/>
                      <a:gd name="connsiteY3" fmla="*/ 36240 h 47544"/>
                      <a:gd name="connsiteX4" fmla="*/ 74355 w 203180"/>
                      <a:gd name="connsiteY4" fmla="*/ 20048 h 47544"/>
                      <a:gd name="connsiteX5" fmla="*/ 202942 w 203180"/>
                      <a:gd name="connsiteY5" fmla="*/ 46718 h 47544"/>
                      <a:gd name="connsiteX6" fmla="*/ 201990 w 203180"/>
                      <a:gd name="connsiteY6" fmla="*/ 38145 h 47544"/>
                      <a:gd name="connsiteX7" fmla="*/ 71497 w 203180"/>
                      <a:gd name="connsiteY7" fmla="*/ 45 h 475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03180" h="47544">
                        <a:moveTo>
                          <a:pt x="71497" y="45"/>
                        </a:moveTo>
                        <a:cubicBezTo>
                          <a:pt x="18157" y="-907"/>
                          <a:pt x="9585" y="13380"/>
                          <a:pt x="4822" y="17190"/>
                        </a:cubicBezTo>
                        <a:cubicBezTo>
                          <a:pt x="-893" y="35288"/>
                          <a:pt x="60" y="42908"/>
                          <a:pt x="60" y="42908"/>
                        </a:cubicBezTo>
                        <a:cubicBezTo>
                          <a:pt x="60" y="42908"/>
                          <a:pt x="1012" y="37193"/>
                          <a:pt x="3870" y="36240"/>
                        </a:cubicBezTo>
                        <a:cubicBezTo>
                          <a:pt x="7680" y="34335"/>
                          <a:pt x="2917" y="18143"/>
                          <a:pt x="74355" y="20048"/>
                        </a:cubicBezTo>
                        <a:cubicBezTo>
                          <a:pt x="141982" y="21953"/>
                          <a:pt x="202942" y="46718"/>
                          <a:pt x="202942" y="46718"/>
                        </a:cubicBezTo>
                        <a:cubicBezTo>
                          <a:pt x="202942" y="46718"/>
                          <a:pt x="203895" y="51480"/>
                          <a:pt x="201990" y="38145"/>
                        </a:cubicBezTo>
                        <a:cubicBezTo>
                          <a:pt x="188655" y="33383"/>
                          <a:pt x="131505" y="1950"/>
                          <a:pt x="71497" y="45"/>
                        </a:cubicBezTo>
                        <a:close/>
                      </a:path>
                    </a:pathLst>
                  </a:custGeom>
                  <a:solidFill>
                    <a:srgbClr val="779B9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</a:lstStyle>
                  <a:p>
                    <a:endParaRPr lang="en-US"/>
                  </a:p>
                </p:txBody>
              </p:sp>
              <p:sp>
                <p:nvSpPr>
                  <p:cNvPr id="141" name="Freeform: Shape 140"/>
                  <p:cNvSpPr/>
                  <p:nvPr>
                    <p:custDataLst>
                      <p:tags r:id="rId79"/>
                    </p:custDataLst>
                  </p:nvPr>
                </p:nvSpPr>
                <p:spPr>
                  <a:xfrm>
                    <a:off x="6094034" y="3076529"/>
                    <a:ext cx="203180" cy="47544"/>
                  </a:xfrm>
                  <a:custGeom>
                    <a:avLst/>
                    <a:gdLst>
                      <a:gd name="connsiteX0" fmla="*/ 71497 w 203180"/>
                      <a:gd name="connsiteY0" fmla="*/ 45 h 47544"/>
                      <a:gd name="connsiteX1" fmla="*/ 4822 w 203180"/>
                      <a:gd name="connsiteY1" fmla="*/ 17190 h 47544"/>
                      <a:gd name="connsiteX2" fmla="*/ 60 w 203180"/>
                      <a:gd name="connsiteY2" fmla="*/ 42908 h 47544"/>
                      <a:gd name="connsiteX3" fmla="*/ 3870 w 203180"/>
                      <a:gd name="connsiteY3" fmla="*/ 36240 h 47544"/>
                      <a:gd name="connsiteX4" fmla="*/ 72450 w 203180"/>
                      <a:gd name="connsiteY4" fmla="*/ 22905 h 47544"/>
                      <a:gd name="connsiteX5" fmla="*/ 202942 w 203180"/>
                      <a:gd name="connsiteY5" fmla="*/ 46718 h 47544"/>
                      <a:gd name="connsiteX6" fmla="*/ 201990 w 203180"/>
                      <a:gd name="connsiteY6" fmla="*/ 38145 h 47544"/>
                      <a:gd name="connsiteX7" fmla="*/ 71497 w 203180"/>
                      <a:gd name="connsiteY7" fmla="*/ 45 h 475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03180" h="47544">
                        <a:moveTo>
                          <a:pt x="71497" y="45"/>
                        </a:moveTo>
                        <a:cubicBezTo>
                          <a:pt x="18157" y="-907"/>
                          <a:pt x="9585" y="13380"/>
                          <a:pt x="4822" y="17190"/>
                        </a:cubicBezTo>
                        <a:cubicBezTo>
                          <a:pt x="-893" y="35288"/>
                          <a:pt x="60" y="42908"/>
                          <a:pt x="60" y="42908"/>
                        </a:cubicBezTo>
                        <a:cubicBezTo>
                          <a:pt x="60" y="42908"/>
                          <a:pt x="1012" y="37193"/>
                          <a:pt x="3870" y="36240"/>
                        </a:cubicBezTo>
                        <a:cubicBezTo>
                          <a:pt x="7680" y="34335"/>
                          <a:pt x="1012" y="21000"/>
                          <a:pt x="72450" y="22905"/>
                        </a:cubicBezTo>
                        <a:cubicBezTo>
                          <a:pt x="140077" y="24810"/>
                          <a:pt x="202942" y="46718"/>
                          <a:pt x="202942" y="46718"/>
                        </a:cubicBezTo>
                        <a:cubicBezTo>
                          <a:pt x="202942" y="46718"/>
                          <a:pt x="203895" y="51480"/>
                          <a:pt x="201990" y="38145"/>
                        </a:cubicBezTo>
                        <a:cubicBezTo>
                          <a:pt x="189607" y="33383"/>
                          <a:pt x="132457" y="998"/>
                          <a:pt x="71497" y="45"/>
                        </a:cubicBezTo>
                        <a:close/>
                      </a:path>
                    </a:pathLst>
                  </a:custGeom>
                  <a:solidFill>
                    <a:srgbClr val="87B6B9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</a:lstStyle>
                  <a:p>
                    <a:endParaRPr lang="en-US"/>
                  </a:p>
                </p:txBody>
              </p:sp>
              <p:sp>
                <p:nvSpPr>
                  <p:cNvPr id="142" name="Freeform: Shape 141"/>
                  <p:cNvSpPr/>
                  <p:nvPr>
                    <p:custDataLst>
                      <p:tags r:id="rId80"/>
                    </p:custDataLst>
                  </p:nvPr>
                </p:nvSpPr>
                <p:spPr>
                  <a:xfrm>
                    <a:off x="6093842" y="3071812"/>
                    <a:ext cx="202420" cy="47434"/>
                  </a:xfrm>
                  <a:custGeom>
                    <a:avLst/>
                    <a:gdLst>
                      <a:gd name="connsiteX0" fmla="*/ 202182 w 202420"/>
                      <a:gd name="connsiteY0" fmla="*/ 46673 h 47434"/>
                      <a:gd name="connsiteX1" fmla="*/ 101217 w 202420"/>
                      <a:gd name="connsiteY1" fmla="*/ 24765 h 47434"/>
                      <a:gd name="connsiteX2" fmla="*/ 71689 w 202420"/>
                      <a:gd name="connsiteY2" fmla="*/ 22860 h 47434"/>
                      <a:gd name="connsiteX3" fmla="*/ 52639 w 202420"/>
                      <a:gd name="connsiteY3" fmla="*/ 22860 h 47434"/>
                      <a:gd name="connsiteX4" fmla="*/ 31684 w 202420"/>
                      <a:gd name="connsiteY4" fmla="*/ 23813 h 47434"/>
                      <a:gd name="connsiteX5" fmla="*/ 3109 w 202420"/>
                      <a:gd name="connsiteY5" fmla="*/ 36195 h 47434"/>
                      <a:gd name="connsiteX6" fmla="*/ 252 w 202420"/>
                      <a:gd name="connsiteY6" fmla="*/ 44768 h 47434"/>
                      <a:gd name="connsiteX7" fmla="*/ 5014 w 202420"/>
                      <a:gd name="connsiteY7" fmla="*/ 17145 h 47434"/>
                      <a:gd name="connsiteX8" fmla="*/ 34542 w 202420"/>
                      <a:gd name="connsiteY8" fmla="*/ 2857 h 47434"/>
                      <a:gd name="connsiteX9" fmla="*/ 59307 w 202420"/>
                      <a:gd name="connsiteY9" fmla="*/ 0 h 47434"/>
                      <a:gd name="connsiteX10" fmla="*/ 71689 w 202420"/>
                      <a:gd name="connsiteY10" fmla="*/ 0 h 47434"/>
                      <a:gd name="connsiteX11" fmla="*/ 106932 w 202420"/>
                      <a:gd name="connsiteY11" fmla="*/ 3810 h 47434"/>
                      <a:gd name="connsiteX12" fmla="*/ 201229 w 202420"/>
                      <a:gd name="connsiteY12" fmla="*/ 37147 h 47434"/>
                      <a:gd name="connsiteX13" fmla="*/ 202182 w 202420"/>
                      <a:gd name="connsiteY13" fmla="*/ 46673 h 474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02420" h="47434">
                        <a:moveTo>
                          <a:pt x="202182" y="46673"/>
                        </a:moveTo>
                        <a:cubicBezTo>
                          <a:pt x="202182" y="46673"/>
                          <a:pt x="156462" y="30480"/>
                          <a:pt x="101217" y="24765"/>
                        </a:cubicBezTo>
                        <a:cubicBezTo>
                          <a:pt x="91692" y="23813"/>
                          <a:pt x="81214" y="22860"/>
                          <a:pt x="71689" y="22860"/>
                        </a:cubicBezTo>
                        <a:cubicBezTo>
                          <a:pt x="64069" y="22860"/>
                          <a:pt x="58354" y="22860"/>
                          <a:pt x="52639" y="22860"/>
                        </a:cubicBezTo>
                        <a:cubicBezTo>
                          <a:pt x="44067" y="22860"/>
                          <a:pt x="37399" y="23813"/>
                          <a:pt x="31684" y="23813"/>
                        </a:cubicBezTo>
                        <a:cubicBezTo>
                          <a:pt x="3109" y="26670"/>
                          <a:pt x="5967" y="35243"/>
                          <a:pt x="3109" y="36195"/>
                        </a:cubicBezTo>
                        <a:cubicBezTo>
                          <a:pt x="252" y="37147"/>
                          <a:pt x="252" y="44768"/>
                          <a:pt x="252" y="44768"/>
                        </a:cubicBezTo>
                        <a:cubicBezTo>
                          <a:pt x="252" y="44768"/>
                          <a:pt x="-1653" y="35243"/>
                          <a:pt x="5014" y="17145"/>
                        </a:cubicBezTo>
                        <a:cubicBezTo>
                          <a:pt x="8824" y="14288"/>
                          <a:pt x="13587" y="6668"/>
                          <a:pt x="34542" y="2857"/>
                        </a:cubicBezTo>
                        <a:cubicBezTo>
                          <a:pt x="41209" y="1905"/>
                          <a:pt x="49782" y="953"/>
                          <a:pt x="59307" y="0"/>
                        </a:cubicBezTo>
                        <a:cubicBezTo>
                          <a:pt x="63117" y="0"/>
                          <a:pt x="66927" y="0"/>
                          <a:pt x="71689" y="0"/>
                        </a:cubicBezTo>
                        <a:cubicBezTo>
                          <a:pt x="83119" y="0"/>
                          <a:pt x="95502" y="1905"/>
                          <a:pt x="106932" y="3810"/>
                        </a:cubicBezTo>
                        <a:cubicBezTo>
                          <a:pt x="153604" y="12382"/>
                          <a:pt x="191704" y="34290"/>
                          <a:pt x="201229" y="37147"/>
                        </a:cubicBezTo>
                        <a:cubicBezTo>
                          <a:pt x="203134" y="51435"/>
                          <a:pt x="202182" y="46673"/>
                          <a:pt x="202182" y="46673"/>
                        </a:cubicBezTo>
                        <a:close/>
                      </a:path>
                    </a:pathLst>
                  </a:custGeom>
                  <a:solidFill>
                    <a:srgbClr val="BCD6D7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</a:lstStyle>
                  <a:p>
                    <a:endParaRPr lang="en-US"/>
                  </a:p>
                </p:txBody>
              </p:sp>
              <p:sp>
                <p:nvSpPr>
                  <p:cNvPr id="143" name="Freeform: Shape 142"/>
                  <p:cNvSpPr/>
                  <p:nvPr>
                    <p:custDataLst>
                      <p:tags r:id="rId81"/>
                    </p:custDataLst>
                  </p:nvPr>
                </p:nvSpPr>
                <p:spPr>
                  <a:xfrm>
                    <a:off x="6093842" y="3075621"/>
                    <a:ext cx="33589" cy="41909"/>
                  </a:xfrm>
                  <a:custGeom>
                    <a:avLst/>
                    <a:gdLst>
                      <a:gd name="connsiteX0" fmla="*/ 33589 w 33589"/>
                      <a:gd name="connsiteY0" fmla="*/ 0 h 41909"/>
                      <a:gd name="connsiteX1" fmla="*/ 31684 w 33589"/>
                      <a:gd name="connsiteY1" fmla="*/ 20003 h 41909"/>
                      <a:gd name="connsiteX2" fmla="*/ 31684 w 33589"/>
                      <a:gd name="connsiteY2" fmla="*/ 20955 h 41909"/>
                      <a:gd name="connsiteX3" fmla="*/ 3109 w 33589"/>
                      <a:gd name="connsiteY3" fmla="*/ 33338 h 41909"/>
                      <a:gd name="connsiteX4" fmla="*/ 252 w 33589"/>
                      <a:gd name="connsiteY4" fmla="*/ 41910 h 41909"/>
                      <a:gd name="connsiteX5" fmla="*/ 5014 w 33589"/>
                      <a:gd name="connsiteY5" fmla="*/ 14288 h 41909"/>
                      <a:gd name="connsiteX6" fmla="*/ 33589 w 33589"/>
                      <a:gd name="connsiteY6" fmla="*/ 0 h 419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3589" h="41909">
                        <a:moveTo>
                          <a:pt x="33589" y="0"/>
                        </a:moveTo>
                        <a:cubicBezTo>
                          <a:pt x="31684" y="9525"/>
                          <a:pt x="31684" y="20003"/>
                          <a:pt x="31684" y="20003"/>
                        </a:cubicBezTo>
                        <a:cubicBezTo>
                          <a:pt x="31684" y="20003"/>
                          <a:pt x="31684" y="20955"/>
                          <a:pt x="31684" y="20955"/>
                        </a:cubicBezTo>
                        <a:cubicBezTo>
                          <a:pt x="3109" y="23813"/>
                          <a:pt x="5967" y="32385"/>
                          <a:pt x="3109" y="33338"/>
                        </a:cubicBezTo>
                        <a:cubicBezTo>
                          <a:pt x="252" y="34290"/>
                          <a:pt x="252" y="41910"/>
                          <a:pt x="252" y="41910"/>
                        </a:cubicBezTo>
                        <a:cubicBezTo>
                          <a:pt x="252" y="41910"/>
                          <a:pt x="-1653" y="32385"/>
                          <a:pt x="5014" y="14288"/>
                        </a:cubicBezTo>
                        <a:cubicBezTo>
                          <a:pt x="7872" y="11430"/>
                          <a:pt x="13587" y="3810"/>
                          <a:pt x="33589" y="0"/>
                        </a:cubicBezTo>
                        <a:close/>
                      </a:path>
                    </a:pathLst>
                  </a:custGeom>
                  <a:solidFill>
                    <a:srgbClr val="8BB8B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</a:lstStyle>
                  <a:p>
                    <a:endParaRPr lang="en-US"/>
                  </a:p>
                </p:txBody>
              </p:sp>
              <p:sp>
                <p:nvSpPr>
                  <p:cNvPr id="144" name="Freeform: Shape 143"/>
                  <p:cNvSpPr/>
                  <p:nvPr>
                    <p:custDataLst>
                      <p:tags r:id="rId82"/>
                    </p:custDataLst>
                  </p:nvPr>
                </p:nvSpPr>
                <p:spPr>
                  <a:xfrm>
                    <a:off x="6146481" y="3073717"/>
                    <a:ext cx="53340" cy="23812"/>
                  </a:xfrm>
                  <a:custGeom>
                    <a:avLst/>
                    <a:gdLst>
                      <a:gd name="connsiteX0" fmla="*/ 53340 w 53340"/>
                      <a:gd name="connsiteY0" fmla="*/ 3810 h 23812"/>
                      <a:gd name="connsiteX1" fmla="*/ 48578 w 53340"/>
                      <a:gd name="connsiteY1" fmla="*/ 23813 h 23812"/>
                      <a:gd name="connsiteX2" fmla="*/ 19050 w 53340"/>
                      <a:gd name="connsiteY2" fmla="*/ 21907 h 23812"/>
                      <a:gd name="connsiteX3" fmla="*/ 0 w 53340"/>
                      <a:gd name="connsiteY3" fmla="*/ 21907 h 23812"/>
                      <a:gd name="connsiteX4" fmla="*/ 6668 w 53340"/>
                      <a:gd name="connsiteY4" fmla="*/ 0 h 23812"/>
                      <a:gd name="connsiteX5" fmla="*/ 19050 w 53340"/>
                      <a:gd name="connsiteY5" fmla="*/ 0 h 23812"/>
                      <a:gd name="connsiteX6" fmla="*/ 53340 w 53340"/>
                      <a:gd name="connsiteY6" fmla="*/ 3810 h 238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3340" h="23812">
                        <a:moveTo>
                          <a:pt x="53340" y="3810"/>
                        </a:moveTo>
                        <a:cubicBezTo>
                          <a:pt x="50482" y="9525"/>
                          <a:pt x="48578" y="17145"/>
                          <a:pt x="48578" y="23813"/>
                        </a:cubicBezTo>
                        <a:cubicBezTo>
                          <a:pt x="39053" y="22860"/>
                          <a:pt x="28575" y="21907"/>
                          <a:pt x="19050" y="21907"/>
                        </a:cubicBezTo>
                        <a:cubicBezTo>
                          <a:pt x="11430" y="21907"/>
                          <a:pt x="5715" y="21907"/>
                          <a:pt x="0" y="21907"/>
                        </a:cubicBezTo>
                        <a:cubicBezTo>
                          <a:pt x="1905" y="11430"/>
                          <a:pt x="4763" y="3810"/>
                          <a:pt x="6668" y="0"/>
                        </a:cubicBezTo>
                        <a:cubicBezTo>
                          <a:pt x="10478" y="0"/>
                          <a:pt x="14288" y="0"/>
                          <a:pt x="19050" y="0"/>
                        </a:cubicBezTo>
                        <a:cubicBezTo>
                          <a:pt x="30480" y="0"/>
                          <a:pt x="42863" y="952"/>
                          <a:pt x="53340" y="3810"/>
                        </a:cubicBezTo>
                        <a:close/>
                      </a:path>
                    </a:pathLst>
                  </a:custGeom>
                  <a:solidFill>
                    <a:srgbClr val="D4E5E6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</a:lstStyle>
                  <a:p>
                    <a:endParaRPr lang="en-US"/>
                  </a:p>
                </p:txBody>
              </p:sp>
            </p:grpSp>
            <p:sp>
              <p:nvSpPr>
                <p:cNvPr id="145" name="Freeform: Shape 144"/>
                <p:cNvSpPr/>
                <p:nvPr>
                  <p:custDataLst>
                    <p:tags r:id="rId76"/>
                  </p:custDataLst>
                </p:nvPr>
              </p:nvSpPr>
              <p:spPr>
                <a:xfrm>
                  <a:off x="6284449" y="3095454"/>
                  <a:ext cx="26007" cy="34848"/>
                </a:xfrm>
                <a:custGeom>
                  <a:avLst/>
                  <a:gdLst>
                    <a:gd name="connsiteX0" fmla="*/ 25862 w 26007"/>
                    <a:gd name="connsiteY0" fmla="*/ 9695 h 34848"/>
                    <a:gd name="connsiteX1" fmla="*/ 16337 w 26007"/>
                    <a:gd name="connsiteY1" fmla="*/ 32555 h 34848"/>
                    <a:gd name="connsiteX2" fmla="*/ 145 w 26007"/>
                    <a:gd name="connsiteY2" fmla="*/ 25887 h 34848"/>
                    <a:gd name="connsiteX3" fmla="*/ 9670 w 26007"/>
                    <a:gd name="connsiteY3" fmla="*/ 2075 h 34848"/>
                    <a:gd name="connsiteX4" fmla="*/ 25862 w 26007"/>
                    <a:gd name="connsiteY4" fmla="*/ 9695 h 348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007" h="34848">
                      <a:moveTo>
                        <a:pt x="25862" y="9695"/>
                      </a:moveTo>
                      <a:cubicBezTo>
                        <a:pt x="26815" y="17315"/>
                        <a:pt x="23005" y="27792"/>
                        <a:pt x="16337" y="32555"/>
                      </a:cubicBezTo>
                      <a:cubicBezTo>
                        <a:pt x="9670" y="37317"/>
                        <a:pt x="1097" y="34460"/>
                        <a:pt x="145" y="25887"/>
                      </a:cubicBezTo>
                      <a:cubicBezTo>
                        <a:pt x="-808" y="18267"/>
                        <a:pt x="3002" y="7790"/>
                        <a:pt x="9670" y="2075"/>
                      </a:cubicBezTo>
                      <a:cubicBezTo>
                        <a:pt x="16337" y="-2688"/>
                        <a:pt x="24910" y="1122"/>
                        <a:pt x="25862" y="9695"/>
                      </a:cubicBezTo>
                      <a:close/>
                    </a:path>
                  </a:pathLst>
                </a:custGeom>
                <a:solidFill>
                  <a:srgbClr val="A4C6C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  <p:sp>
              <p:nvSpPr>
                <p:cNvPr id="146" name="Freeform: Shape 145"/>
                <p:cNvSpPr/>
                <p:nvPr>
                  <p:custDataLst>
                    <p:tags r:id="rId77"/>
                  </p:custDataLst>
                </p:nvPr>
              </p:nvSpPr>
              <p:spPr>
                <a:xfrm>
                  <a:off x="6292067" y="3099695"/>
                  <a:ext cx="20296" cy="30910"/>
                </a:xfrm>
                <a:custGeom>
                  <a:avLst/>
                  <a:gdLst>
                    <a:gd name="connsiteX0" fmla="*/ 20149 w 20296"/>
                    <a:gd name="connsiteY0" fmla="*/ 7359 h 30910"/>
                    <a:gd name="connsiteX1" fmla="*/ 12529 w 20296"/>
                    <a:gd name="connsiteY1" fmla="*/ 28314 h 30910"/>
                    <a:gd name="connsiteX2" fmla="*/ 147 w 20296"/>
                    <a:gd name="connsiteY2" fmla="*/ 23551 h 30910"/>
                    <a:gd name="connsiteX3" fmla="*/ 7767 w 20296"/>
                    <a:gd name="connsiteY3" fmla="*/ 2596 h 30910"/>
                    <a:gd name="connsiteX4" fmla="*/ 20149 w 20296"/>
                    <a:gd name="connsiteY4" fmla="*/ 7359 h 30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296" h="30910">
                      <a:moveTo>
                        <a:pt x="20149" y="7359"/>
                      </a:moveTo>
                      <a:cubicBezTo>
                        <a:pt x="21102" y="14026"/>
                        <a:pt x="17292" y="23551"/>
                        <a:pt x="12529" y="28314"/>
                      </a:cubicBezTo>
                      <a:cubicBezTo>
                        <a:pt x="6814" y="33076"/>
                        <a:pt x="2052" y="31171"/>
                        <a:pt x="147" y="23551"/>
                      </a:cubicBezTo>
                      <a:cubicBezTo>
                        <a:pt x="-806" y="16884"/>
                        <a:pt x="3004" y="7359"/>
                        <a:pt x="7767" y="2596"/>
                      </a:cubicBezTo>
                      <a:cubicBezTo>
                        <a:pt x="12529" y="-2166"/>
                        <a:pt x="18244" y="-261"/>
                        <a:pt x="20149" y="7359"/>
                      </a:cubicBezTo>
                      <a:close/>
                    </a:path>
                  </a:pathLst>
                </a:custGeom>
                <a:solidFill>
                  <a:srgbClr val="DCEAE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</p:grpSp>
          <p:grpSp>
            <p:nvGrpSpPr>
              <p:cNvPr id="147" name="Graphic 2"/>
              <p:cNvGrpSpPr/>
              <p:nvPr/>
            </p:nvGrpSpPr>
            <p:grpSpPr>
              <a:xfrm>
                <a:off x="6103143" y="3109506"/>
                <a:ext cx="166815" cy="120793"/>
                <a:chOff x="6103143" y="3109506"/>
                <a:chExt cx="166815" cy="120793"/>
              </a:xfrm>
            </p:grpSpPr>
            <p:sp>
              <p:nvSpPr>
                <p:cNvPr id="148" name="Freeform: Shape 147"/>
                <p:cNvSpPr/>
                <p:nvPr>
                  <p:custDataLst>
                    <p:tags r:id="rId71"/>
                  </p:custDataLst>
                </p:nvPr>
              </p:nvSpPr>
              <p:spPr>
                <a:xfrm>
                  <a:off x="6103143" y="3109660"/>
                  <a:ext cx="166815" cy="119688"/>
                </a:xfrm>
                <a:custGeom>
                  <a:avLst/>
                  <a:gdLst>
                    <a:gd name="connsiteX0" fmla="*/ 85249 w 166815"/>
                    <a:gd name="connsiteY0" fmla="*/ 119314 h 119688"/>
                    <a:gd name="connsiteX1" fmla="*/ 71914 w 166815"/>
                    <a:gd name="connsiteY1" fmla="*/ 117409 h 119688"/>
                    <a:gd name="connsiteX2" fmla="*/ 14764 w 166815"/>
                    <a:gd name="connsiteY2" fmla="*/ 71689 h 119688"/>
                    <a:gd name="connsiteX3" fmla="*/ 2381 w 166815"/>
                    <a:gd name="connsiteY3" fmla="*/ 38352 h 119688"/>
                    <a:gd name="connsiteX4" fmla="*/ 476 w 166815"/>
                    <a:gd name="connsiteY4" fmla="*/ 7872 h 119688"/>
                    <a:gd name="connsiteX5" fmla="*/ 55721 w 166815"/>
                    <a:gd name="connsiteY5" fmla="*/ 252 h 119688"/>
                    <a:gd name="connsiteX6" fmla="*/ 163354 w 166815"/>
                    <a:gd name="connsiteY6" fmla="*/ 14539 h 119688"/>
                    <a:gd name="connsiteX7" fmla="*/ 85249 w 166815"/>
                    <a:gd name="connsiteY7" fmla="*/ 119314 h 119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6815" h="119688">
                      <a:moveTo>
                        <a:pt x="85249" y="119314"/>
                      </a:moveTo>
                      <a:cubicBezTo>
                        <a:pt x="80486" y="119314"/>
                        <a:pt x="76676" y="118362"/>
                        <a:pt x="71914" y="117409"/>
                      </a:cubicBezTo>
                      <a:cubicBezTo>
                        <a:pt x="33814" y="107884"/>
                        <a:pt x="14764" y="71689"/>
                        <a:pt x="14764" y="71689"/>
                      </a:cubicBezTo>
                      <a:cubicBezTo>
                        <a:pt x="14764" y="71689"/>
                        <a:pt x="7144" y="57402"/>
                        <a:pt x="2381" y="38352"/>
                      </a:cubicBezTo>
                      <a:cubicBezTo>
                        <a:pt x="-1429" y="21207"/>
                        <a:pt x="476" y="7872"/>
                        <a:pt x="476" y="7872"/>
                      </a:cubicBezTo>
                      <a:cubicBezTo>
                        <a:pt x="476" y="7872"/>
                        <a:pt x="10001" y="-1653"/>
                        <a:pt x="55721" y="252"/>
                      </a:cubicBezTo>
                      <a:cubicBezTo>
                        <a:pt x="79534" y="1204"/>
                        <a:pt x="114776" y="5014"/>
                        <a:pt x="163354" y="14539"/>
                      </a:cubicBezTo>
                      <a:cubicBezTo>
                        <a:pt x="165259" y="15492"/>
                        <a:pt x="188119" y="126934"/>
                        <a:pt x="85249" y="119314"/>
                      </a:cubicBezTo>
                      <a:close/>
                    </a:path>
                  </a:pathLst>
                </a:custGeom>
                <a:solidFill>
                  <a:srgbClr val="3E848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  <p:sp>
              <p:nvSpPr>
                <p:cNvPr id="149" name="Freeform: Shape 148"/>
                <p:cNvSpPr/>
                <p:nvPr>
                  <p:custDataLst>
                    <p:tags r:id="rId72"/>
                  </p:custDataLst>
                </p:nvPr>
              </p:nvSpPr>
              <p:spPr>
                <a:xfrm>
                  <a:off x="6103143" y="3110575"/>
                  <a:ext cx="79533" cy="115541"/>
                </a:xfrm>
                <a:custGeom>
                  <a:avLst/>
                  <a:gdLst>
                    <a:gd name="connsiteX0" fmla="*/ 79534 w 79533"/>
                    <a:gd name="connsiteY0" fmla="*/ 115541 h 115541"/>
                    <a:gd name="connsiteX1" fmla="*/ 15716 w 79533"/>
                    <a:gd name="connsiteY1" fmla="*/ 70774 h 115541"/>
                    <a:gd name="connsiteX2" fmla="*/ 2381 w 79533"/>
                    <a:gd name="connsiteY2" fmla="*/ 37436 h 115541"/>
                    <a:gd name="connsiteX3" fmla="*/ 476 w 79533"/>
                    <a:gd name="connsiteY3" fmla="*/ 6956 h 115541"/>
                    <a:gd name="connsiteX4" fmla="*/ 42386 w 79533"/>
                    <a:gd name="connsiteY4" fmla="*/ 1241 h 115541"/>
                    <a:gd name="connsiteX5" fmla="*/ 79534 w 79533"/>
                    <a:gd name="connsiteY5" fmla="*/ 115541 h 1155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9533" h="115541">
                      <a:moveTo>
                        <a:pt x="79534" y="115541"/>
                      </a:moveTo>
                      <a:cubicBezTo>
                        <a:pt x="41434" y="106016"/>
                        <a:pt x="15716" y="70774"/>
                        <a:pt x="15716" y="70774"/>
                      </a:cubicBezTo>
                      <a:cubicBezTo>
                        <a:pt x="15716" y="70774"/>
                        <a:pt x="7144" y="56486"/>
                        <a:pt x="2381" y="37436"/>
                      </a:cubicBezTo>
                      <a:cubicBezTo>
                        <a:pt x="-1429" y="20291"/>
                        <a:pt x="476" y="6956"/>
                        <a:pt x="476" y="6956"/>
                      </a:cubicBezTo>
                      <a:cubicBezTo>
                        <a:pt x="476" y="6956"/>
                        <a:pt x="20479" y="-3521"/>
                        <a:pt x="42386" y="1241"/>
                      </a:cubicBezTo>
                      <a:cubicBezTo>
                        <a:pt x="36671" y="12671"/>
                        <a:pt x="40481" y="87919"/>
                        <a:pt x="79534" y="115541"/>
                      </a:cubicBezTo>
                      <a:close/>
                    </a:path>
                  </a:pathLst>
                </a:custGeom>
                <a:solidFill>
                  <a:srgbClr val="3E676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  <p:sp>
              <p:nvSpPr>
                <p:cNvPr id="150" name="Freeform: Shape 149"/>
                <p:cNvSpPr/>
                <p:nvPr>
                  <p:custDataLst>
                    <p:tags r:id="rId73"/>
                  </p:custDataLst>
                </p:nvPr>
              </p:nvSpPr>
              <p:spPr>
                <a:xfrm>
                  <a:off x="6125899" y="3110864"/>
                  <a:ext cx="100592" cy="119062"/>
                </a:xfrm>
                <a:custGeom>
                  <a:avLst/>
                  <a:gdLst>
                    <a:gd name="connsiteX0" fmla="*/ 52015 w 100592"/>
                    <a:gd name="connsiteY0" fmla="*/ 1905 h 119062"/>
                    <a:gd name="connsiteX1" fmla="*/ 27250 w 100592"/>
                    <a:gd name="connsiteY1" fmla="*/ 0 h 119062"/>
                    <a:gd name="connsiteX2" fmla="*/ 6295 w 100592"/>
                    <a:gd name="connsiteY2" fmla="*/ 0 h 119062"/>
                    <a:gd name="connsiteX3" fmla="*/ 580 w 100592"/>
                    <a:gd name="connsiteY3" fmla="*/ 6668 h 119062"/>
                    <a:gd name="connsiteX4" fmla="*/ 32965 w 100592"/>
                    <a:gd name="connsiteY4" fmla="*/ 110490 h 119062"/>
                    <a:gd name="connsiteX5" fmla="*/ 49157 w 100592"/>
                    <a:gd name="connsiteY5" fmla="*/ 117158 h 119062"/>
                    <a:gd name="connsiteX6" fmla="*/ 62492 w 100592"/>
                    <a:gd name="connsiteY6" fmla="*/ 119063 h 119062"/>
                    <a:gd name="connsiteX7" fmla="*/ 100592 w 100592"/>
                    <a:gd name="connsiteY7" fmla="*/ 111443 h 119062"/>
                    <a:gd name="connsiteX8" fmla="*/ 69160 w 100592"/>
                    <a:gd name="connsiteY8" fmla="*/ 3810 h 119062"/>
                    <a:gd name="connsiteX9" fmla="*/ 52015 w 100592"/>
                    <a:gd name="connsiteY9" fmla="*/ 1905 h 1190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0592" h="119062">
                      <a:moveTo>
                        <a:pt x="52015" y="1905"/>
                      </a:moveTo>
                      <a:cubicBezTo>
                        <a:pt x="42490" y="953"/>
                        <a:pt x="34870" y="953"/>
                        <a:pt x="27250" y="0"/>
                      </a:cubicBezTo>
                      <a:cubicBezTo>
                        <a:pt x="18677" y="0"/>
                        <a:pt x="12010" y="0"/>
                        <a:pt x="6295" y="0"/>
                      </a:cubicBezTo>
                      <a:cubicBezTo>
                        <a:pt x="3437" y="3810"/>
                        <a:pt x="580" y="6668"/>
                        <a:pt x="580" y="6668"/>
                      </a:cubicBezTo>
                      <a:cubicBezTo>
                        <a:pt x="580" y="6668"/>
                        <a:pt x="-7040" y="60960"/>
                        <a:pt x="32965" y="110490"/>
                      </a:cubicBezTo>
                      <a:cubicBezTo>
                        <a:pt x="37727" y="113348"/>
                        <a:pt x="43442" y="115253"/>
                        <a:pt x="49157" y="117158"/>
                      </a:cubicBezTo>
                      <a:cubicBezTo>
                        <a:pt x="52967" y="118110"/>
                        <a:pt x="57730" y="119063"/>
                        <a:pt x="62492" y="119063"/>
                      </a:cubicBezTo>
                      <a:cubicBezTo>
                        <a:pt x="68207" y="119063"/>
                        <a:pt x="94877" y="112395"/>
                        <a:pt x="100592" y="111443"/>
                      </a:cubicBezTo>
                      <a:cubicBezTo>
                        <a:pt x="77732" y="102870"/>
                        <a:pt x="58682" y="59055"/>
                        <a:pt x="69160" y="3810"/>
                      </a:cubicBezTo>
                      <a:cubicBezTo>
                        <a:pt x="68207" y="2858"/>
                        <a:pt x="52015" y="2858"/>
                        <a:pt x="52015" y="1905"/>
                      </a:cubicBezTo>
                      <a:close/>
                    </a:path>
                  </a:pathLst>
                </a:custGeom>
                <a:solidFill>
                  <a:srgbClr val="104F4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  <p:sp>
              <p:nvSpPr>
                <p:cNvPr id="151" name="Freeform: Shape 150"/>
                <p:cNvSpPr/>
                <p:nvPr>
                  <p:custDataLst>
                    <p:tags r:id="rId74"/>
                  </p:custDataLst>
                </p:nvPr>
              </p:nvSpPr>
              <p:spPr>
                <a:xfrm>
                  <a:off x="6103619" y="3109506"/>
                  <a:ext cx="164782" cy="24218"/>
                </a:xfrm>
                <a:custGeom>
                  <a:avLst/>
                  <a:gdLst>
                    <a:gd name="connsiteX0" fmla="*/ 163830 w 164782"/>
                    <a:gd name="connsiteY0" fmla="*/ 20408 h 24218"/>
                    <a:gd name="connsiteX1" fmla="*/ 164783 w 164782"/>
                    <a:gd name="connsiteY1" fmla="*/ 24218 h 24218"/>
                    <a:gd name="connsiteX2" fmla="*/ 162878 w 164782"/>
                    <a:gd name="connsiteY2" fmla="*/ 14693 h 24218"/>
                    <a:gd name="connsiteX3" fmla="*/ 953 w 164782"/>
                    <a:gd name="connsiteY3" fmla="*/ 8026 h 24218"/>
                    <a:gd name="connsiteX4" fmla="*/ 0 w 164782"/>
                    <a:gd name="connsiteY4" fmla="*/ 13741 h 24218"/>
                    <a:gd name="connsiteX5" fmla="*/ 163830 w 164782"/>
                    <a:gd name="connsiteY5" fmla="*/ 20408 h 24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782" h="24218">
                      <a:moveTo>
                        <a:pt x="163830" y="20408"/>
                      </a:moveTo>
                      <a:cubicBezTo>
                        <a:pt x="163830" y="20408"/>
                        <a:pt x="164783" y="21361"/>
                        <a:pt x="164783" y="24218"/>
                      </a:cubicBezTo>
                      <a:cubicBezTo>
                        <a:pt x="163830" y="15646"/>
                        <a:pt x="162878" y="14693"/>
                        <a:pt x="162878" y="14693"/>
                      </a:cubicBezTo>
                      <a:cubicBezTo>
                        <a:pt x="23813" y="-13882"/>
                        <a:pt x="953" y="8026"/>
                        <a:pt x="953" y="8026"/>
                      </a:cubicBezTo>
                      <a:cubicBezTo>
                        <a:pt x="953" y="8026"/>
                        <a:pt x="0" y="7073"/>
                        <a:pt x="0" y="13741"/>
                      </a:cubicBezTo>
                      <a:cubicBezTo>
                        <a:pt x="4763" y="10883"/>
                        <a:pt x="37148" y="-5309"/>
                        <a:pt x="163830" y="20408"/>
                      </a:cubicBezTo>
                      <a:close/>
                    </a:path>
                  </a:pathLst>
                </a:custGeom>
                <a:solidFill>
                  <a:srgbClr val="345C5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  <p:sp>
              <p:nvSpPr>
                <p:cNvPr id="152" name="Freeform: Shape 151"/>
                <p:cNvSpPr/>
                <p:nvPr>
                  <p:custDataLst>
                    <p:tags r:id="rId75"/>
                  </p:custDataLst>
                </p:nvPr>
              </p:nvSpPr>
              <p:spPr>
                <a:xfrm>
                  <a:off x="6103619" y="3129914"/>
                  <a:ext cx="165586" cy="100384"/>
                </a:xfrm>
                <a:custGeom>
                  <a:avLst/>
                  <a:gdLst>
                    <a:gd name="connsiteX0" fmla="*/ 82868 w 165586"/>
                    <a:gd name="connsiteY0" fmla="*/ 92393 h 100384"/>
                    <a:gd name="connsiteX1" fmla="*/ 13335 w 165586"/>
                    <a:gd name="connsiteY1" fmla="*/ 43815 h 100384"/>
                    <a:gd name="connsiteX2" fmla="*/ 953 w 165586"/>
                    <a:gd name="connsiteY2" fmla="*/ 11430 h 100384"/>
                    <a:gd name="connsiteX3" fmla="*/ 0 w 165586"/>
                    <a:gd name="connsiteY3" fmla="*/ 8573 h 100384"/>
                    <a:gd name="connsiteX4" fmla="*/ 1905 w 165586"/>
                    <a:gd name="connsiteY4" fmla="*/ 19050 h 100384"/>
                    <a:gd name="connsiteX5" fmla="*/ 14288 w 165586"/>
                    <a:gd name="connsiteY5" fmla="*/ 51435 h 100384"/>
                    <a:gd name="connsiteX6" fmla="*/ 83820 w 165586"/>
                    <a:gd name="connsiteY6" fmla="*/ 100013 h 100384"/>
                    <a:gd name="connsiteX7" fmla="*/ 163830 w 165586"/>
                    <a:gd name="connsiteY7" fmla="*/ 0 h 100384"/>
                    <a:gd name="connsiteX8" fmla="*/ 82868 w 165586"/>
                    <a:gd name="connsiteY8" fmla="*/ 92393 h 100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5586" h="100384">
                      <a:moveTo>
                        <a:pt x="82868" y="92393"/>
                      </a:moveTo>
                      <a:cubicBezTo>
                        <a:pt x="36195" y="88583"/>
                        <a:pt x="13335" y="43815"/>
                        <a:pt x="13335" y="43815"/>
                      </a:cubicBezTo>
                      <a:cubicBezTo>
                        <a:pt x="13335" y="43815"/>
                        <a:pt x="4763" y="30480"/>
                        <a:pt x="953" y="11430"/>
                      </a:cubicBezTo>
                      <a:cubicBezTo>
                        <a:pt x="953" y="10478"/>
                        <a:pt x="953" y="9525"/>
                        <a:pt x="0" y="8573"/>
                      </a:cubicBezTo>
                      <a:cubicBezTo>
                        <a:pt x="0" y="11430"/>
                        <a:pt x="953" y="15240"/>
                        <a:pt x="1905" y="19050"/>
                      </a:cubicBezTo>
                      <a:cubicBezTo>
                        <a:pt x="5715" y="38100"/>
                        <a:pt x="14288" y="51435"/>
                        <a:pt x="14288" y="51435"/>
                      </a:cubicBezTo>
                      <a:cubicBezTo>
                        <a:pt x="14288" y="51435"/>
                        <a:pt x="38100" y="96203"/>
                        <a:pt x="83820" y="100013"/>
                      </a:cubicBezTo>
                      <a:cubicBezTo>
                        <a:pt x="173355" y="106680"/>
                        <a:pt x="167640" y="21908"/>
                        <a:pt x="163830" y="0"/>
                      </a:cubicBezTo>
                      <a:cubicBezTo>
                        <a:pt x="167640" y="28575"/>
                        <a:pt x="164783" y="98108"/>
                        <a:pt x="82868" y="92393"/>
                      </a:cubicBezTo>
                      <a:close/>
                    </a:path>
                  </a:pathLst>
                </a:custGeom>
                <a:solidFill>
                  <a:srgbClr val="779B9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</a:lstStyle>
                <a:p>
                  <a:endParaRPr lang="en-US"/>
                </a:p>
              </p:txBody>
            </p:sp>
          </p:grpSp>
          <p:sp>
            <p:nvSpPr>
              <p:cNvPr id="153" name="Freeform: Shape 152"/>
              <p:cNvSpPr/>
              <p:nvPr>
                <p:custDataLst>
                  <p:tags r:id="rId70"/>
                </p:custDataLst>
              </p:nvPr>
            </p:nvSpPr>
            <p:spPr>
              <a:xfrm>
                <a:off x="6165848" y="3020368"/>
                <a:ext cx="77514" cy="44640"/>
              </a:xfrm>
              <a:custGeom>
                <a:avLst/>
                <a:gdLst>
                  <a:gd name="connsiteX0" fmla="*/ 53024 w 77514"/>
                  <a:gd name="connsiteY0" fmla="*/ 9 h 44640"/>
                  <a:gd name="connsiteX1" fmla="*/ 8256 w 77514"/>
                  <a:gd name="connsiteY1" fmla="*/ 17154 h 44640"/>
                  <a:gd name="connsiteX2" fmla="*/ 5399 w 77514"/>
                  <a:gd name="connsiteY2" fmla="*/ 19059 h 44640"/>
                  <a:gd name="connsiteX3" fmla="*/ 9209 w 77514"/>
                  <a:gd name="connsiteY3" fmla="*/ 42871 h 44640"/>
                  <a:gd name="connsiteX4" fmla="*/ 13019 w 77514"/>
                  <a:gd name="connsiteY4" fmla="*/ 43824 h 44640"/>
                  <a:gd name="connsiteX5" fmla="*/ 60644 w 77514"/>
                  <a:gd name="connsiteY5" fmla="*/ 31441 h 44640"/>
                  <a:gd name="connsiteX6" fmla="*/ 65406 w 77514"/>
                  <a:gd name="connsiteY6" fmla="*/ 27631 h 44640"/>
                  <a:gd name="connsiteX7" fmla="*/ 53024 w 77514"/>
                  <a:gd name="connsiteY7" fmla="*/ 9 h 44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514" h="44640">
                    <a:moveTo>
                      <a:pt x="53024" y="9"/>
                    </a:moveTo>
                    <a:cubicBezTo>
                      <a:pt x="53024" y="9"/>
                      <a:pt x="27306" y="-944"/>
                      <a:pt x="8256" y="17154"/>
                    </a:cubicBezTo>
                    <a:cubicBezTo>
                      <a:pt x="7304" y="18106"/>
                      <a:pt x="6351" y="18106"/>
                      <a:pt x="5399" y="19059"/>
                    </a:cubicBezTo>
                    <a:cubicBezTo>
                      <a:pt x="-3174" y="27631"/>
                      <a:pt x="-1269" y="39061"/>
                      <a:pt x="9209" y="42871"/>
                    </a:cubicBezTo>
                    <a:cubicBezTo>
                      <a:pt x="9209" y="42871"/>
                      <a:pt x="13019" y="43824"/>
                      <a:pt x="13019" y="43824"/>
                    </a:cubicBezTo>
                    <a:cubicBezTo>
                      <a:pt x="30164" y="46681"/>
                      <a:pt x="47309" y="41919"/>
                      <a:pt x="60644" y="31441"/>
                    </a:cubicBezTo>
                    <a:cubicBezTo>
                      <a:pt x="62549" y="30489"/>
                      <a:pt x="64454" y="28584"/>
                      <a:pt x="65406" y="27631"/>
                    </a:cubicBezTo>
                    <a:cubicBezTo>
                      <a:pt x="73979" y="20964"/>
                      <a:pt x="93029" y="7629"/>
                      <a:pt x="53024" y="9"/>
                    </a:cubicBezTo>
                    <a:close/>
                  </a:path>
                </a:pathLst>
              </a:custGeom>
              <a:solidFill>
                <a:srgbClr val="F0F6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  <p:grpSp>
          <p:nvGrpSpPr>
            <p:cNvPr id="154" name="Graphic 2"/>
            <p:cNvGrpSpPr/>
            <p:nvPr/>
          </p:nvGrpSpPr>
          <p:grpSpPr>
            <a:xfrm>
              <a:off x="6132194" y="3327998"/>
              <a:ext cx="120266" cy="105135"/>
              <a:chOff x="6132194" y="3327998"/>
              <a:chExt cx="120266" cy="105135"/>
            </a:xfrm>
          </p:grpSpPr>
          <p:sp>
            <p:nvSpPr>
              <p:cNvPr id="155" name="Freeform: Shape 154"/>
              <p:cNvSpPr/>
              <p:nvPr>
                <p:custDataLst>
                  <p:tags r:id="rId56"/>
                </p:custDataLst>
              </p:nvPr>
            </p:nvSpPr>
            <p:spPr>
              <a:xfrm>
                <a:off x="6132194" y="3327998"/>
                <a:ext cx="120015" cy="105135"/>
              </a:xfrm>
              <a:custGeom>
                <a:avLst/>
                <a:gdLst>
                  <a:gd name="connsiteX0" fmla="*/ 120015 w 120015"/>
                  <a:gd name="connsiteY0" fmla="*/ 88619 h 105135"/>
                  <a:gd name="connsiteX1" fmla="*/ 13335 w 120015"/>
                  <a:gd name="connsiteY1" fmla="*/ 36 h 105135"/>
                  <a:gd name="connsiteX2" fmla="*/ 0 w 120015"/>
                  <a:gd name="connsiteY2" fmla="*/ 17181 h 105135"/>
                  <a:gd name="connsiteX3" fmla="*/ 11430 w 120015"/>
                  <a:gd name="connsiteY3" fmla="*/ 89571 h 105135"/>
                  <a:gd name="connsiteX4" fmla="*/ 106680 w 120015"/>
                  <a:gd name="connsiteY4" fmla="*/ 104811 h 105135"/>
                  <a:gd name="connsiteX5" fmla="*/ 120015 w 120015"/>
                  <a:gd name="connsiteY5" fmla="*/ 88619 h 105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014" h="105135">
                    <a:moveTo>
                      <a:pt x="120015" y="88619"/>
                    </a:moveTo>
                    <a:cubicBezTo>
                      <a:pt x="120015" y="88619"/>
                      <a:pt x="39053" y="3846"/>
                      <a:pt x="13335" y="36"/>
                    </a:cubicBezTo>
                    <a:cubicBezTo>
                      <a:pt x="6668" y="-916"/>
                      <a:pt x="0" y="17181"/>
                      <a:pt x="0" y="17181"/>
                    </a:cubicBezTo>
                    <a:cubicBezTo>
                      <a:pt x="0" y="17181"/>
                      <a:pt x="6668" y="79094"/>
                      <a:pt x="11430" y="89571"/>
                    </a:cubicBezTo>
                    <a:cubicBezTo>
                      <a:pt x="16193" y="100049"/>
                      <a:pt x="103823" y="106716"/>
                      <a:pt x="106680" y="104811"/>
                    </a:cubicBezTo>
                    <a:cubicBezTo>
                      <a:pt x="108585" y="104811"/>
                      <a:pt x="120015" y="88619"/>
                      <a:pt x="120015" y="88619"/>
                    </a:cubicBezTo>
                    <a:close/>
                  </a:path>
                </a:pathLst>
              </a:custGeom>
              <a:solidFill>
                <a:srgbClr val="ECF3F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56" name="Freeform: Shape 155"/>
              <p:cNvSpPr/>
              <p:nvPr>
                <p:custDataLst>
                  <p:tags r:id="rId57"/>
                </p:custDataLst>
              </p:nvPr>
            </p:nvSpPr>
            <p:spPr>
              <a:xfrm>
                <a:off x="6136004" y="3328987"/>
                <a:ext cx="116456" cy="97583"/>
              </a:xfrm>
              <a:custGeom>
                <a:avLst/>
                <a:gdLst>
                  <a:gd name="connsiteX0" fmla="*/ 108585 w 116456"/>
                  <a:gd name="connsiteY0" fmla="*/ 8573 h 97583"/>
                  <a:gd name="connsiteX1" fmla="*/ 116205 w 116456"/>
                  <a:gd name="connsiteY1" fmla="*/ 87630 h 97583"/>
                  <a:gd name="connsiteX2" fmla="*/ 106680 w 116456"/>
                  <a:gd name="connsiteY2" fmla="*/ 97155 h 97583"/>
                  <a:gd name="connsiteX3" fmla="*/ 0 w 116456"/>
                  <a:gd name="connsiteY3" fmla="*/ 9525 h 97583"/>
                  <a:gd name="connsiteX4" fmla="*/ 9525 w 116456"/>
                  <a:gd name="connsiteY4" fmla="*/ 0 h 97583"/>
                  <a:gd name="connsiteX5" fmla="*/ 34290 w 116456"/>
                  <a:gd name="connsiteY5" fmla="*/ 4763 h 97583"/>
                  <a:gd name="connsiteX6" fmla="*/ 108585 w 116456"/>
                  <a:gd name="connsiteY6" fmla="*/ 8573 h 97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6456" h="97583">
                    <a:moveTo>
                      <a:pt x="108585" y="8573"/>
                    </a:moveTo>
                    <a:cubicBezTo>
                      <a:pt x="108585" y="8573"/>
                      <a:pt x="118110" y="86677"/>
                      <a:pt x="116205" y="87630"/>
                    </a:cubicBezTo>
                    <a:cubicBezTo>
                      <a:pt x="116205" y="87630"/>
                      <a:pt x="110490" y="100013"/>
                      <a:pt x="106680" y="97155"/>
                    </a:cubicBezTo>
                    <a:cubicBezTo>
                      <a:pt x="82868" y="83820"/>
                      <a:pt x="4763" y="19050"/>
                      <a:pt x="0" y="9525"/>
                    </a:cubicBezTo>
                    <a:lnTo>
                      <a:pt x="9525" y="0"/>
                    </a:lnTo>
                    <a:cubicBezTo>
                      <a:pt x="9525" y="0"/>
                      <a:pt x="9525" y="0"/>
                      <a:pt x="34290" y="4763"/>
                    </a:cubicBezTo>
                    <a:cubicBezTo>
                      <a:pt x="60007" y="9525"/>
                      <a:pt x="108585" y="8573"/>
                      <a:pt x="108585" y="8573"/>
                    </a:cubicBezTo>
                    <a:close/>
                  </a:path>
                </a:pathLst>
              </a:custGeom>
              <a:solidFill>
                <a:srgbClr val="BAD7D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57" name="Freeform: Shape 156"/>
              <p:cNvSpPr/>
              <p:nvPr>
                <p:custDataLst>
                  <p:tags r:id="rId58"/>
                </p:custDataLst>
              </p:nvPr>
            </p:nvSpPr>
            <p:spPr>
              <a:xfrm>
                <a:off x="6136956" y="3328987"/>
                <a:ext cx="107632" cy="23695"/>
              </a:xfrm>
              <a:custGeom>
                <a:avLst/>
                <a:gdLst>
                  <a:gd name="connsiteX0" fmla="*/ 107632 w 107632"/>
                  <a:gd name="connsiteY0" fmla="*/ 8573 h 23695"/>
                  <a:gd name="connsiteX1" fmla="*/ 98107 w 107632"/>
                  <a:gd name="connsiteY1" fmla="*/ 18098 h 23695"/>
                  <a:gd name="connsiteX2" fmla="*/ 0 w 107632"/>
                  <a:gd name="connsiteY2" fmla="*/ 9525 h 23695"/>
                  <a:gd name="connsiteX3" fmla="*/ 9525 w 107632"/>
                  <a:gd name="connsiteY3" fmla="*/ 0 h 23695"/>
                  <a:gd name="connsiteX4" fmla="*/ 34290 w 107632"/>
                  <a:gd name="connsiteY4" fmla="*/ 4763 h 23695"/>
                  <a:gd name="connsiteX5" fmla="*/ 107632 w 107632"/>
                  <a:gd name="connsiteY5" fmla="*/ 8573 h 23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7632" h="23695">
                    <a:moveTo>
                      <a:pt x="107632" y="8573"/>
                    </a:moveTo>
                    <a:lnTo>
                      <a:pt x="98107" y="18098"/>
                    </a:lnTo>
                    <a:cubicBezTo>
                      <a:pt x="98107" y="18098"/>
                      <a:pt x="37148" y="35243"/>
                      <a:pt x="0" y="9525"/>
                    </a:cubicBezTo>
                    <a:lnTo>
                      <a:pt x="9525" y="0"/>
                    </a:lnTo>
                    <a:cubicBezTo>
                      <a:pt x="9525" y="0"/>
                      <a:pt x="9525" y="0"/>
                      <a:pt x="34290" y="4763"/>
                    </a:cubicBezTo>
                    <a:cubicBezTo>
                      <a:pt x="59055" y="9525"/>
                      <a:pt x="107632" y="8573"/>
                      <a:pt x="107632" y="8573"/>
                    </a:cubicBezTo>
                    <a:close/>
                  </a:path>
                </a:pathLst>
              </a:custGeom>
              <a:solidFill>
                <a:srgbClr val="F5F9F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58" name="Freeform: Shape 157"/>
              <p:cNvSpPr/>
              <p:nvPr>
                <p:custDataLst>
                  <p:tags r:id="rId59"/>
                </p:custDataLst>
              </p:nvPr>
            </p:nvSpPr>
            <p:spPr>
              <a:xfrm>
                <a:off x="6136004" y="3338512"/>
                <a:ext cx="106931" cy="87954"/>
              </a:xfrm>
              <a:custGeom>
                <a:avLst/>
                <a:gdLst>
                  <a:gd name="connsiteX0" fmla="*/ 99060 w 106931"/>
                  <a:gd name="connsiteY0" fmla="*/ 8573 h 87954"/>
                  <a:gd name="connsiteX1" fmla="*/ 25718 w 106931"/>
                  <a:gd name="connsiteY1" fmla="*/ 4763 h 87954"/>
                  <a:gd name="connsiteX2" fmla="*/ 0 w 106931"/>
                  <a:gd name="connsiteY2" fmla="*/ 0 h 87954"/>
                  <a:gd name="connsiteX3" fmla="*/ 11430 w 106931"/>
                  <a:gd name="connsiteY3" fmla="*/ 72390 h 87954"/>
                  <a:gd name="connsiteX4" fmla="*/ 106680 w 106931"/>
                  <a:gd name="connsiteY4" fmla="*/ 87630 h 87954"/>
                  <a:gd name="connsiteX5" fmla="*/ 99060 w 106931"/>
                  <a:gd name="connsiteY5" fmla="*/ 8573 h 87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6931" h="87954">
                    <a:moveTo>
                      <a:pt x="99060" y="8573"/>
                    </a:moveTo>
                    <a:cubicBezTo>
                      <a:pt x="99060" y="8573"/>
                      <a:pt x="50482" y="9525"/>
                      <a:pt x="25718" y="476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6668" y="61913"/>
                      <a:pt x="11430" y="72390"/>
                    </a:cubicBezTo>
                    <a:cubicBezTo>
                      <a:pt x="16193" y="82867"/>
                      <a:pt x="103822" y="89535"/>
                      <a:pt x="106680" y="87630"/>
                    </a:cubicBezTo>
                    <a:cubicBezTo>
                      <a:pt x="108585" y="86677"/>
                      <a:pt x="99060" y="8573"/>
                      <a:pt x="99060" y="8573"/>
                    </a:cubicBezTo>
                    <a:close/>
                  </a:path>
                </a:pathLst>
              </a:custGeom>
              <a:solidFill>
                <a:srgbClr val="E2F1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59" name="Freeform: Shape 158"/>
              <p:cNvSpPr/>
              <p:nvPr>
                <p:custDataLst>
                  <p:tags r:id="rId60"/>
                </p:custDataLst>
              </p:nvPr>
            </p:nvSpPr>
            <p:spPr>
              <a:xfrm>
                <a:off x="6160769" y="3344226"/>
                <a:ext cx="78198" cy="64890"/>
              </a:xfrm>
              <a:custGeom>
                <a:avLst/>
                <a:gdLst>
                  <a:gd name="connsiteX0" fmla="*/ 72390 w 78198"/>
                  <a:gd name="connsiteY0" fmla="*/ 6668 h 64890"/>
                  <a:gd name="connsiteX1" fmla="*/ 18098 w 78198"/>
                  <a:gd name="connsiteY1" fmla="*/ 3810 h 64890"/>
                  <a:gd name="connsiteX2" fmla="*/ 0 w 78198"/>
                  <a:gd name="connsiteY2" fmla="*/ 0 h 64890"/>
                  <a:gd name="connsiteX3" fmla="*/ 8573 w 78198"/>
                  <a:gd name="connsiteY3" fmla="*/ 53340 h 64890"/>
                  <a:gd name="connsiteX4" fmla="*/ 78105 w 78198"/>
                  <a:gd name="connsiteY4" fmla="*/ 64770 h 64890"/>
                  <a:gd name="connsiteX5" fmla="*/ 72390 w 78198"/>
                  <a:gd name="connsiteY5" fmla="*/ 6668 h 64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198" h="64890">
                    <a:moveTo>
                      <a:pt x="72390" y="6668"/>
                    </a:moveTo>
                    <a:cubicBezTo>
                      <a:pt x="72390" y="6668"/>
                      <a:pt x="37148" y="7620"/>
                      <a:pt x="18098" y="381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763" y="45720"/>
                      <a:pt x="8573" y="53340"/>
                    </a:cubicBezTo>
                    <a:cubicBezTo>
                      <a:pt x="12382" y="60960"/>
                      <a:pt x="77153" y="65723"/>
                      <a:pt x="78105" y="64770"/>
                    </a:cubicBezTo>
                    <a:cubicBezTo>
                      <a:pt x="79057" y="63818"/>
                      <a:pt x="72390" y="6668"/>
                      <a:pt x="72390" y="6668"/>
                    </a:cubicBezTo>
                    <a:close/>
                  </a:path>
                </a:pathLst>
              </a:custGeom>
              <a:solidFill>
                <a:srgbClr val="ECF6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  <p:sp>
          <p:nvSpPr>
            <p:cNvPr id="160" name="Freeform: Shape 159"/>
            <p:cNvSpPr/>
            <p:nvPr>
              <p:custDataLst>
                <p:tags r:id="rId46"/>
              </p:custDataLst>
            </p:nvPr>
          </p:nvSpPr>
          <p:spPr>
            <a:xfrm>
              <a:off x="6242485" y="3346131"/>
              <a:ext cx="131345" cy="125725"/>
            </a:xfrm>
            <a:custGeom>
              <a:avLst/>
              <a:gdLst>
                <a:gd name="connsiteX0" fmla="*/ 82114 w 131345"/>
                <a:gd name="connsiteY0" fmla="*/ 10478 h 125725"/>
                <a:gd name="connsiteX1" fmla="*/ 85924 w 131345"/>
                <a:gd name="connsiteY1" fmla="*/ 37148 h 125725"/>
                <a:gd name="connsiteX2" fmla="*/ 49729 w 131345"/>
                <a:gd name="connsiteY2" fmla="*/ 63818 h 125725"/>
                <a:gd name="connsiteX3" fmla="*/ 199 w 131345"/>
                <a:gd name="connsiteY3" fmla="*/ 96203 h 125725"/>
                <a:gd name="connsiteX4" fmla="*/ 12581 w 131345"/>
                <a:gd name="connsiteY4" fmla="*/ 123825 h 125725"/>
                <a:gd name="connsiteX5" fmla="*/ 111641 w 131345"/>
                <a:gd name="connsiteY5" fmla="*/ 68580 h 125725"/>
                <a:gd name="connsiteX6" fmla="*/ 130691 w 131345"/>
                <a:gd name="connsiteY6" fmla="*/ 30480 h 125725"/>
                <a:gd name="connsiteX7" fmla="*/ 129739 w 131345"/>
                <a:gd name="connsiteY7" fmla="*/ 0 h 125725"/>
                <a:gd name="connsiteX8" fmla="*/ 82114 w 131345"/>
                <a:gd name="connsiteY8" fmla="*/ 10478 h 12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345" h="125725">
                  <a:moveTo>
                    <a:pt x="82114" y="10478"/>
                  </a:moveTo>
                  <a:cubicBezTo>
                    <a:pt x="82114" y="10478"/>
                    <a:pt x="85924" y="32385"/>
                    <a:pt x="85924" y="37148"/>
                  </a:cubicBezTo>
                  <a:cubicBezTo>
                    <a:pt x="85924" y="42863"/>
                    <a:pt x="64016" y="54293"/>
                    <a:pt x="49729" y="63818"/>
                  </a:cubicBezTo>
                  <a:cubicBezTo>
                    <a:pt x="35441" y="73343"/>
                    <a:pt x="3056" y="92393"/>
                    <a:pt x="199" y="96203"/>
                  </a:cubicBezTo>
                  <a:cubicBezTo>
                    <a:pt x="-1706" y="100013"/>
                    <a:pt x="10676" y="112395"/>
                    <a:pt x="12581" y="123825"/>
                  </a:cubicBezTo>
                  <a:cubicBezTo>
                    <a:pt x="14486" y="135255"/>
                    <a:pt x="93544" y="92393"/>
                    <a:pt x="111641" y="68580"/>
                  </a:cubicBezTo>
                  <a:cubicBezTo>
                    <a:pt x="129739" y="44768"/>
                    <a:pt x="128786" y="46673"/>
                    <a:pt x="130691" y="30480"/>
                  </a:cubicBezTo>
                  <a:cubicBezTo>
                    <a:pt x="132596" y="14288"/>
                    <a:pt x="129739" y="0"/>
                    <a:pt x="129739" y="0"/>
                  </a:cubicBezTo>
                  <a:cubicBezTo>
                    <a:pt x="129739" y="0"/>
                    <a:pt x="110689" y="15240"/>
                    <a:pt x="82114" y="10478"/>
                  </a:cubicBezTo>
                  <a:close/>
                </a:path>
              </a:pathLst>
            </a:custGeom>
            <a:solidFill>
              <a:srgbClr val="EBF4F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61" name="Freeform: Shape 160"/>
            <p:cNvSpPr/>
            <p:nvPr>
              <p:custDataLst>
                <p:tags r:id="rId47"/>
              </p:custDataLst>
            </p:nvPr>
          </p:nvSpPr>
          <p:spPr>
            <a:xfrm>
              <a:off x="6183709" y="3698438"/>
              <a:ext cx="88576" cy="87272"/>
            </a:xfrm>
            <a:custGeom>
              <a:avLst/>
              <a:gdLst>
                <a:gd name="connsiteX0" fmla="*/ 88502 w 88576"/>
                <a:gd name="connsiteY0" fmla="*/ 51554 h 87272"/>
                <a:gd name="connsiteX1" fmla="*/ 34210 w 88576"/>
                <a:gd name="connsiteY1" fmla="*/ 2024 h 87272"/>
                <a:gd name="connsiteX2" fmla="*/ 33257 w 88576"/>
                <a:gd name="connsiteY2" fmla="*/ 2024 h 87272"/>
                <a:gd name="connsiteX3" fmla="*/ 9445 w 88576"/>
                <a:gd name="connsiteY3" fmla="*/ 4881 h 87272"/>
                <a:gd name="connsiteX4" fmla="*/ 5635 w 88576"/>
                <a:gd name="connsiteY4" fmla="*/ 77271 h 87272"/>
                <a:gd name="connsiteX5" fmla="*/ 81835 w 88576"/>
                <a:gd name="connsiteY5" fmla="*/ 68699 h 87272"/>
                <a:gd name="connsiteX6" fmla="*/ 88502 w 88576"/>
                <a:gd name="connsiteY6" fmla="*/ 51554 h 8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576" h="87272">
                  <a:moveTo>
                    <a:pt x="88502" y="51554"/>
                  </a:moveTo>
                  <a:cubicBezTo>
                    <a:pt x="90407" y="41076"/>
                    <a:pt x="55165" y="8691"/>
                    <a:pt x="34210" y="2024"/>
                  </a:cubicBezTo>
                  <a:cubicBezTo>
                    <a:pt x="34210" y="2024"/>
                    <a:pt x="34210" y="2024"/>
                    <a:pt x="33257" y="2024"/>
                  </a:cubicBezTo>
                  <a:cubicBezTo>
                    <a:pt x="18017" y="-2739"/>
                    <a:pt x="10397" y="2024"/>
                    <a:pt x="9445" y="4881"/>
                  </a:cubicBezTo>
                  <a:cubicBezTo>
                    <a:pt x="-2938" y="40124"/>
                    <a:pt x="-1985" y="68699"/>
                    <a:pt x="5635" y="77271"/>
                  </a:cubicBezTo>
                  <a:cubicBezTo>
                    <a:pt x="15160" y="87749"/>
                    <a:pt x="65642" y="96321"/>
                    <a:pt x="81835" y="68699"/>
                  </a:cubicBezTo>
                  <a:cubicBezTo>
                    <a:pt x="85645" y="62984"/>
                    <a:pt x="86597" y="62984"/>
                    <a:pt x="88502" y="51554"/>
                  </a:cubicBezTo>
                  <a:close/>
                </a:path>
              </a:pathLst>
            </a:custGeom>
            <a:solidFill>
              <a:srgbClr val="A0C3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62" name="Freeform: Shape 161"/>
            <p:cNvSpPr/>
            <p:nvPr>
              <p:custDataLst>
                <p:tags r:id="rId48"/>
              </p:custDataLst>
            </p:nvPr>
          </p:nvSpPr>
          <p:spPr>
            <a:xfrm>
              <a:off x="6185270" y="3712588"/>
              <a:ext cx="56490" cy="56215"/>
            </a:xfrm>
            <a:custGeom>
              <a:avLst/>
              <a:gdLst>
                <a:gd name="connsiteX0" fmla="*/ 56461 w 56490"/>
                <a:gd name="connsiteY0" fmla="*/ 33594 h 56215"/>
                <a:gd name="connsiteX1" fmla="*/ 21219 w 56490"/>
                <a:gd name="connsiteY1" fmla="*/ 1209 h 56215"/>
                <a:gd name="connsiteX2" fmla="*/ 21219 w 56490"/>
                <a:gd name="connsiteY2" fmla="*/ 1209 h 56215"/>
                <a:gd name="connsiteX3" fmla="*/ 5979 w 56490"/>
                <a:gd name="connsiteY3" fmla="*/ 3114 h 56215"/>
                <a:gd name="connsiteX4" fmla="*/ 4074 w 56490"/>
                <a:gd name="connsiteY4" fmla="*/ 49786 h 56215"/>
                <a:gd name="connsiteX5" fmla="*/ 53604 w 56490"/>
                <a:gd name="connsiteY5" fmla="*/ 44071 h 56215"/>
                <a:gd name="connsiteX6" fmla="*/ 56461 w 56490"/>
                <a:gd name="connsiteY6" fmla="*/ 33594 h 5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490" h="56215">
                  <a:moveTo>
                    <a:pt x="56461" y="33594"/>
                  </a:moveTo>
                  <a:cubicBezTo>
                    <a:pt x="57414" y="26926"/>
                    <a:pt x="34554" y="5971"/>
                    <a:pt x="21219" y="1209"/>
                  </a:cubicBezTo>
                  <a:cubicBezTo>
                    <a:pt x="21219" y="1209"/>
                    <a:pt x="21219" y="1209"/>
                    <a:pt x="21219" y="1209"/>
                  </a:cubicBezTo>
                  <a:cubicBezTo>
                    <a:pt x="11694" y="-1649"/>
                    <a:pt x="6931" y="1209"/>
                    <a:pt x="5979" y="3114"/>
                  </a:cubicBezTo>
                  <a:cubicBezTo>
                    <a:pt x="-1641" y="25974"/>
                    <a:pt x="-1641" y="44071"/>
                    <a:pt x="4074" y="49786"/>
                  </a:cubicBezTo>
                  <a:cubicBezTo>
                    <a:pt x="10741" y="56454"/>
                    <a:pt x="43126" y="62169"/>
                    <a:pt x="53604" y="44071"/>
                  </a:cubicBezTo>
                  <a:cubicBezTo>
                    <a:pt x="54556" y="41214"/>
                    <a:pt x="55509" y="41214"/>
                    <a:pt x="56461" y="33594"/>
                  </a:cubicBezTo>
                  <a:close/>
                </a:path>
              </a:pathLst>
            </a:custGeom>
            <a:solidFill>
              <a:srgbClr val="B5D0D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63" name="Freeform: Shape 162"/>
            <p:cNvSpPr/>
            <p:nvPr>
              <p:custDataLst>
                <p:tags r:id="rId49"/>
              </p:custDataLst>
            </p:nvPr>
          </p:nvSpPr>
          <p:spPr>
            <a:xfrm>
              <a:off x="6069733" y="3644158"/>
              <a:ext cx="83493" cy="90726"/>
            </a:xfrm>
            <a:custGeom>
              <a:avLst/>
              <a:gdLst>
                <a:gd name="connsiteX0" fmla="*/ 83416 w 83493"/>
                <a:gd name="connsiteY0" fmla="*/ 57256 h 90726"/>
                <a:gd name="connsiteX1" fmla="*/ 31981 w 83493"/>
                <a:gd name="connsiteY1" fmla="*/ 2964 h 90726"/>
                <a:gd name="connsiteX2" fmla="*/ 31028 w 83493"/>
                <a:gd name="connsiteY2" fmla="*/ 2964 h 90726"/>
                <a:gd name="connsiteX3" fmla="*/ 9121 w 83493"/>
                <a:gd name="connsiteY3" fmla="*/ 3916 h 90726"/>
                <a:gd name="connsiteX4" fmla="*/ 5311 w 83493"/>
                <a:gd name="connsiteY4" fmla="*/ 77259 h 90726"/>
                <a:gd name="connsiteX5" fmla="*/ 77701 w 83493"/>
                <a:gd name="connsiteY5" fmla="*/ 74401 h 90726"/>
                <a:gd name="connsiteX6" fmla="*/ 83416 w 83493"/>
                <a:gd name="connsiteY6" fmla="*/ 57256 h 90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93" h="90726">
                  <a:moveTo>
                    <a:pt x="83416" y="57256"/>
                  </a:moveTo>
                  <a:cubicBezTo>
                    <a:pt x="85321" y="46779"/>
                    <a:pt x="51983" y="10584"/>
                    <a:pt x="31981" y="2964"/>
                  </a:cubicBezTo>
                  <a:cubicBezTo>
                    <a:pt x="31981" y="2964"/>
                    <a:pt x="31981" y="2964"/>
                    <a:pt x="31028" y="2964"/>
                  </a:cubicBezTo>
                  <a:cubicBezTo>
                    <a:pt x="16741" y="-2751"/>
                    <a:pt x="10073" y="1059"/>
                    <a:pt x="9121" y="3916"/>
                  </a:cubicBezTo>
                  <a:cubicBezTo>
                    <a:pt x="-2309" y="39159"/>
                    <a:pt x="-2309" y="67734"/>
                    <a:pt x="5311" y="77259"/>
                  </a:cubicBezTo>
                  <a:cubicBezTo>
                    <a:pt x="13883" y="88689"/>
                    <a:pt x="61508" y="102024"/>
                    <a:pt x="77701" y="74401"/>
                  </a:cubicBezTo>
                  <a:cubicBezTo>
                    <a:pt x="80558" y="68686"/>
                    <a:pt x="80558" y="68686"/>
                    <a:pt x="83416" y="57256"/>
                  </a:cubicBezTo>
                  <a:close/>
                </a:path>
              </a:pathLst>
            </a:custGeom>
            <a:solidFill>
              <a:srgbClr val="A0C3C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64" name="Freeform: Shape 163"/>
            <p:cNvSpPr/>
            <p:nvPr>
              <p:custDataLst>
                <p:tags r:id="rId50"/>
              </p:custDataLst>
            </p:nvPr>
          </p:nvSpPr>
          <p:spPr>
            <a:xfrm>
              <a:off x="6070108" y="3654040"/>
              <a:ext cx="61233" cy="66844"/>
            </a:xfrm>
            <a:custGeom>
              <a:avLst/>
              <a:gdLst>
                <a:gd name="connsiteX0" fmla="*/ 61133 w 61233"/>
                <a:gd name="connsiteY0" fmla="*/ 43564 h 66844"/>
                <a:gd name="connsiteX1" fmla="*/ 23033 w 61233"/>
                <a:gd name="connsiteY1" fmla="*/ 2606 h 66844"/>
                <a:gd name="connsiteX2" fmla="*/ 23033 w 61233"/>
                <a:gd name="connsiteY2" fmla="*/ 2606 h 66844"/>
                <a:gd name="connsiteX3" fmla="*/ 6841 w 61233"/>
                <a:gd name="connsiteY3" fmla="*/ 2606 h 66844"/>
                <a:gd name="connsiteX4" fmla="*/ 3983 w 61233"/>
                <a:gd name="connsiteY4" fmla="*/ 56899 h 66844"/>
                <a:gd name="connsiteX5" fmla="*/ 57323 w 61233"/>
                <a:gd name="connsiteY5" fmla="*/ 54994 h 66844"/>
                <a:gd name="connsiteX6" fmla="*/ 61133 w 61233"/>
                <a:gd name="connsiteY6" fmla="*/ 43564 h 66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233" h="66844">
                  <a:moveTo>
                    <a:pt x="61133" y="43564"/>
                  </a:moveTo>
                  <a:cubicBezTo>
                    <a:pt x="63038" y="35944"/>
                    <a:pt x="37321" y="9274"/>
                    <a:pt x="23033" y="2606"/>
                  </a:cubicBezTo>
                  <a:cubicBezTo>
                    <a:pt x="23033" y="2606"/>
                    <a:pt x="23033" y="2606"/>
                    <a:pt x="23033" y="2606"/>
                  </a:cubicBezTo>
                  <a:cubicBezTo>
                    <a:pt x="12555" y="-2156"/>
                    <a:pt x="6841" y="701"/>
                    <a:pt x="6841" y="2606"/>
                  </a:cubicBezTo>
                  <a:cubicBezTo>
                    <a:pt x="-1732" y="28324"/>
                    <a:pt x="-1732" y="49279"/>
                    <a:pt x="3983" y="56899"/>
                  </a:cubicBezTo>
                  <a:cubicBezTo>
                    <a:pt x="10651" y="65471"/>
                    <a:pt x="45893" y="74996"/>
                    <a:pt x="57323" y="54994"/>
                  </a:cubicBezTo>
                  <a:cubicBezTo>
                    <a:pt x="59228" y="51184"/>
                    <a:pt x="60181" y="52136"/>
                    <a:pt x="61133" y="43564"/>
                  </a:cubicBezTo>
                  <a:close/>
                </a:path>
              </a:pathLst>
            </a:custGeom>
            <a:solidFill>
              <a:srgbClr val="ADCBC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65" name="Freeform: Shape 164"/>
            <p:cNvSpPr/>
            <p:nvPr>
              <p:custDataLst>
                <p:tags r:id="rId51"/>
              </p:custDataLst>
            </p:nvPr>
          </p:nvSpPr>
          <p:spPr>
            <a:xfrm>
              <a:off x="6232206" y="3509009"/>
              <a:ext cx="121919" cy="85725"/>
            </a:xfrm>
            <a:custGeom>
              <a:avLst/>
              <a:gdLst>
                <a:gd name="connsiteX0" fmla="*/ 24765 w 121919"/>
                <a:gd name="connsiteY0" fmla="*/ 18098 h 85725"/>
                <a:gd name="connsiteX1" fmla="*/ 1905 w 121919"/>
                <a:gd name="connsiteY1" fmla="*/ 69532 h 85725"/>
                <a:gd name="connsiteX2" fmla="*/ 0 w 121919"/>
                <a:gd name="connsiteY2" fmla="*/ 82867 h 85725"/>
                <a:gd name="connsiteX3" fmla="*/ 57150 w 121919"/>
                <a:gd name="connsiteY3" fmla="*/ 74295 h 85725"/>
                <a:gd name="connsiteX4" fmla="*/ 90488 w 121919"/>
                <a:gd name="connsiteY4" fmla="*/ 85725 h 85725"/>
                <a:gd name="connsiteX5" fmla="*/ 117157 w 121919"/>
                <a:gd name="connsiteY5" fmla="*/ 33338 h 85725"/>
                <a:gd name="connsiteX6" fmla="*/ 121920 w 121919"/>
                <a:gd name="connsiteY6" fmla="*/ 0 h 85725"/>
                <a:gd name="connsiteX7" fmla="*/ 24765 w 121919"/>
                <a:gd name="connsiteY7" fmla="*/ 18098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19" h="85725">
                  <a:moveTo>
                    <a:pt x="24765" y="18098"/>
                  </a:moveTo>
                  <a:cubicBezTo>
                    <a:pt x="24765" y="18098"/>
                    <a:pt x="4763" y="56198"/>
                    <a:pt x="1905" y="69532"/>
                  </a:cubicBezTo>
                  <a:cubicBezTo>
                    <a:pt x="0" y="82867"/>
                    <a:pt x="0" y="82867"/>
                    <a:pt x="0" y="82867"/>
                  </a:cubicBezTo>
                  <a:cubicBezTo>
                    <a:pt x="0" y="82867"/>
                    <a:pt x="23813" y="62865"/>
                    <a:pt x="57150" y="74295"/>
                  </a:cubicBezTo>
                  <a:cubicBezTo>
                    <a:pt x="90488" y="85725"/>
                    <a:pt x="90488" y="85725"/>
                    <a:pt x="90488" y="85725"/>
                  </a:cubicBezTo>
                  <a:cubicBezTo>
                    <a:pt x="90488" y="85725"/>
                    <a:pt x="113347" y="59055"/>
                    <a:pt x="117157" y="33338"/>
                  </a:cubicBezTo>
                  <a:cubicBezTo>
                    <a:pt x="121920" y="7620"/>
                    <a:pt x="121920" y="0"/>
                    <a:pt x="121920" y="0"/>
                  </a:cubicBezTo>
                  <a:cubicBezTo>
                    <a:pt x="121920" y="0"/>
                    <a:pt x="37148" y="7620"/>
                    <a:pt x="24765" y="18098"/>
                  </a:cubicBezTo>
                  <a:close/>
                </a:path>
              </a:pathLst>
            </a:custGeom>
            <a:solidFill>
              <a:srgbClr val="EBF4F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sp>
          <p:nvSpPr>
            <p:cNvPr id="166" name="Freeform: Shape 165"/>
            <p:cNvSpPr/>
            <p:nvPr>
              <p:custDataLst>
                <p:tags r:id="rId52"/>
              </p:custDataLst>
            </p:nvPr>
          </p:nvSpPr>
          <p:spPr>
            <a:xfrm>
              <a:off x="6148387" y="3506151"/>
              <a:ext cx="108585" cy="62864"/>
            </a:xfrm>
            <a:custGeom>
              <a:avLst/>
              <a:gdLst>
                <a:gd name="connsiteX0" fmla="*/ 88582 w 108585"/>
                <a:gd name="connsiteY0" fmla="*/ 62865 h 62864"/>
                <a:gd name="connsiteX1" fmla="*/ 79057 w 108585"/>
                <a:gd name="connsiteY1" fmla="*/ 42863 h 62864"/>
                <a:gd name="connsiteX2" fmla="*/ 65723 w 108585"/>
                <a:gd name="connsiteY2" fmla="*/ 56198 h 62864"/>
                <a:gd name="connsiteX3" fmla="*/ 13335 w 108585"/>
                <a:gd name="connsiteY3" fmla="*/ 36195 h 62864"/>
                <a:gd name="connsiteX4" fmla="*/ 0 w 108585"/>
                <a:gd name="connsiteY4" fmla="*/ 38100 h 62864"/>
                <a:gd name="connsiteX5" fmla="*/ 14288 w 108585"/>
                <a:gd name="connsiteY5" fmla="*/ 7620 h 62864"/>
                <a:gd name="connsiteX6" fmla="*/ 20002 w 108585"/>
                <a:gd name="connsiteY6" fmla="*/ 0 h 62864"/>
                <a:gd name="connsiteX7" fmla="*/ 89535 w 108585"/>
                <a:gd name="connsiteY7" fmla="*/ 12383 h 62864"/>
                <a:gd name="connsiteX8" fmla="*/ 108585 w 108585"/>
                <a:gd name="connsiteY8" fmla="*/ 20955 h 62864"/>
                <a:gd name="connsiteX9" fmla="*/ 88582 w 108585"/>
                <a:gd name="connsiteY9" fmla="*/ 62865 h 62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585" h="62864">
                  <a:moveTo>
                    <a:pt x="88582" y="62865"/>
                  </a:moveTo>
                  <a:cubicBezTo>
                    <a:pt x="88582" y="62865"/>
                    <a:pt x="88582" y="45720"/>
                    <a:pt x="79057" y="42863"/>
                  </a:cubicBezTo>
                  <a:cubicBezTo>
                    <a:pt x="70485" y="40005"/>
                    <a:pt x="65723" y="56198"/>
                    <a:pt x="65723" y="56198"/>
                  </a:cubicBezTo>
                  <a:cubicBezTo>
                    <a:pt x="65723" y="56198"/>
                    <a:pt x="48577" y="32385"/>
                    <a:pt x="13335" y="36195"/>
                  </a:cubicBezTo>
                  <a:cubicBezTo>
                    <a:pt x="1905" y="38100"/>
                    <a:pt x="0" y="38100"/>
                    <a:pt x="0" y="38100"/>
                  </a:cubicBezTo>
                  <a:cubicBezTo>
                    <a:pt x="0" y="38100"/>
                    <a:pt x="8573" y="16193"/>
                    <a:pt x="14288" y="7620"/>
                  </a:cubicBezTo>
                  <a:cubicBezTo>
                    <a:pt x="20002" y="0"/>
                    <a:pt x="20002" y="0"/>
                    <a:pt x="20002" y="0"/>
                  </a:cubicBezTo>
                  <a:cubicBezTo>
                    <a:pt x="20002" y="0"/>
                    <a:pt x="70485" y="4763"/>
                    <a:pt x="89535" y="12383"/>
                  </a:cubicBezTo>
                  <a:cubicBezTo>
                    <a:pt x="108585" y="20955"/>
                    <a:pt x="108585" y="20955"/>
                    <a:pt x="108585" y="20955"/>
                  </a:cubicBezTo>
                  <a:lnTo>
                    <a:pt x="88582" y="62865"/>
                  </a:lnTo>
                  <a:close/>
                </a:path>
              </a:pathLst>
            </a:custGeom>
            <a:solidFill>
              <a:srgbClr val="EBF4F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 lang="en-US"/>
            </a:p>
          </p:txBody>
        </p:sp>
        <p:grpSp>
          <p:nvGrpSpPr>
            <p:cNvPr id="167" name="Graphic 2"/>
            <p:cNvGrpSpPr/>
            <p:nvPr/>
          </p:nvGrpSpPr>
          <p:grpSpPr>
            <a:xfrm>
              <a:off x="6148369" y="3369822"/>
              <a:ext cx="49195" cy="45011"/>
              <a:chOff x="6148369" y="3369822"/>
              <a:chExt cx="49195" cy="45011"/>
            </a:xfrm>
          </p:grpSpPr>
          <p:sp>
            <p:nvSpPr>
              <p:cNvPr id="168" name="Freeform: Shape 167"/>
              <p:cNvSpPr/>
              <p:nvPr>
                <p:custDataLst>
                  <p:tags r:id="rId53"/>
                </p:custDataLst>
              </p:nvPr>
            </p:nvSpPr>
            <p:spPr>
              <a:xfrm>
                <a:off x="6151596" y="3369822"/>
                <a:ext cx="45967" cy="42154"/>
              </a:xfrm>
              <a:custGeom>
                <a:avLst/>
                <a:gdLst>
                  <a:gd name="connsiteX0" fmla="*/ 39653 w 45967"/>
                  <a:gd name="connsiteY0" fmla="*/ 11552 h 42154"/>
                  <a:gd name="connsiteX1" fmla="*/ 38700 w 45967"/>
                  <a:gd name="connsiteY1" fmla="*/ 40127 h 42154"/>
                  <a:gd name="connsiteX2" fmla="*/ 6315 w 45967"/>
                  <a:gd name="connsiteY2" fmla="*/ 30602 h 42154"/>
                  <a:gd name="connsiteX3" fmla="*/ 7268 w 45967"/>
                  <a:gd name="connsiteY3" fmla="*/ 2027 h 42154"/>
                  <a:gd name="connsiteX4" fmla="*/ 39653 w 45967"/>
                  <a:gd name="connsiteY4" fmla="*/ 11552 h 42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967" h="42154">
                    <a:moveTo>
                      <a:pt x="39653" y="11552"/>
                    </a:moveTo>
                    <a:cubicBezTo>
                      <a:pt x="48225" y="22030"/>
                      <a:pt x="48225" y="35365"/>
                      <a:pt x="38700" y="40127"/>
                    </a:cubicBezTo>
                    <a:cubicBezTo>
                      <a:pt x="30128" y="44890"/>
                      <a:pt x="15840" y="41080"/>
                      <a:pt x="6315" y="30602"/>
                    </a:cubicBezTo>
                    <a:cubicBezTo>
                      <a:pt x="-2257" y="20125"/>
                      <a:pt x="-2257" y="6790"/>
                      <a:pt x="7268" y="2027"/>
                    </a:cubicBezTo>
                    <a:cubicBezTo>
                      <a:pt x="16793" y="-2735"/>
                      <a:pt x="31080" y="1075"/>
                      <a:pt x="39653" y="11552"/>
                    </a:cubicBezTo>
                    <a:close/>
                  </a:path>
                </a:pathLst>
              </a:custGeom>
              <a:solidFill>
                <a:srgbClr val="82B3B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69" name="Freeform: Shape 168"/>
              <p:cNvSpPr/>
              <p:nvPr>
                <p:custDataLst>
                  <p:tags r:id="rId54"/>
                </p:custDataLst>
              </p:nvPr>
            </p:nvSpPr>
            <p:spPr>
              <a:xfrm>
                <a:off x="6148369" y="3372679"/>
                <a:ext cx="46337" cy="42154"/>
              </a:xfrm>
              <a:custGeom>
                <a:avLst/>
                <a:gdLst>
                  <a:gd name="connsiteX0" fmla="*/ 40023 w 46337"/>
                  <a:gd name="connsiteY0" fmla="*/ 11552 h 42154"/>
                  <a:gd name="connsiteX1" fmla="*/ 39070 w 46337"/>
                  <a:gd name="connsiteY1" fmla="*/ 40127 h 42154"/>
                  <a:gd name="connsiteX2" fmla="*/ 6685 w 46337"/>
                  <a:gd name="connsiteY2" fmla="*/ 30602 h 42154"/>
                  <a:gd name="connsiteX3" fmla="*/ 7638 w 46337"/>
                  <a:gd name="connsiteY3" fmla="*/ 2027 h 42154"/>
                  <a:gd name="connsiteX4" fmla="*/ 40023 w 46337"/>
                  <a:gd name="connsiteY4" fmla="*/ 11552 h 42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337" h="42154">
                    <a:moveTo>
                      <a:pt x="40023" y="11552"/>
                    </a:moveTo>
                    <a:cubicBezTo>
                      <a:pt x="48595" y="22030"/>
                      <a:pt x="48595" y="35365"/>
                      <a:pt x="39070" y="40127"/>
                    </a:cubicBezTo>
                    <a:cubicBezTo>
                      <a:pt x="30498" y="44890"/>
                      <a:pt x="16210" y="41080"/>
                      <a:pt x="6685" y="30602"/>
                    </a:cubicBezTo>
                    <a:cubicBezTo>
                      <a:pt x="-2840" y="20125"/>
                      <a:pt x="-1887" y="6790"/>
                      <a:pt x="7638" y="2027"/>
                    </a:cubicBezTo>
                    <a:cubicBezTo>
                      <a:pt x="17163" y="-2735"/>
                      <a:pt x="31450" y="1075"/>
                      <a:pt x="40023" y="11552"/>
                    </a:cubicBezTo>
                    <a:close/>
                  </a:path>
                </a:pathLst>
              </a:custGeom>
              <a:solidFill>
                <a:srgbClr val="CCE0E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  <p:sp>
            <p:nvSpPr>
              <p:cNvPr id="170" name="Freeform: Shape 169"/>
              <p:cNvSpPr/>
              <p:nvPr>
                <p:custDataLst>
                  <p:tags r:id="rId55"/>
                </p:custDataLst>
              </p:nvPr>
            </p:nvSpPr>
            <p:spPr>
              <a:xfrm>
                <a:off x="6158864" y="3381192"/>
                <a:ext cx="25717" cy="24177"/>
              </a:xfrm>
              <a:custGeom>
                <a:avLst/>
                <a:gdLst>
                  <a:gd name="connsiteX0" fmla="*/ 25718 w 25717"/>
                  <a:gd name="connsiteY0" fmla="*/ 14470 h 24177"/>
                  <a:gd name="connsiteX1" fmla="*/ 21908 w 25717"/>
                  <a:gd name="connsiteY1" fmla="*/ 23043 h 24177"/>
                  <a:gd name="connsiteX2" fmla="*/ 18098 w 25717"/>
                  <a:gd name="connsiteY2" fmla="*/ 23995 h 24177"/>
                  <a:gd name="connsiteX3" fmla="*/ 3810 w 25717"/>
                  <a:gd name="connsiteY3" fmla="*/ 17327 h 24177"/>
                  <a:gd name="connsiteX4" fmla="*/ 0 w 25717"/>
                  <a:gd name="connsiteY4" fmla="*/ 8755 h 24177"/>
                  <a:gd name="connsiteX5" fmla="*/ 3810 w 25717"/>
                  <a:gd name="connsiteY5" fmla="*/ 1135 h 24177"/>
                  <a:gd name="connsiteX6" fmla="*/ 6668 w 25717"/>
                  <a:gd name="connsiteY6" fmla="*/ 182 h 24177"/>
                  <a:gd name="connsiteX7" fmla="*/ 21908 w 25717"/>
                  <a:gd name="connsiteY7" fmla="*/ 6850 h 24177"/>
                  <a:gd name="connsiteX8" fmla="*/ 25718 w 25717"/>
                  <a:gd name="connsiteY8" fmla="*/ 14470 h 24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716" h="24177">
                    <a:moveTo>
                      <a:pt x="25718" y="14470"/>
                    </a:moveTo>
                    <a:cubicBezTo>
                      <a:pt x="25718" y="18280"/>
                      <a:pt x="24765" y="21138"/>
                      <a:pt x="21908" y="23043"/>
                    </a:cubicBezTo>
                    <a:cubicBezTo>
                      <a:pt x="20955" y="23995"/>
                      <a:pt x="20003" y="23995"/>
                      <a:pt x="18098" y="23995"/>
                    </a:cubicBezTo>
                    <a:cubicBezTo>
                      <a:pt x="13335" y="24947"/>
                      <a:pt x="7620" y="22090"/>
                      <a:pt x="3810" y="17327"/>
                    </a:cubicBezTo>
                    <a:cubicBezTo>
                      <a:pt x="1905" y="14470"/>
                      <a:pt x="0" y="11613"/>
                      <a:pt x="0" y="8755"/>
                    </a:cubicBezTo>
                    <a:cubicBezTo>
                      <a:pt x="0" y="5897"/>
                      <a:pt x="953" y="3040"/>
                      <a:pt x="3810" y="1135"/>
                    </a:cubicBezTo>
                    <a:cubicBezTo>
                      <a:pt x="4763" y="1135"/>
                      <a:pt x="5715" y="182"/>
                      <a:pt x="6668" y="182"/>
                    </a:cubicBezTo>
                    <a:cubicBezTo>
                      <a:pt x="11430" y="-770"/>
                      <a:pt x="18098" y="2088"/>
                      <a:pt x="21908" y="6850"/>
                    </a:cubicBezTo>
                    <a:cubicBezTo>
                      <a:pt x="24765" y="9707"/>
                      <a:pt x="25718" y="11613"/>
                      <a:pt x="25718" y="14470"/>
                    </a:cubicBezTo>
                    <a:close/>
                  </a:path>
                </a:pathLst>
              </a:custGeom>
              <a:solidFill>
                <a:srgbClr val="A7CAC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 lang="en-US"/>
              </a:p>
            </p:txBody>
          </p:sp>
        </p:grpSp>
      </p:grpSp>
      <p:grpSp>
        <p:nvGrpSpPr>
          <p:cNvPr id="213" name="Group 212"/>
          <p:cNvGrpSpPr/>
          <p:nvPr>
            <p:custDataLst>
              <p:tags r:id="rId3"/>
            </p:custDataLst>
          </p:nvPr>
        </p:nvGrpSpPr>
        <p:grpSpPr>
          <a:xfrm>
            <a:off x="6335812" y="3025504"/>
            <a:ext cx="2332546" cy="2573853"/>
            <a:chOff x="6153567" y="3612865"/>
            <a:chExt cx="2332546" cy="2573853"/>
          </a:xfrm>
        </p:grpSpPr>
        <p:sp>
          <p:nvSpPr>
            <p:cNvPr id="214" name="TextBox 213"/>
            <p:cNvSpPr txBox="1"/>
            <p:nvPr>
              <p:custDataLst>
                <p:tags r:id="rId9"/>
              </p:custDataLst>
            </p:nvPr>
          </p:nvSpPr>
          <p:spPr>
            <a:xfrm>
              <a:off x="6153567" y="4279016"/>
              <a:ext cx="2270807" cy="1907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>
                <a:lnSpc>
                  <a:spcPct val="120000"/>
                </a:lnSpc>
              </a:pPr>
              <a:r>
                <a:rPr lang="en-US" sz="20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建立生活垃圾处理与资源化利用的实时监测系统，对各环节进行数据收集、分析和评估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215" name="TextBox 214"/>
            <p:cNvSpPr txBox="1"/>
            <p:nvPr>
              <p:custDataLst>
                <p:tags r:id="rId10"/>
              </p:custDataLst>
            </p:nvPr>
          </p:nvSpPr>
          <p:spPr>
            <a:xfrm>
              <a:off x="6215306" y="3612865"/>
              <a:ext cx="22708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en-US" sz="24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Sora ExtraBold" pitchFamily="2" charset="0"/>
                </a:rPr>
                <a:t>建立监测体系</a:t>
              </a: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Sora ExtraBold" pitchFamily="2" charset="0"/>
                </a:rPr>
                <a:t> </a:t>
              </a:r>
            </a:p>
          </p:txBody>
        </p:sp>
      </p:grpSp>
      <p:grpSp>
        <p:nvGrpSpPr>
          <p:cNvPr id="216" name="Group 215"/>
          <p:cNvGrpSpPr/>
          <p:nvPr>
            <p:custDataLst>
              <p:tags r:id="rId4"/>
            </p:custDataLst>
          </p:nvPr>
        </p:nvGrpSpPr>
        <p:grpSpPr>
          <a:xfrm>
            <a:off x="8897719" y="3022747"/>
            <a:ext cx="2625627" cy="2205573"/>
            <a:chOff x="8715474" y="3610108"/>
            <a:chExt cx="2625627" cy="2205573"/>
          </a:xfrm>
        </p:grpSpPr>
        <p:sp>
          <p:nvSpPr>
            <p:cNvPr id="217" name="TextBox 216"/>
            <p:cNvSpPr txBox="1"/>
            <p:nvPr>
              <p:custDataLst>
                <p:tags r:id="rId7"/>
              </p:custDataLst>
            </p:nvPr>
          </p:nvSpPr>
          <p:spPr>
            <a:xfrm>
              <a:off x="8715474" y="4277311"/>
              <a:ext cx="2270807" cy="1538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>
                <a:lnSpc>
                  <a:spcPct val="120000"/>
                </a:lnSpc>
              </a:pPr>
              <a:r>
                <a:rPr lang="en-US" sz="20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定期对"无废城市"建设成效进行评估，及时调整策略，确保目标实现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218" name="TextBox 217"/>
            <p:cNvSpPr txBox="1"/>
            <p:nvPr>
              <p:custDataLst>
                <p:tags r:id="rId8"/>
              </p:custDataLst>
            </p:nvPr>
          </p:nvSpPr>
          <p:spPr>
            <a:xfrm>
              <a:off x="9070294" y="3610108"/>
              <a:ext cx="22708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en-US" sz="24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Sora ExtraBold" pitchFamily="2" charset="0"/>
                </a:rPr>
                <a:t>效果评估</a:t>
              </a: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lt"/>
                  <a:cs typeface="Sora ExtraBold" pitchFamily="2" charset="0"/>
                </a:rPr>
                <a:t> </a:t>
              </a:r>
            </a:p>
          </p:txBody>
        </p:sp>
      </p:grpSp>
      <p:sp>
        <p:nvSpPr>
          <p:cNvPr id="220" name="TextBox 219"/>
          <p:cNvSpPr txBox="1"/>
          <p:nvPr/>
        </p:nvSpPr>
        <p:spPr>
          <a:xfrm>
            <a:off x="6267450" y="2196923"/>
            <a:ext cx="4873732" cy="579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Sora ExtraBold" pitchFamily="2" charset="0"/>
              </a:rPr>
              <a:t>4. 持续监测与评估</a:t>
            </a:r>
          </a:p>
        </p:txBody>
      </p:sp>
      <p:cxnSp>
        <p:nvCxnSpPr>
          <p:cNvPr id="221" name="Straight Connector 220"/>
          <p:cNvCxnSpPr/>
          <p:nvPr>
            <p:custDataLst>
              <p:tags r:id="rId5"/>
            </p:custDataLst>
          </p:nvPr>
        </p:nvCxnSpPr>
        <p:spPr>
          <a:xfrm>
            <a:off x="6278245" y="3498702"/>
            <a:ext cx="2187338" cy="0"/>
          </a:xfrm>
          <a:prstGeom prst="line">
            <a:avLst/>
          </a:prstGeom>
          <a:ln w="508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/>
          <p:cNvCxnSpPr/>
          <p:nvPr>
            <p:custDataLst>
              <p:tags r:id="rId6"/>
            </p:custDataLst>
          </p:nvPr>
        </p:nvCxnSpPr>
        <p:spPr>
          <a:xfrm>
            <a:off x="8878570" y="3498702"/>
            <a:ext cx="2187338" cy="0"/>
          </a:xfrm>
          <a:prstGeom prst="line">
            <a:avLst/>
          </a:prstGeom>
          <a:ln w="50800" cap="rnd">
            <a:gradFill flip="none">
              <a:gsLst>
                <a:gs pos="5000">
                  <a:schemeClr val="accent1"/>
                </a:gs>
                <a:gs pos="45000">
                  <a:schemeClr val="accent2"/>
                </a:gs>
                <a:gs pos="100000">
                  <a:schemeClr val="accent3"/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 prLst="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49300" decel="50600" fill="hold" grpId="3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16667E-07 -2.59259E-06 L -4.16667E-07 0.07246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 prLst="">
                                      <p:cBhvr>
                                        <p:cTn id="1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49300" decel="506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16667E-07 -2.59259E-06 L -4.16667E-07 0.07246" pathEditMode="relative" rAng="0" ptsTypes="AA">
                                      <p:cBhvr>
                                        <p:cTn id="14" dur="750" spd="-1000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 prLst="">
                                      <p:cBhvr>
                                        <p:cTn id="1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49300" decel="506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16667E-07 -2.59259E-06 L -4.16667E-07 0.07246" pathEditMode="relative" rAng="0" ptsTypes="AA">
                                      <p:cBhvr>
                                        <p:cTn id="19" dur="750" spd="-100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2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49300" decel="506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3.95833E-06 2.96296E-06 L 0.08945 2.96296E-06" pathEditMode="relative" rAng="0" ptsTypes="AA">
                                      <p:cBhvr>
                                        <p:cTn id="24" dur="750" spd="-100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66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 prLst="">
                                      <p:cBhvr>
                                        <p:cTn id="2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49300" decel="506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0833E-06 2.96296E-06 L 0.08945 2.96296E-06" pathEditMode="relative" rAng="0" ptsTypes="AA">
                                      <p:cBhvr>
                                        <p:cTn id="29" dur="750" spd="-100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6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2"/>
      <p:bldP spid="220" grpId="3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图形" descr="D:\51PPT模板网\51pptmoban.com\图片.jpg"/>
          <p:cNvGrpSpPr/>
          <p:nvPr/>
        </p:nvGrpSpPr>
        <p:grpSpPr>
          <a:xfrm>
            <a:off x="1" y="0"/>
            <a:ext cx="915671" cy="1172210"/>
            <a:chOff x="0" y="0"/>
            <a:chExt cx="4726652" cy="6046797"/>
          </a:xfrm>
        </p:grpSpPr>
        <p:grpSp>
          <p:nvGrpSpPr>
            <p:cNvPr id="4" name="图形 2"/>
            <p:cNvGrpSpPr/>
            <p:nvPr/>
          </p:nvGrpSpPr>
          <p:grpSpPr>
            <a:xfrm>
              <a:off x="0" y="0"/>
              <a:ext cx="4726652" cy="3784600"/>
              <a:chOff x="-580962" y="-749978"/>
              <a:chExt cx="2366438" cy="1894792"/>
            </a:xfrm>
          </p:grpSpPr>
          <p:sp>
            <p:nvSpPr>
              <p:cNvPr id="8" name="图形"/>
              <p:cNvSpPr/>
              <p:nvPr/>
            </p:nvSpPr>
            <p:spPr>
              <a:xfrm>
                <a:off x="-580962" y="-749978"/>
                <a:ext cx="2366438" cy="1894792"/>
              </a:xfrm>
              <a:custGeom>
                <a:avLst/>
                <a:gdLst>
                  <a:gd name="connsiteX0" fmla="*/ 0 w 2366438"/>
                  <a:gd name="connsiteY0" fmla="*/ 0 h 1894792"/>
                  <a:gd name="connsiteX1" fmla="*/ 2366439 w 2366438"/>
                  <a:gd name="connsiteY1" fmla="*/ 0 h 1894792"/>
                  <a:gd name="connsiteX2" fmla="*/ 2002785 w 2366438"/>
                  <a:gd name="connsiteY2" fmla="*/ 629873 h 1894792"/>
                  <a:gd name="connsiteX3" fmla="*/ 1639126 w 2366438"/>
                  <a:gd name="connsiteY3" fmla="*/ 1259742 h 1894792"/>
                  <a:gd name="connsiteX4" fmla="*/ 911818 w 2366438"/>
                  <a:gd name="connsiteY4" fmla="*/ 1259738 h 1894792"/>
                  <a:gd name="connsiteX5" fmla="*/ 366646 w 2366438"/>
                  <a:gd name="connsiteY5" fmla="*/ 1259742 h 1894792"/>
                  <a:gd name="connsiteX6" fmla="*/ 363654 w 2366438"/>
                  <a:gd name="connsiteY6" fmla="*/ 1264928 h 1894792"/>
                  <a:gd name="connsiteX7" fmla="*/ 0 w 2366438"/>
                  <a:gd name="connsiteY7" fmla="*/ 1894793 h 18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366438" h="1894792">
                    <a:moveTo>
                      <a:pt x="0" y="0"/>
                    </a:moveTo>
                    <a:lnTo>
                      <a:pt x="2366439" y="0"/>
                    </a:lnTo>
                    <a:lnTo>
                      <a:pt x="2002785" y="629873"/>
                    </a:lnTo>
                    <a:lnTo>
                      <a:pt x="1639126" y="1259742"/>
                    </a:lnTo>
                    <a:lnTo>
                      <a:pt x="911818" y="1259738"/>
                    </a:lnTo>
                    <a:lnTo>
                      <a:pt x="366646" y="1259742"/>
                    </a:lnTo>
                    <a:lnTo>
                      <a:pt x="363654" y="1264928"/>
                    </a:lnTo>
                    <a:lnTo>
                      <a:pt x="0" y="1894793"/>
                    </a:lnTo>
                    <a:close/>
                  </a:path>
                </a:pathLst>
              </a:custGeom>
              <a:solidFill>
                <a:schemeClr val="bg2">
                  <a:lumMod val="95000"/>
                </a:schemeClr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9" name="图形"/>
              <p:cNvSpPr/>
              <p:nvPr/>
            </p:nvSpPr>
            <p:spPr>
              <a:xfrm>
                <a:off x="-580962" y="-749978"/>
                <a:ext cx="1517096" cy="1096688"/>
              </a:xfrm>
              <a:custGeom>
                <a:avLst/>
                <a:gdLst>
                  <a:gd name="connsiteX0" fmla="*/ 0 w 1517096"/>
                  <a:gd name="connsiteY0" fmla="*/ 0 h 1096688"/>
                  <a:gd name="connsiteX1" fmla="*/ 1517097 w 1517096"/>
                  <a:gd name="connsiteY1" fmla="*/ 0 h 1096688"/>
                  <a:gd name="connsiteX2" fmla="*/ 1247590 w 1517096"/>
                  <a:gd name="connsiteY2" fmla="*/ 466820 h 1096688"/>
                  <a:gd name="connsiteX3" fmla="*/ 883928 w 1517096"/>
                  <a:gd name="connsiteY3" fmla="*/ 1096689 h 1096688"/>
                  <a:gd name="connsiteX4" fmla="*/ 156615 w 1517096"/>
                  <a:gd name="connsiteY4" fmla="*/ 1096684 h 1096688"/>
                  <a:gd name="connsiteX5" fmla="*/ 0 w 1517096"/>
                  <a:gd name="connsiteY5" fmla="*/ 1096684 h 109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7096" h="1096688">
                    <a:moveTo>
                      <a:pt x="0" y="0"/>
                    </a:moveTo>
                    <a:lnTo>
                      <a:pt x="1517097" y="0"/>
                    </a:lnTo>
                    <a:lnTo>
                      <a:pt x="1247590" y="466820"/>
                    </a:lnTo>
                    <a:lnTo>
                      <a:pt x="883928" y="1096689"/>
                    </a:lnTo>
                    <a:lnTo>
                      <a:pt x="156615" y="1096684"/>
                    </a:lnTo>
                    <a:lnTo>
                      <a:pt x="0" y="109668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10" name="图形"/>
              <p:cNvSpPr/>
              <p:nvPr/>
            </p:nvSpPr>
            <p:spPr>
              <a:xfrm>
                <a:off x="-476909" y="509759"/>
                <a:ext cx="1171196" cy="454831"/>
              </a:xfrm>
              <a:custGeom>
                <a:avLst/>
                <a:gdLst>
                  <a:gd name="connsiteX0" fmla="*/ 1171196 w 1171196"/>
                  <a:gd name="connsiteY0" fmla="*/ 0 h 454831"/>
                  <a:gd name="connsiteX1" fmla="*/ 908604 w 1171196"/>
                  <a:gd name="connsiteY1" fmla="*/ 454831 h 454831"/>
                  <a:gd name="connsiteX2" fmla="*/ 181296 w 1171196"/>
                  <a:gd name="connsiteY2" fmla="*/ 454831 h 454831"/>
                  <a:gd name="connsiteX3" fmla="*/ 0 w 1171196"/>
                  <a:gd name="connsiteY3" fmla="*/ 454831 h 454831"/>
                  <a:gd name="connsiteX4" fmla="*/ 259601 w 1171196"/>
                  <a:gd name="connsiteY4" fmla="*/ 5191 h 454831"/>
                  <a:gd name="connsiteX5" fmla="*/ 262593 w 1171196"/>
                  <a:gd name="connsiteY5" fmla="*/ 4 h 454831"/>
                  <a:gd name="connsiteX6" fmla="*/ 807765 w 1171196"/>
                  <a:gd name="connsiteY6" fmla="*/ 0 h 454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1196" h="454831">
                    <a:moveTo>
                      <a:pt x="1171196" y="0"/>
                    </a:moveTo>
                    <a:lnTo>
                      <a:pt x="908604" y="454831"/>
                    </a:lnTo>
                    <a:lnTo>
                      <a:pt x="181296" y="454831"/>
                    </a:lnTo>
                    <a:lnTo>
                      <a:pt x="0" y="454831"/>
                    </a:lnTo>
                    <a:lnTo>
                      <a:pt x="259601" y="5191"/>
                    </a:lnTo>
                    <a:lnTo>
                      <a:pt x="262593" y="4"/>
                    </a:lnTo>
                    <a:lnTo>
                      <a:pt x="80776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  <p:grpSp>
          <p:nvGrpSpPr>
            <p:cNvPr id="5" name="图形 2"/>
            <p:cNvGrpSpPr/>
            <p:nvPr/>
          </p:nvGrpSpPr>
          <p:grpSpPr>
            <a:xfrm>
              <a:off x="0" y="3670904"/>
              <a:ext cx="1371723" cy="2375893"/>
              <a:chOff x="-580962" y="2579636"/>
              <a:chExt cx="1017658" cy="1762634"/>
            </a:xfrm>
          </p:grpSpPr>
          <p:sp>
            <p:nvSpPr>
              <p:cNvPr id="6" name="图形"/>
              <p:cNvSpPr/>
              <p:nvPr/>
            </p:nvSpPr>
            <p:spPr>
              <a:xfrm>
                <a:off x="-580962" y="2579636"/>
                <a:ext cx="1017658" cy="1762634"/>
              </a:xfrm>
              <a:custGeom>
                <a:avLst/>
                <a:gdLst>
                  <a:gd name="connsiteX0" fmla="*/ 0 w 1017658"/>
                  <a:gd name="connsiteY0" fmla="*/ 1762635 h 1762634"/>
                  <a:gd name="connsiteX1" fmla="*/ 0 w 1017658"/>
                  <a:gd name="connsiteY1" fmla="*/ 1518580 h 1762634"/>
                  <a:gd name="connsiteX2" fmla="*/ 876748 w 1017658"/>
                  <a:gd name="connsiteY2" fmla="*/ 0 h 1762634"/>
                  <a:gd name="connsiteX3" fmla="*/ 1017659 w 1017658"/>
                  <a:gd name="connsiteY3" fmla="*/ 0 h 1762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58" h="1762633">
                    <a:moveTo>
                      <a:pt x="0" y="1762635"/>
                    </a:moveTo>
                    <a:lnTo>
                      <a:pt x="0" y="1518580"/>
                    </a:lnTo>
                    <a:lnTo>
                      <a:pt x="876748" y="0"/>
                    </a:lnTo>
                    <a:lnTo>
                      <a:pt x="101765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7" name="图形"/>
              <p:cNvSpPr/>
              <p:nvPr/>
            </p:nvSpPr>
            <p:spPr>
              <a:xfrm>
                <a:off x="-580962" y="2878289"/>
                <a:ext cx="443965" cy="768978"/>
              </a:xfrm>
              <a:custGeom>
                <a:avLst/>
                <a:gdLst>
                  <a:gd name="connsiteX0" fmla="*/ 0 w 443965"/>
                  <a:gd name="connsiteY0" fmla="*/ 768979 h 768978"/>
                  <a:gd name="connsiteX1" fmla="*/ 0 w 443965"/>
                  <a:gd name="connsiteY1" fmla="*/ 524915 h 768978"/>
                  <a:gd name="connsiteX2" fmla="*/ 303055 w 443965"/>
                  <a:gd name="connsiteY2" fmla="*/ 0 h 768978"/>
                  <a:gd name="connsiteX3" fmla="*/ 162149 w 443965"/>
                  <a:gd name="connsiteY3" fmla="*/ 0 h 768978"/>
                  <a:gd name="connsiteX4" fmla="*/ 0 w 443965"/>
                  <a:gd name="connsiteY4" fmla="*/ 280861 h 768978"/>
                  <a:gd name="connsiteX5" fmla="*/ 0 w 443965"/>
                  <a:gd name="connsiteY5" fmla="*/ 524915 h 768978"/>
                  <a:gd name="connsiteX6" fmla="*/ 303055 w 443965"/>
                  <a:gd name="connsiteY6" fmla="*/ 0 h 768978"/>
                  <a:gd name="connsiteX7" fmla="*/ 443965 w 443965"/>
                  <a:gd name="connsiteY7" fmla="*/ 0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65" h="768978">
                    <a:moveTo>
                      <a:pt x="0" y="768979"/>
                    </a:moveTo>
                    <a:lnTo>
                      <a:pt x="0" y="524915"/>
                    </a:lnTo>
                    <a:lnTo>
                      <a:pt x="303055" y="0"/>
                    </a:lnTo>
                    <a:lnTo>
                      <a:pt x="162149" y="0"/>
                    </a:lnTo>
                    <a:lnTo>
                      <a:pt x="0" y="280861"/>
                    </a:lnTo>
                    <a:lnTo>
                      <a:pt x="0" y="524915"/>
                    </a:lnTo>
                    <a:lnTo>
                      <a:pt x="303055" y="0"/>
                    </a:lnTo>
                    <a:lnTo>
                      <a:pt x="443965" y="0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grpSp>
        <p:nvGrpSpPr>
          <p:cNvPr id="11" name="图形" descr="D:\51PPT模板网\51pptmoban.com\图片.jpg"/>
          <p:cNvGrpSpPr/>
          <p:nvPr/>
        </p:nvGrpSpPr>
        <p:grpSpPr>
          <a:xfrm>
            <a:off x="11298556" y="5554345"/>
            <a:ext cx="893445" cy="1309370"/>
            <a:chOff x="9002209" y="2190491"/>
            <a:chExt cx="3189791" cy="4673461"/>
          </a:xfrm>
        </p:grpSpPr>
        <p:sp>
          <p:nvSpPr>
            <p:cNvPr id="12" name="图形"/>
            <p:cNvSpPr/>
            <p:nvPr/>
          </p:nvSpPr>
          <p:spPr>
            <a:xfrm>
              <a:off x="10473047" y="4552831"/>
              <a:ext cx="1578698" cy="613105"/>
            </a:xfrm>
            <a:custGeom>
              <a:avLst/>
              <a:gdLst>
                <a:gd name="connsiteX0" fmla="*/ 0 w 1171209"/>
                <a:gd name="connsiteY0" fmla="*/ 454852 h 454852"/>
                <a:gd name="connsiteX1" fmla="*/ 262610 w 1171209"/>
                <a:gd name="connsiteY1" fmla="*/ 0 h 454852"/>
                <a:gd name="connsiteX2" fmla="*/ 989927 w 1171209"/>
                <a:gd name="connsiteY2" fmla="*/ 0 h 454852"/>
                <a:gd name="connsiteX3" fmla="*/ 1171209 w 1171209"/>
                <a:gd name="connsiteY3" fmla="*/ 0 h 454852"/>
                <a:gd name="connsiteX4" fmla="*/ 911604 w 1171209"/>
                <a:gd name="connsiteY4" fmla="*/ 449670 h 454852"/>
                <a:gd name="connsiteX5" fmla="*/ 908604 w 1171209"/>
                <a:gd name="connsiteY5" fmla="*/ 454852 h 454852"/>
                <a:gd name="connsiteX6" fmla="*/ 363448 w 1171209"/>
                <a:gd name="connsiteY6" fmla="*/ 454852 h 454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1209" h="454852">
                  <a:moveTo>
                    <a:pt x="0" y="454852"/>
                  </a:moveTo>
                  <a:lnTo>
                    <a:pt x="262610" y="0"/>
                  </a:lnTo>
                  <a:lnTo>
                    <a:pt x="989927" y="0"/>
                  </a:lnTo>
                  <a:lnTo>
                    <a:pt x="1171209" y="0"/>
                  </a:lnTo>
                  <a:lnTo>
                    <a:pt x="911604" y="449670"/>
                  </a:lnTo>
                  <a:lnTo>
                    <a:pt x="908604" y="454852"/>
                  </a:lnTo>
                  <a:lnTo>
                    <a:pt x="363448" y="45485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3" name="图形"/>
            <p:cNvSpPr/>
            <p:nvPr/>
          </p:nvSpPr>
          <p:spPr>
            <a:xfrm>
              <a:off x="9002209" y="4309938"/>
              <a:ext cx="3189790" cy="2554014"/>
            </a:xfrm>
            <a:custGeom>
              <a:avLst/>
              <a:gdLst>
                <a:gd name="connsiteX0" fmla="*/ 2366451 w 2366451"/>
                <a:gd name="connsiteY0" fmla="*/ 1894780 h 1894779"/>
                <a:gd name="connsiteX1" fmla="*/ 0 w 2366451"/>
                <a:gd name="connsiteY1" fmla="*/ 1894780 h 1894779"/>
                <a:gd name="connsiteX2" fmla="*/ 363663 w 2366451"/>
                <a:gd name="connsiteY2" fmla="*/ 1264915 h 1894779"/>
                <a:gd name="connsiteX3" fmla="*/ 727317 w 2366451"/>
                <a:gd name="connsiteY3" fmla="*/ 635051 h 1894779"/>
                <a:gd name="connsiteX4" fmla="*/ 1454638 w 2366451"/>
                <a:gd name="connsiteY4" fmla="*/ 635051 h 1894779"/>
                <a:gd name="connsiteX5" fmla="*/ 1999793 w 2366451"/>
                <a:gd name="connsiteY5" fmla="*/ 635051 h 1894779"/>
                <a:gd name="connsiteX6" fmla="*/ 2002793 w 2366451"/>
                <a:gd name="connsiteY6" fmla="*/ 629869 h 1894779"/>
                <a:gd name="connsiteX7" fmla="*/ 2366451 w 2366451"/>
                <a:gd name="connsiteY7" fmla="*/ 0 h 189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66451" h="1894779">
                  <a:moveTo>
                    <a:pt x="2366451" y="1894780"/>
                  </a:moveTo>
                  <a:lnTo>
                    <a:pt x="0" y="1894780"/>
                  </a:lnTo>
                  <a:lnTo>
                    <a:pt x="363663" y="1264915"/>
                  </a:lnTo>
                  <a:lnTo>
                    <a:pt x="727317" y="635051"/>
                  </a:lnTo>
                  <a:lnTo>
                    <a:pt x="1454638" y="635051"/>
                  </a:lnTo>
                  <a:lnTo>
                    <a:pt x="1999793" y="635051"/>
                  </a:lnTo>
                  <a:lnTo>
                    <a:pt x="2002793" y="629869"/>
                  </a:lnTo>
                  <a:lnTo>
                    <a:pt x="2366451" y="0"/>
                  </a:lnTo>
                  <a:close/>
                </a:path>
              </a:pathLst>
            </a:custGeom>
            <a:solidFill>
              <a:schemeClr val="bg2">
                <a:lumMod val="95000"/>
              </a:schemeClr>
            </a:soli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sp>
          <p:nvSpPr>
            <p:cNvPr id="14" name="图形"/>
            <p:cNvSpPr/>
            <p:nvPr/>
          </p:nvSpPr>
          <p:spPr>
            <a:xfrm>
              <a:off x="10147062" y="5385720"/>
              <a:ext cx="2044938" cy="1478232"/>
            </a:xfrm>
            <a:custGeom>
              <a:avLst/>
              <a:gdLst>
                <a:gd name="connsiteX0" fmla="*/ 1517105 w 1517105"/>
                <a:gd name="connsiteY0" fmla="*/ 1096676 h 1096675"/>
                <a:gd name="connsiteX1" fmla="*/ 0 w 1517105"/>
                <a:gd name="connsiteY1" fmla="*/ 1096676 h 1096675"/>
                <a:gd name="connsiteX2" fmla="*/ 269507 w 1517105"/>
                <a:gd name="connsiteY2" fmla="*/ 629856 h 1096675"/>
                <a:gd name="connsiteX3" fmla="*/ 633161 w 1517105"/>
                <a:gd name="connsiteY3" fmla="*/ 0 h 1096675"/>
                <a:gd name="connsiteX4" fmla="*/ 1360477 w 1517105"/>
                <a:gd name="connsiteY4" fmla="*/ 0 h 1096675"/>
                <a:gd name="connsiteX5" fmla="*/ 1517105 w 1517105"/>
                <a:gd name="connsiteY5" fmla="*/ 0 h 109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7105" h="1096675">
                  <a:moveTo>
                    <a:pt x="1517105" y="1096676"/>
                  </a:moveTo>
                  <a:lnTo>
                    <a:pt x="0" y="1096676"/>
                  </a:lnTo>
                  <a:lnTo>
                    <a:pt x="269507" y="629856"/>
                  </a:lnTo>
                  <a:lnTo>
                    <a:pt x="633161" y="0"/>
                  </a:lnTo>
                  <a:lnTo>
                    <a:pt x="1360477" y="0"/>
                  </a:lnTo>
                  <a:lnTo>
                    <a:pt x="1517105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4286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lang="zh-CN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endParaRPr/>
            </a:p>
          </p:txBody>
        </p:sp>
        <p:grpSp>
          <p:nvGrpSpPr>
            <p:cNvPr id="15" name="图形 2"/>
            <p:cNvGrpSpPr/>
            <p:nvPr/>
          </p:nvGrpSpPr>
          <p:grpSpPr>
            <a:xfrm>
              <a:off x="10934921" y="2190491"/>
              <a:ext cx="1257079" cy="2177300"/>
              <a:chOff x="2292616" y="-191282"/>
              <a:chExt cx="1017671" cy="1762638"/>
            </a:xfrm>
          </p:grpSpPr>
          <p:sp>
            <p:nvSpPr>
              <p:cNvPr id="16" name="图形"/>
              <p:cNvSpPr/>
              <p:nvPr/>
            </p:nvSpPr>
            <p:spPr>
              <a:xfrm>
                <a:off x="2292616" y="-191282"/>
                <a:ext cx="1017671" cy="1762638"/>
              </a:xfrm>
              <a:custGeom>
                <a:avLst/>
                <a:gdLst>
                  <a:gd name="connsiteX0" fmla="*/ 1017671 w 1017671"/>
                  <a:gd name="connsiteY0" fmla="*/ 0 h 1762638"/>
                  <a:gd name="connsiteX1" fmla="*/ 1017671 w 1017671"/>
                  <a:gd name="connsiteY1" fmla="*/ 244059 h 1762638"/>
                  <a:gd name="connsiteX2" fmla="*/ 140919 w 1017671"/>
                  <a:gd name="connsiteY2" fmla="*/ 1762639 h 1762638"/>
                  <a:gd name="connsiteX3" fmla="*/ 0 w 1017671"/>
                  <a:gd name="connsiteY3" fmla="*/ 1762639 h 1762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7671" h="1762638">
                    <a:moveTo>
                      <a:pt x="1017671" y="0"/>
                    </a:moveTo>
                    <a:lnTo>
                      <a:pt x="1017671" y="244059"/>
                    </a:lnTo>
                    <a:lnTo>
                      <a:pt x="140919" y="1762639"/>
                    </a:lnTo>
                    <a:lnTo>
                      <a:pt x="0" y="1762639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</a:gra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  <p:sp>
            <p:nvSpPr>
              <p:cNvPr id="17" name="图形"/>
              <p:cNvSpPr/>
              <p:nvPr/>
            </p:nvSpPr>
            <p:spPr>
              <a:xfrm>
                <a:off x="2866305" y="503724"/>
                <a:ext cx="443982" cy="768978"/>
              </a:xfrm>
              <a:custGeom>
                <a:avLst/>
                <a:gdLst>
                  <a:gd name="connsiteX0" fmla="*/ 443983 w 443982"/>
                  <a:gd name="connsiteY0" fmla="*/ 0 h 768978"/>
                  <a:gd name="connsiteX1" fmla="*/ 443983 w 443982"/>
                  <a:gd name="connsiteY1" fmla="*/ 244059 h 768978"/>
                  <a:gd name="connsiteX2" fmla="*/ 140923 w 443982"/>
                  <a:gd name="connsiteY2" fmla="*/ 768979 h 768978"/>
                  <a:gd name="connsiteX3" fmla="*/ 281821 w 443982"/>
                  <a:gd name="connsiteY3" fmla="*/ 768979 h 768978"/>
                  <a:gd name="connsiteX4" fmla="*/ 443983 w 443982"/>
                  <a:gd name="connsiteY4" fmla="*/ 488114 h 768978"/>
                  <a:gd name="connsiteX5" fmla="*/ 443983 w 443982"/>
                  <a:gd name="connsiteY5" fmla="*/ 244059 h 768978"/>
                  <a:gd name="connsiteX6" fmla="*/ 140923 w 443982"/>
                  <a:gd name="connsiteY6" fmla="*/ 768979 h 768978"/>
                  <a:gd name="connsiteX7" fmla="*/ 0 w 443982"/>
                  <a:gd name="connsiteY7" fmla="*/ 768979 h 76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43982" h="768978">
                    <a:moveTo>
                      <a:pt x="443983" y="0"/>
                    </a:move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281821" y="768979"/>
                    </a:lnTo>
                    <a:lnTo>
                      <a:pt x="443983" y="488114"/>
                    </a:lnTo>
                    <a:lnTo>
                      <a:pt x="443983" y="244059"/>
                    </a:lnTo>
                    <a:lnTo>
                      <a:pt x="140923" y="768979"/>
                    </a:lnTo>
                    <a:lnTo>
                      <a:pt x="0" y="768979"/>
                    </a:lnTo>
                    <a:close/>
                  </a:path>
                </a:pathLst>
              </a:custGeom>
              <a:solidFill>
                <a:srgbClr val="E5E5E5"/>
              </a:solidFill>
              <a:ln w="428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endParaRPr/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623392" y="260648"/>
            <a:ext cx="10899954" cy="570986"/>
          </a:xfrm>
          <a:prstGeom prst="rect">
            <a:avLst/>
          </a:prstGeom>
          <a:noFill/>
        </p:spPr>
        <p:txBody>
          <a:bodyPr wrap="square" rtlCol="0" anchor="ctr">
            <a:normAutofit fontScale="97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r>
              <a:rPr lang="zh-CN" altLang="zh-CN" sz="3500" b="1">
                <a:solidFill>
                  <a:srgbClr val="F39659"/>
                </a:solidFill>
                <a:latin typeface="宋体" panose="02010600030101010101" pitchFamily="2" charset="-122"/>
                <a:ea typeface="MiSans" panose="00000500000000000000" pitchFamily="50" charset="-122"/>
                <a:cs typeface="MiSans" panose="00000500000000000000" pitchFamily="50" charset="-122"/>
                <a:sym typeface="宋体" panose="02010600030101010101" pitchFamily="2" charset="-122"/>
              </a:rPr>
              <a:t>展望未来与结论</a:t>
            </a:r>
          </a:p>
        </p:txBody>
      </p:sp>
      <p:sp>
        <p:nvSpPr>
          <p:cNvPr id="18" name="New shape"/>
          <p:cNvSpPr/>
          <p:nvPr/>
        </p:nvSpPr>
        <p:spPr>
          <a:xfrm>
            <a:off x="1117600" y="2095500"/>
            <a:ext cx="635000" cy="63500"/>
          </a:xfrm>
          <a:prstGeom prst="rect">
            <a:avLst/>
          </a:prstGeom>
          <a:solidFill>
            <a:srgbClr val="3421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New shape"/>
          <p:cNvSpPr/>
          <p:nvPr/>
        </p:nvSpPr>
        <p:spPr>
          <a:xfrm rot="5400000">
            <a:off x="1117600" y="2273300"/>
            <a:ext cx="330200" cy="330200"/>
          </a:xfrm>
          <a:prstGeom prst="triangle">
            <a:avLst/>
          </a:prstGeom>
          <a:solidFill>
            <a:srgbClr val="3421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New shape"/>
          <p:cNvSpPr/>
          <p:nvPr/>
        </p:nvSpPr>
        <p:spPr>
          <a:xfrm rot="5400000">
            <a:off x="1117600" y="4457700"/>
            <a:ext cx="330200" cy="330200"/>
          </a:xfrm>
          <a:prstGeom prst="triangle">
            <a:avLst/>
          </a:prstGeom>
          <a:solidFill>
            <a:srgbClr val="3421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New shape"/>
          <p:cNvSpPr/>
          <p:nvPr/>
        </p:nvSpPr>
        <p:spPr>
          <a:xfrm>
            <a:off x="1117600" y="1739900"/>
            <a:ext cx="9956800" cy="330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0000" lnSpcReduction="20000"/>
          </a:bodyPr>
          <a:lstStyle/>
          <a:p>
            <a:pPr indent="0"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宋体" panose="02010600030101010101" pitchFamily="2" charset="-122"/>
              </a:rPr>
              <a:t>结论</a:t>
            </a:r>
          </a:p>
        </p:txBody>
      </p:sp>
      <p:sp>
        <p:nvSpPr>
          <p:cNvPr id="22" name="New shape"/>
          <p:cNvSpPr/>
          <p:nvPr/>
        </p:nvSpPr>
        <p:spPr>
          <a:xfrm>
            <a:off x="1524000" y="2247900"/>
            <a:ext cx="9550400" cy="19812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生活垃圾资源化利用与"无废城市"建设是新时代城市可持续发展的关键一环。它不仅关乎环境保护、资源节约，还直接影响到社会经济的健康发展。通过强化垃圾分类与回收体系、推进技术革新、实施政策支持与激励措施、加强区域合作与国际交流，并持续监测与评估，我们可以逐步迈向"无废城市"的愿景。这需要政府、企业和每一位公民的共同努力，形成合力，共同为我们的地球减负，为未来蓄力</a:t>
            </a:r>
          </a:p>
        </p:txBody>
      </p:sp>
      <p:sp>
        <p:nvSpPr>
          <p:cNvPr id="23" name="New shape"/>
          <p:cNvSpPr/>
          <p:nvPr/>
        </p:nvSpPr>
        <p:spPr>
          <a:xfrm>
            <a:off x="1524000" y="4432300"/>
            <a:ext cx="9550400" cy="1320800"/>
          </a:xfrm>
          <a:prstGeom prst="rect">
            <a:avLst/>
          </a:prstGeom>
          <a:noFill/>
        </p:spPr>
        <p:style>
          <a:lnRef idx="2">
            <a:srgbClr val="FFFFFF">
              <a:alpha val="0"/>
            </a:srgb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rmAutofit fontScale="97500"/>
          </a:bodyPr>
          <a:lstStyle/>
          <a:p>
            <a:pPr indent="0" algn="l">
              <a:lnSpc>
                <a:spcPct val="125000"/>
              </a:lnSpc>
            </a:pPr>
            <a:r>
              <a:rPr sz="2100" b="0">
                <a:solidFill>
                  <a:srgbClr val="000000"/>
                </a:solidFill>
                <a:latin typeface="宋体" panose="02010600030101010101" pitchFamily="2" charset="-122"/>
              </a:rPr>
              <a:t>在此过程中，我们也要认识到，这不仅仅是一项任务，更是一场深刻的社会变革。它要求我们转变观念，从"丢弃"到"珍惜"，从"消费"到"可持续消费"，以实际行动践行绿色生活理念。让我们携手并进，为建设一个更加清洁、美丽、宜居的地球而努力！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 prLst="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00"/>
                            </p:stCondLst>
                            <p:childTnLst>
                              <p:par>
                                <p:cTn id="18" presetID="2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00"/>
                            </p:stCondLst>
                            <p:childTnLst>
                              <p:par>
                                <p:cTn id="28" presetID="23" presetClass="entr" presetSubtype="16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23" presetClass="entr" presetSubtype="16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300"/>
                            </p:stCondLst>
                            <p:childTnLst>
                              <p:par>
                                <p:cTn id="38" presetID="23" presetClass="entr" presetSubtype="16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1" animBg="1"/>
      <p:bldP spid="19" grpId="2" animBg="1"/>
      <p:bldP spid="20" grpId="3" animBg="1"/>
      <p:bldP spid="21" grpId="4" animBg="1"/>
      <p:bldP spid="22" grpId="5" animBg="1"/>
      <p:bldP spid="23" grpId="6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38500" y="2769870"/>
            <a:ext cx="10515000" cy="1318260"/>
          </a:xfrm>
        </p:spPr>
        <p:txBody>
          <a:bodyPr>
            <a:normAutofit/>
          </a:bodyPr>
          <a:lstStyle/>
          <a:p>
            <a:r>
              <a:rPr lang="en-US" altLang="zh-CN" sz="8000" dirty="0"/>
              <a:t>THANK YOU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2171219" y="3242501"/>
            <a:ext cx="7849562" cy="1691258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小组成员：陈彦菲、刘梦怡、肖杨、王安琪、唐影、蔡利、曹紫琳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7.10.11"/>
  <p:tag name="AS_TITLE" val="Aspose.Slides for .NET 2.0"/>
  <p:tag name="AS_VERSION" val="17.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59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859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0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0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592"/>
  <p:tag name="KSO_WM_TEMPLATE_CATEGORY" val="custom"/>
  <p:tag name="KSO_WM_TEMPLATE_MASTER_TYPE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0"/>
  <p:tag name="KSO_WM_UNIT_TEXT_LAYER_COUNT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*i*19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*i*20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*i*21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*i*22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408"/>
  <p:tag name="KSO_WM_UNIT_TEXT_LAYER_COUNT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8"/>
  <p:tag name="KSO_WM_UNIT_TEXT_LAYER_COUNT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.6,&quot;left&quot;:44.25,&quot;top&quot;:371.5,&quot;width&quot;:315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.6,&quot;left&quot;:44.25,&quot;top&quot;:371.5,&quot;width&quot;:315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.6,&quot;left&quot;:44.25,&quot;top&quot;:371.5,&quot;width&quot;:315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.6,&quot;left&quot;:44.25,&quot;top&quot;:371.5,&quot;width&quot;:315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6.55,&quot;left&quot;:85.95,&quot;top&quot;:147.55,&quot;width&quot;:806.25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55,&quot;left&quot;:85.95,&quot;top&quot;:147.55,&quot;width&quot;:806.25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614173228346,&quot;left&quot;:93.22716535433071,&quot;top&quot;:155.35685039370077,&quot;width&quot;:783.555748031496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614173228346,&quot;left&quot;:93.22716535433071,&quot;top&quot;:155.35685039370077,&quot;width&quot;:783.555748031496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614173228346,&quot;left&quot;:93.22716535433071,&quot;top&quot;:155.35685039370077,&quot;width&quot;:783.555748031496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614173228346,&quot;left&quot;:93.22716535433071,&quot;top&quot;:155.35685039370077,&quot;width&quot;:783.555748031496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614173228346,&quot;left&quot;:93.22716535433071,&quot;top&quot;:155.35685039370077,&quot;width&quot;:783.555748031496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614173228346,&quot;left&quot;:93.22716535433071,&quot;top&quot;:155.35685039370077,&quot;width&quot;:783.555748031496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614173228346,&quot;left&quot;:93.22716535433071,&quot;top&quot;:155.35685039370077,&quot;width&quot;:783.555748031496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614173228346,&quot;left&quot;:93.22716535433071,&quot;top&quot;:155.35685039370077,&quot;width&quot;:783.555748031496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614173228346,&quot;left&quot;:93.22716535433071,&quot;top&quot;:155.35685039370077,&quot;width&quot;:783.555748031496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614173228346,&quot;left&quot;:93.22716535433071,&quot;top&quot;:155.35685039370077,&quot;width&quot;:783.555748031496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614173228346,&quot;left&quot;:93.22716535433071,&quot;top&quot;:155.35685039370077,&quot;width&quot;:783.555748031496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9.9614173228346,&quot;left&quot;:93.22716535433071,&quot;top&quot;:155.35685039370077,&quot;width&quot;:783.555748031496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6.55,&quot;left&quot;:85.95,&quot;top&quot;:147.55,&quot;width&quot;:806.25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55,&quot;left&quot;:85.95,&quot;top&quot;:147.55,&quot;width&quot;:806.25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05,&quot;left&quot;:234.4703937007874,&quot;top&quot;:92.35,&quot;width&quot;:523.5296062992126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05,&quot;left&quot;:234.4703937007874,&quot;top&quot;:92.35,&quot;width&quot;:523.5296062992126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05,&quot;left&quot;:234.4703937007874,&quot;top&quot;:92.35,&quot;width&quot;:523.5296062992126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05,&quot;left&quot;:234.4703937007874,&quot;top&quot;:92.35,&quot;width&quot;:523.5296062992126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05,&quot;left&quot;:234.4703937007874,&quot;top&quot;:92.35,&quot;width&quot;:523.5296062992126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05,&quot;left&quot;:234.4703937007874,&quot;top&quot;:92.35,&quot;width&quot;:523.5296062992126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3760169644185,&quot;left&quot;:-88.36031496062988,&quot;top&quot;:112.07398303558143,&quot;width&quot;:1048.3603937007874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6.55,&quot;left&quot;:85.95,&quot;top&quot;:147.55,&quot;width&quot;:806.25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55,&quot;left&quot;:85.95,&quot;top&quot;:147.55,&quot;width&quot;:806.25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6.55,&quot;left&quot;:85.95,&quot;top&quot;:147.55,&quot;width&quot;:806.25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55,&quot;left&quot;:85.95,&quot;top&quot;:147.55,&quot;width&quot;:806.25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246.55,&quot;left&quot;:85.95,&quot;top&quot;:147.55,&quot;width&quot;:806.25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55,&quot;left&quot;:85.95,&quot;top&quot;:147.55,&quot;width&quot;:806.25}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8.6002362204723,&quot;left&quot;:332.3177952755906,&quot;top&quot;:342.5508661417323,&quot;width&quot;:774.0429921259843}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592"/>
  <p:tag name="KSO_WM_TEMPLATE_CATEGORY" val="custom"/>
  <p:tag name="KSO_WM_SLIDE_INDEX" val="9"/>
  <p:tag name="KSO_WM_SLIDE_ID" val="custom20238592_9"/>
  <p:tag name="KSO_WM_TEMPLATE_MASTER_TYPE" val="0"/>
  <p:tag name="KSO_WM_SLIDE_LAYOUT" val="a_f"/>
  <p:tag name="KSO_WM_SLIDE_LAYOUT_CNT" val="1_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92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2"/>
  <p:tag name="KSO_WM_TEMPLATE_CATEGORY" val="custom"/>
  <p:tag name="KSO_WM_UNIT_ISCONTENTSTITLE" val="0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592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2"/>
  <p:tag name="KSO_WM_TEMPLATE_CATEGORY" val="custom"/>
  <p:tag name="KSO_WM_UNIT_VALUE" val="8"/>
  <p:tag name="KSO_WM_UNIT_TEXT_LAYER_COUNT" val="1"/>
</p:tagLst>
</file>

<file path=ppt/theme/theme1.xml><?xml version="1.0" encoding="utf-8"?>
<a:theme xmlns:a="http://schemas.openxmlformats.org/drawingml/2006/main" name="第一PPT，www.1ppt.com ">
  <a:themeElements>
    <a:clrScheme name="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F7AB5A"/>
      </a:accent1>
      <a:accent2>
        <a:srgbClr val="EE7B57"/>
      </a:accent2>
      <a:accent3>
        <a:srgbClr val="F7AB5A"/>
      </a:accent3>
      <a:accent4>
        <a:srgbClr val="EE7B57"/>
      </a:accent4>
      <a:accent5>
        <a:srgbClr val="F7AB5A"/>
      </a:accent5>
      <a:accent6>
        <a:srgbClr val="EE7B57"/>
      </a:accent6>
      <a:hlink>
        <a:srgbClr val="F7AB5A"/>
      </a:hlink>
      <a:folHlink>
        <a:srgbClr val="EE7B57"/>
      </a:folHlink>
    </a:clrScheme>
    <a:fontScheme name="自定义 9">
      <a:majorFont>
        <a:latin typeface="阿里巴巴普惠体"/>
        <a:ea typeface="阿里巴巴普惠体"/>
        <a:cs typeface="Arial"/>
      </a:majorFont>
      <a:minorFont>
        <a:latin typeface="阿里巴巴普惠体"/>
        <a:ea typeface="阿里巴巴普惠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简约风方框线职场办公">
  <a:themeElements>
    <a:clrScheme name="自定义 1">
      <a:dk1>
        <a:srgbClr val="000000"/>
      </a:dk1>
      <a:lt1>
        <a:srgbClr val="FFFFFF"/>
      </a:lt1>
      <a:dk2>
        <a:srgbClr val="131547"/>
      </a:dk2>
      <a:lt2>
        <a:srgbClr val="F9FFFC"/>
      </a:lt2>
      <a:accent1>
        <a:srgbClr val="FF6B22"/>
      </a:accent1>
      <a:accent2>
        <a:srgbClr val="FF9F3F"/>
      </a:accent2>
      <a:accent3>
        <a:srgbClr val="FFC12D"/>
      </a:accent3>
      <a:accent4>
        <a:srgbClr val="B0C121"/>
      </a:accent4>
      <a:accent5>
        <a:srgbClr val="45DB9A"/>
      </a:accent5>
      <a:accent6>
        <a:srgbClr val="4FABD1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第一PPT，www.1ppt.com  overrid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1056</Words>
  <Application>Microsoft Office PowerPoint</Application>
  <PresentationFormat>宽屏</PresentationFormat>
  <Paragraphs>152</Paragraphs>
  <Slides>23</Slides>
  <Notes>20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MiSans</vt:lpstr>
      <vt:lpstr>宋体</vt:lpstr>
      <vt:lpstr>微软雅黑</vt:lpstr>
      <vt:lpstr>Arial</vt:lpstr>
      <vt:lpstr>Calibri</vt:lpstr>
      <vt:lpstr>Wingdings</vt:lpstr>
      <vt:lpstr>第一PPT，www.1ppt.com </vt:lpstr>
      <vt:lpstr>Office Theme</vt:lpstr>
      <vt:lpstr>简约风方框线职场办公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熠海</dc:creator>
  <cp:lastModifiedBy>彦菲 陈</cp:lastModifiedBy>
  <cp:revision>7</cp:revision>
  <dcterms:created xsi:type="dcterms:W3CDTF">2026-05-13T13:34:00Z</dcterms:created>
  <dcterms:modified xsi:type="dcterms:W3CDTF">2026-05-14T09:50:06Z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20811EBE165F47B188171FF73F2C9306_13</vt:lpwstr>
  </property>
</Properties>
</file>